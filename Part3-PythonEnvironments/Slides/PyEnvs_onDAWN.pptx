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8" r:id="rId1"/>
  </p:sldMasterIdLst>
  <p:notesMasterIdLst>
    <p:notesMasterId r:id="rId29"/>
  </p:notesMasterIdLst>
  <p:handoutMasterIdLst>
    <p:handoutMasterId r:id="rId30"/>
  </p:handoutMasterIdLst>
  <p:sldIdLst>
    <p:sldId id="272" r:id="rId2"/>
    <p:sldId id="961" r:id="rId3"/>
    <p:sldId id="962" r:id="rId4"/>
    <p:sldId id="963" r:id="rId5"/>
    <p:sldId id="964" r:id="rId6"/>
    <p:sldId id="956" r:id="rId7"/>
    <p:sldId id="971" r:id="rId8"/>
    <p:sldId id="973" r:id="rId9"/>
    <p:sldId id="974" r:id="rId10"/>
    <p:sldId id="976" r:id="rId11"/>
    <p:sldId id="975" r:id="rId12"/>
    <p:sldId id="955" r:id="rId13"/>
    <p:sldId id="929" r:id="rId14"/>
    <p:sldId id="958" r:id="rId15"/>
    <p:sldId id="959" r:id="rId16"/>
    <p:sldId id="960" r:id="rId17"/>
    <p:sldId id="979" r:id="rId18"/>
    <p:sldId id="965" r:id="rId19"/>
    <p:sldId id="980" r:id="rId20"/>
    <p:sldId id="981" r:id="rId21"/>
    <p:sldId id="968" r:id="rId22"/>
    <p:sldId id="957" r:id="rId23"/>
    <p:sldId id="969" r:id="rId24"/>
    <p:sldId id="972" r:id="rId25"/>
    <p:sldId id="982" r:id="rId26"/>
    <p:sldId id="983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60D5"/>
    <a:srgbClr val="000000"/>
    <a:srgbClr val="FFF4ED"/>
    <a:srgbClr val="AD5C4D"/>
    <a:srgbClr val="404040"/>
    <a:srgbClr val="D1D8B7"/>
    <a:srgbClr val="A09D79"/>
    <a:srgbClr val="543E35"/>
    <a:srgbClr val="637700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6113D-667B-41A8-85FB-B0501761F41B}" v="110" dt="2026-03-23T14:22:50.906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830"/>
  </p:normalViewPr>
  <p:slideViewPr>
    <p:cSldViewPr snapToGrid="0">
      <p:cViewPr varScale="1">
        <p:scale>
          <a:sx n="63" d="100"/>
          <a:sy n="63" d="100"/>
        </p:scale>
        <p:origin x="804" y="6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64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Hartley" userId="ec1d4bd2-4db4-4fcf-9e9a-900b72c6bb46" providerId="ADAL" clId="{B4160541-181D-41F0-82EF-CBF481B4CC4C}"/>
    <pc:docChg chg="undo custSel addSld delSld modSld sldOrd">
      <pc:chgData name="Simon Hartley" userId="ec1d4bd2-4db4-4fcf-9e9a-900b72c6bb46" providerId="ADAL" clId="{B4160541-181D-41F0-82EF-CBF481B4CC4C}" dt="2026-03-23T14:24:39.700" v="3280" actId="313"/>
      <pc:docMkLst>
        <pc:docMk/>
      </pc:docMkLst>
      <pc:sldChg chg="modSp mod">
        <pc:chgData name="Simon Hartley" userId="ec1d4bd2-4db4-4fcf-9e9a-900b72c6bb46" providerId="ADAL" clId="{B4160541-181D-41F0-82EF-CBF481B4CC4C}" dt="2026-03-23T10:12:17.492" v="773" actId="6549"/>
        <pc:sldMkLst>
          <pc:docMk/>
          <pc:sldMk cId="417536504" sldId="272"/>
        </pc:sldMkLst>
        <pc:spChg chg="mod">
          <ac:chgData name="Simon Hartley" userId="ec1d4bd2-4db4-4fcf-9e9a-900b72c6bb46" providerId="ADAL" clId="{B4160541-181D-41F0-82EF-CBF481B4CC4C}" dt="2026-03-23T10:12:17.492" v="773" actId="6549"/>
          <ac:spMkLst>
            <pc:docMk/>
            <pc:sldMk cId="417536504" sldId="272"/>
            <ac:spMk id="2" creationId="{43B8BB83-CA62-C813-5584-9F9C32557A2B}"/>
          </ac:spMkLst>
        </pc:spChg>
      </pc:sldChg>
      <pc:sldChg chg="delSp modSp add del mod">
        <pc:chgData name="Simon Hartley" userId="ec1d4bd2-4db4-4fcf-9e9a-900b72c6bb46" providerId="ADAL" clId="{B4160541-181D-41F0-82EF-CBF481B4CC4C}" dt="2026-03-23T11:49:11.746" v="1961" actId="47"/>
        <pc:sldMkLst>
          <pc:docMk/>
          <pc:sldMk cId="2263445737" sldId="907"/>
        </pc:sldMkLst>
        <pc:spChg chg="mod">
          <ac:chgData name="Simon Hartley" userId="ec1d4bd2-4db4-4fcf-9e9a-900b72c6bb46" providerId="ADAL" clId="{B4160541-181D-41F0-82EF-CBF481B4CC4C}" dt="2026-03-23T11:48:10.689" v="1952" actId="21"/>
          <ac:spMkLst>
            <pc:docMk/>
            <pc:sldMk cId="2263445737" sldId="907"/>
            <ac:spMk id="2" creationId="{22CEDA9E-BF8F-EDCD-5E14-287ACC211027}"/>
          </ac:spMkLst>
        </pc:spChg>
        <pc:spChg chg="mod">
          <ac:chgData name="Simon Hartley" userId="ec1d4bd2-4db4-4fcf-9e9a-900b72c6bb46" providerId="ADAL" clId="{B4160541-181D-41F0-82EF-CBF481B4CC4C}" dt="2026-03-23T11:47:52.008" v="1948" actId="21"/>
          <ac:spMkLst>
            <pc:docMk/>
            <pc:sldMk cId="2263445737" sldId="907"/>
            <ac:spMk id="4" creationId="{0FF584FD-23D2-4ADF-8806-EEFA9167CCAE}"/>
          </ac:spMkLst>
        </pc:spChg>
        <pc:spChg chg="del">
          <ac:chgData name="Simon Hartley" userId="ec1d4bd2-4db4-4fcf-9e9a-900b72c6bb46" providerId="ADAL" clId="{B4160541-181D-41F0-82EF-CBF481B4CC4C}" dt="2026-03-23T11:48:21.745" v="1954" actId="21"/>
          <ac:spMkLst>
            <pc:docMk/>
            <pc:sldMk cId="2263445737" sldId="907"/>
            <ac:spMk id="10" creationId="{30BBFE87-3BB5-077A-9EEB-3306A974A89D}"/>
          </ac:spMkLst>
        </pc:spChg>
      </pc:sldChg>
      <pc:sldChg chg="delSp add del mod">
        <pc:chgData name="Simon Hartley" userId="ec1d4bd2-4db4-4fcf-9e9a-900b72c6bb46" providerId="ADAL" clId="{B4160541-181D-41F0-82EF-CBF481B4CC4C}" dt="2026-03-23T11:49:13.197" v="1962" actId="47"/>
        <pc:sldMkLst>
          <pc:docMk/>
          <pc:sldMk cId="233052478" sldId="908"/>
        </pc:sldMkLst>
        <pc:spChg chg="del">
          <ac:chgData name="Simon Hartley" userId="ec1d4bd2-4db4-4fcf-9e9a-900b72c6bb46" providerId="ADAL" clId="{B4160541-181D-41F0-82EF-CBF481B4CC4C}" dt="2026-03-23T11:48:58.001" v="1959" actId="21"/>
          <ac:spMkLst>
            <pc:docMk/>
            <pc:sldMk cId="233052478" sldId="908"/>
            <ac:spMk id="10" creationId="{30BBFE87-3BB5-077A-9EEB-3306A974A89D}"/>
          </ac:spMkLst>
        </pc:spChg>
      </pc:sldChg>
      <pc:sldChg chg="delSp modSp add del mod">
        <pc:chgData name="Simon Hartley" userId="ec1d4bd2-4db4-4fcf-9e9a-900b72c6bb46" providerId="ADAL" clId="{B4160541-181D-41F0-82EF-CBF481B4CC4C}" dt="2026-03-23T11:49:52.621" v="1972" actId="47"/>
        <pc:sldMkLst>
          <pc:docMk/>
          <pc:sldMk cId="2062362251" sldId="909"/>
        </pc:sldMkLst>
        <pc:spChg chg="del mod">
          <ac:chgData name="Simon Hartley" userId="ec1d4bd2-4db4-4fcf-9e9a-900b72c6bb46" providerId="ADAL" clId="{B4160541-181D-41F0-82EF-CBF481B4CC4C}" dt="2026-03-23T11:49:28.500" v="1966"/>
          <ac:spMkLst>
            <pc:docMk/>
            <pc:sldMk cId="2062362251" sldId="909"/>
            <ac:spMk id="2" creationId="{22CEDA9E-BF8F-EDCD-5E14-287ACC211027}"/>
          </ac:spMkLst>
        </pc:spChg>
        <pc:spChg chg="del">
          <ac:chgData name="Simon Hartley" userId="ec1d4bd2-4db4-4fcf-9e9a-900b72c6bb46" providerId="ADAL" clId="{B4160541-181D-41F0-82EF-CBF481B4CC4C}" dt="2026-03-23T11:49:41.011" v="1969" actId="21"/>
          <ac:spMkLst>
            <pc:docMk/>
            <pc:sldMk cId="2062362251" sldId="909"/>
            <ac:spMk id="3" creationId="{C9C3BE72-FD9A-EC08-362A-ED54CB4CB3C0}"/>
          </ac:spMkLst>
        </pc:spChg>
      </pc:sldChg>
      <pc:sldChg chg="delSp modSp add del mod">
        <pc:chgData name="Simon Hartley" userId="ec1d4bd2-4db4-4fcf-9e9a-900b72c6bb46" providerId="ADAL" clId="{B4160541-181D-41F0-82EF-CBF481B4CC4C}" dt="2026-03-23T11:50:55.609" v="1983" actId="47"/>
        <pc:sldMkLst>
          <pc:docMk/>
          <pc:sldMk cId="2603574060" sldId="910"/>
        </pc:sldMkLst>
        <pc:spChg chg="del mod">
          <ac:chgData name="Simon Hartley" userId="ec1d4bd2-4db4-4fcf-9e9a-900b72c6bb46" providerId="ADAL" clId="{B4160541-181D-41F0-82EF-CBF481B4CC4C}" dt="2026-03-23T11:50:24.324" v="1979"/>
          <ac:spMkLst>
            <pc:docMk/>
            <pc:sldMk cId="2603574060" sldId="910"/>
            <ac:spMk id="2" creationId="{22CEDA9E-BF8F-EDCD-5E14-287ACC211027}"/>
          </ac:spMkLst>
        </pc:spChg>
        <pc:spChg chg="del">
          <ac:chgData name="Simon Hartley" userId="ec1d4bd2-4db4-4fcf-9e9a-900b72c6bb46" providerId="ADAL" clId="{B4160541-181D-41F0-82EF-CBF481B4CC4C}" dt="2026-03-23T11:50:17.246" v="1975" actId="21"/>
          <ac:spMkLst>
            <pc:docMk/>
            <pc:sldMk cId="2603574060" sldId="910"/>
            <ac:spMk id="3" creationId="{C9C3BE72-FD9A-EC08-362A-ED54CB4CB3C0}"/>
          </ac:spMkLst>
        </pc:spChg>
      </pc:sldChg>
      <pc:sldChg chg="addSp delSp modSp mod ord">
        <pc:chgData name="Simon Hartley" userId="ec1d4bd2-4db4-4fcf-9e9a-900b72c6bb46" providerId="ADAL" clId="{B4160541-181D-41F0-82EF-CBF481B4CC4C}" dt="2026-03-23T11:30:15.847" v="1639"/>
        <pc:sldMkLst>
          <pc:docMk/>
          <pc:sldMk cId="2574300826" sldId="929"/>
        </pc:sldMkLst>
        <pc:spChg chg="mod">
          <ac:chgData name="Simon Hartley" userId="ec1d4bd2-4db4-4fcf-9e9a-900b72c6bb46" providerId="ADAL" clId="{B4160541-181D-41F0-82EF-CBF481B4CC4C}" dt="2026-03-23T11:30:15.847" v="1639"/>
          <ac:spMkLst>
            <pc:docMk/>
            <pc:sldMk cId="2574300826" sldId="929"/>
            <ac:spMk id="4" creationId="{0FF584FD-23D2-4ADF-8806-EEFA9167CCAE}"/>
          </ac:spMkLst>
        </pc:spChg>
        <pc:spChg chg="mod">
          <ac:chgData name="Simon Hartley" userId="ec1d4bd2-4db4-4fcf-9e9a-900b72c6bb46" providerId="ADAL" clId="{B4160541-181D-41F0-82EF-CBF481B4CC4C}" dt="2026-03-20T10:41:10.872" v="108"/>
          <ac:spMkLst>
            <pc:docMk/>
            <pc:sldMk cId="2574300826" sldId="929"/>
            <ac:spMk id="6" creationId="{C064B22D-FBE1-CFE5-884B-6159D232074A}"/>
          </ac:spMkLst>
        </pc:spChg>
        <pc:picChg chg="add mod">
          <ac:chgData name="Simon Hartley" userId="ec1d4bd2-4db4-4fcf-9e9a-900b72c6bb46" providerId="ADAL" clId="{B4160541-181D-41F0-82EF-CBF481B4CC4C}" dt="2026-03-23T10:26:12.708" v="959" actId="1076"/>
          <ac:picMkLst>
            <pc:docMk/>
            <pc:sldMk cId="2574300826" sldId="929"/>
            <ac:picMk id="5" creationId="{963E38D7-69EB-CD84-C677-8510067DF069}"/>
          </ac:picMkLst>
        </pc:picChg>
      </pc:sldChg>
      <pc:sldChg chg="addSp modSp add ord">
        <pc:chgData name="Simon Hartley" userId="ec1d4bd2-4db4-4fcf-9e9a-900b72c6bb46" providerId="ADAL" clId="{B4160541-181D-41F0-82EF-CBF481B4CC4C}" dt="2026-03-23T11:30:02.058" v="1638"/>
        <pc:sldMkLst>
          <pc:docMk/>
          <pc:sldMk cId="3926928587" sldId="955"/>
        </pc:sldMkLst>
        <pc:spChg chg="add mod">
          <ac:chgData name="Simon Hartley" userId="ec1d4bd2-4db4-4fcf-9e9a-900b72c6bb46" providerId="ADAL" clId="{B4160541-181D-41F0-82EF-CBF481B4CC4C}" dt="2026-03-23T11:29:48.434" v="1636"/>
          <ac:spMkLst>
            <pc:docMk/>
            <pc:sldMk cId="3926928587" sldId="955"/>
            <ac:spMk id="2" creationId="{8CA43EC7-170A-0007-6CF0-508DF72DA438}"/>
          </ac:spMkLst>
        </pc:spChg>
        <pc:spChg chg="mod">
          <ac:chgData name="Simon Hartley" userId="ec1d4bd2-4db4-4fcf-9e9a-900b72c6bb46" providerId="ADAL" clId="{B4160541-181D-41F0-82EF-CBF481B4CC4C}" dt="2026-03-23T11:30:02.058" v="1638"/>
          <ac:spMkLst>
            <pc:docMk/>
            <pc:sldMk cId="3926928587" sldId="955"/>
            <ac:spMk id="44" creationId="{3545111A-FEAF-C675-34B5-D8594909667F}"/>
          </ac:spMkLst>
        </pc:spChg>
        <pc:picChg chg="add mod">
          <ac:chgData name="Simon Hartley" userId="ec1d4bd2-4db4-4fcf-9e9a-900b72c6bb46" providerId="ADAL" clId="{B4160541-181D-41F0-82EF-CBF481B4CC4C}" dt="2026-03-23T11:29:48.434" v="1636"/>
          <ac:picMkLst>
            <pc:docMk/>
            <pc:sldMk cId="3926928587" sldId="955"/>
            <ac:picMk id="3" creationId="{307EDCBD-7897-C805-26D4-E9F2BD93ED19}"/>
          </ac:picMkLst>
        </pc:picChg>
      </pc:sldChg>
      <pc:sldChg chg="addSp delSp modSp add mod ord">
        <pc:chgData name="Simon Hartley" userId="ec1d4bd2-4db4-4fcf-9e9a-900b72c6bb46" providerId="ADAL" clId="{B4160541-181D-41F0-82EF-CBF481B4CC4C}" dt="2026-03-23T13:56:43.867" v="2883"/>
        <pc:sldMkLst>
          <pc:docMk/>
          <pc:sldMk cId="81315074" sldId="956"/>
        </pc:sldMkLst>
        <pc:spChg chg="mod">
          <ac:chgData name="Simon Hartley" userId="ec1d4bd2-4db4-4fcf-9e9a-900b72c6bb46" providerId="ADAL" clId="{B4160541-181D-41F0-82EF-CBF481B4CC4C}" dt="2026-03-23T10:53:18.576" v="1269" actId="20577"/>
          <ac:spMkLst>
            <pc:docMk/>
            <pc:sldMk cId="81315074" sldId="956"/>
            <ac:spMk id="4" creationId="{849AA56C-FC1C-253F-350B-887FB6E3DFB4}"/>
          </ac:spMkLst>
        </pc:spChg>
        <pc:spChg chg="mod">
          <ac:chgData name="Simon Hartley" userId="ec1d4bd2-4db4-4fcf-9e9a-900b72c6bb46" providerId="ADAL" clId="{B4160541-181D-41F0-82EF-CBF481B4CC4C}" dt="2026-03-23T10:54:01.401" v="1306" actId="20577"/>
          <ac:spMkLst>
            <pc:docMk/>
            <pc:sldMk cId="81315074" sldId="956"/>
            <ac:spMk id="6" creationId="{C4175C5B-8B3A-C0F3-D5D2-84E3D80D4120}"/>
          </ac:spMkLst>
        </pc:spChg>
        <pc:picChg chg="add mod">
          <ac:chgData name="Simon Hartley" userId="ec1d4bd2-4db4-4fcf-9e9a-900b72c6bb46" providerId="ADAL" clId="{B4160541-181D-41F0-82EF-CBF481B4CC4C}" dt="2026-03-23T10:59:32.681" v="1318" actId="1076"/>
          <ac:picMkLst>
            <pc:docMk/>
            <pc:sldMk cId="81315074" sldId="956"/>
            <ac:picMk id="5" creationId="{6D6AD2A7-D246-C73F-9480-1FC420914AE5}"/>
          </ac:picMkLst>
        </pc:picChg>
        <pc:picChg chg="add del mod">
          <ac:chgData name="Simon Hartley" userId="ec1d4bd2-4db4-4fcf-9e9a-900b72c6bb46" providerId="ADAL" clId="{B4160541-181D-41F0-82EF-CBF481B4CC4C}" dt="2026-03-23T10:54:13.487" v="1310" actId="478"/>
          <ac:picMkLst>
            <pc:docMk/>
            <pc:sldMk cId="81315074" sldId="956"/>
            <ac:picMk id="9" creationId="{5633EA7F-0E25-55C3-5F87-37CF76A5A08B}"/>
          </ac:picMkLst>
        </pc:picChg>
        <pc:picChg chg="add mod">
          <ac:chgData name="Simon Hartley" userId="ec1d4bd2-4db4-4fcf-9e9a-900b72c6bb46" providerId="ADAL" clId="{B4160541-181D-41F0-82EF-CBF481B4CC4C}" dt="2026-03-23T10:59:38.593" v="1320" actId="1076"/>
          <ac:picMkLst>
            <pc:docMk/>
            <pc:sldMk cId="81315074" sldId="956"/>
            <ac:picMk id="12" creationId="{BDFA48A5-E763-9816-8F91-7CFA808A1D74}"/>
          </ac:picMkLst>
        </pc:picChg>
        <pc:picChg chg="add mod">
          <ac:chgData name="Simon Hartley" userId="ec1d4bd2-4db4-4fcf-9e9a-900b72c6bb46" providerId="ADAL" clId="{B4160541-181D-41F0-82EF-CBF481B4CC4C}" dt="2026-03-23T10:59:36.046" v="1319" actId="1076"/>
          <ac:picMkLst>
            <pc:docMk/>
            <pc:sldMk cId="81315074" sldId="956"/>
            <ac:picMk id="16" creationId="{B4CF830C-C777-A2AB-A741-1D7C8C2607E8}"/>
          </ac:picMkLst>
        </pc:picChg>
        <pc:picChg chg="add del mod">
          <ac:chgData name="Simon Hartley" userId="ec1d4bd2-4db4-4fcf-9e9a-900b72c6bb46" providerId="ADAL" clId="{B4160541-181D-41F0-82EF-CBF481B4CC4C}" dt="2026-03-23T10:59:18.991" v="1317" actId="478"/>
          <ac:picMkLst>
            <pc:docMk/>
            <pc:sldMk cId="81315074" sldId="956"/>
            <ac:picMk id="19" creationId="{721B8917-2806-1C3A-2C53-DF0030D18509}"/>
          </ac:picMkLst>
        </pc:picChg>
      </pc:sldChg>
      <pc:sldChg chg="addSp delSp modSp add mod ord">
        <pc:chgData name="Simon Hartley" userId="ec1d4bd2-4db4-4fcf-9e9a-900b72c6bb46" providerId="ADAL" clId="{B4160541-181D-41F0-82EF-CBF481B4CC4C}" dt="2026-03-23T13:11:28.927" v="2829" actId="14100"/>
        <pc:sldMkLst>
          <pc:docMk/>
          <pc:sldMk cId="498874242" sldId="957"/>
        </pc:sldMkLst>
        <pc:spChg chg="mod">
          <ac:chgData name="Simon Hartley" userId="ec1d4bd2-4db4-4fcf-9e9a-900b72c6bb46" providerId="ADAL" clId="{B4160541-181D-41F0-82EF-CBF481B4CC4C}" dt="2026-03-23T11:32:47.881" v="1894" actId="6549"/>
          <ac:spMkLst>
            <pc:docMk/>
            <pc:sldMk cId="498874242" sldId="957"/>
            <ac:spMk id="4" creationId="{94DF7714-DAA5-0057-6775-3B91F26239FE}"/>
          </ac:spMkLst>
        </pc:spChg>
        <pc:spChg chg="add del mod">
          <ac:chgData name="Simon Hartley" userId="ec1d4bd2-4db4-4fcf-9e9a-900b72c6bb46" providerId="ADAL" clId="{B4160541-181D-41F0-82EF-CBF481B4CC4C}" dt="2026-03-23T13:10:04.979" v="2824" actId="20577"/>
          <ac:spMkLst>
            <pc:docMk/>
            <pc:sldMk cId="498874242" sldId="957"/>
            <ac:spMk id="6" creationId="{EB4AB4A9-E7A4-B6DC-BEF9-737E322452A2}"/>
          </ac:spMkLst>
        </pc:spChg>
        <pc:picChg chg="add del mod">
          <ac:chgData name="Simon Hartley" userId="ec1d4bd2-4db4-4fcf-9e9a-900b72c6bb46" providerId="ADAL" clId="{B4160541-181D-41F0-82EF-CBF481B4CC4C}" dt="2026-03-23T11:32:15.511" v="1848" actId="478"/>
          <ac:picMkLst>
            <pc:docMk/>
            <pc:sldMk cId="498874242" sldId="957"/>
            <ac:picMk id="5" creationId="{F0F046A5-C605-2947-EEF6-0A525536F7E0}"/>
          </ac:picMkLst>
        </pc:picChg>
        <pc:picChg chg="add del mod">
          <ac:chgData name="Simon Hartley" userId="ec1d4bd2-4db4-4fcf-9e9a-900b72c6bb46" providerId="ADAL" clId="{B4160541-181D-41F0-82EF-CBF481B4CC4C}" dt="2026-03-23T13:05:57.261" v="2708" actId="21"/>
          <ac:picMkLst>
            <pc:docMk/>
            <pc:sldMk cId="498874242" sldId="957"/>
            <ac:picMk id="9" creationId="{2EEF129D-CF76-1384-AED2-9085BE48F07A}"/>
          </ac:picMkLst>
        </pc:picChg>
        <pc:picChg chg="add mod">
          <ac:chgData name="Simon Hartley" userId="ec1d4bd2-4db4-4fcf-9e9a-900b72c6bb46" providerId="ADAL" clId="{B4160541-181D-41F0-82EF-CBF481B4CC4C}" dt="2026-03-23T13:09:46.459" v="2775" actId="1076"/>
          <ac:picMkLst>
            <pc:docMk/>
            <pc:sldMk cId="498874242" sldId="957"/>
            <ac:picMk id="12" creationId="{965D8AE7-BC04-C323-6764-108989DD057B}"/>
          </ac:picMkLst>
        </pc:picChg>
        <pc:picChg chg="add mod">
          <ac:chgData name="Simon Hartley" userId="ec1d4bd2-4db4-4fcf-9e9a-900b72c6bb46" providerId="ADAL" clId="{B4160541-181D-41F0-82EF-CBF481B4CC4C}" dt="2026-03-23T13:11:28.927" v="2829" actId="14100"/>
          <ac:picMkLst>
            <pc:docMk/>
            <pc:sldMk cId="498874242" sldId="957"/>
            <ac:picMk id="16" creationId="{4C29C668-38EB-ECE7-F344-7A3969E76F98}"/>
          </ac:picMkLst>
        </pc:picChg>
      </pc:sldChg>
      <pc:sldChg chg="addSp delSp modSp add mod">
        <pc:chgData name="Simon Hartley" userId="ec1d4bd2-4db4-4fcf-9e9a-900b72c6bb46" providerId="ADAL" clId="{B4160541-181D-41F0-82EF-CBF481B4CC4C}" dt="2026-03-23T12:43:55.981" v="2482" actId="21"/>
        <pc:sldMkLst>
          <pc:docMk/>
          <pc:sldMk cId="1364974017" sldId="958"/>
        </pc:sldMkLst>
        <pc:spChg chg="del">
          <ac:chgData name="Simon Hartley" userId="ec1d4bd2-4db4-4fcf-9e9a-900b72c6bb46" providerId="ADAL" clId="{B4160541-181D-41F0-82EF-CBF481B4CC4C}" dt="2026-03-23T10:26:24.199" v="962" actId="478"/>
          <ac:spMkLst>
            <pc:docMk/>
            <pc:sldMk cId="1364974017" sldId="958"/>
            <ac:spMk id="6" creationId="{3C4970E7-FD55-F93D-3514-435556735DF6}"/>
          </ac:spMkLst>
        </pc:spChg>
        <pc:spChg chg="add mod">
          <ac:chgData name="Simon Hartley" userId="ec1d4bd2-4db4-4fcf-9e9a-900b72c6bb46" providerId="ADAL" clId="{B4160541-181D-41F0-82EF-CBF481B4CC4C}" dt="2026-03-23T10:30:33.121" v="1027" actId="13926"/>
          <ac:spMkLst>
            <pc:docMk/>
            <pc:sldMk cId="1364974017" sldId="958"/>
            <ac:spMk id="9" creationId="{BFEE4FFF-7EC5-5DF2-D88C-AEE2D4ED3F17}"/>
          </ac:spMkLst>
        </pc:spChg>
        <pc:picChg chg="del">
          <ac:chgData name="Simon Hartley" userId="ec1d4bd2-4db4-4fcf-9e9a-900b72c6bb46" providerId="ADAL" clId="{B4160541-181D-41F0-82EF-CBF481B4CC4C}" dt="2026-03-23T10:26:21.122" v="961" actId="478"/>
          <ac:picMkLst>
            <pc:docMk/>
            <pc:sldMk cId="1364974017" sldId="958"/>
            <ac:picMk id="5" creationId="{F4B01C7B-DC14-CAF1-6E6D-5950BB0AB730}"/>
          </ac:picMkLst>
        </pc:picChg>
        <pc:picChg chg="add mod">
          <ac:chgData name="Simon Hartley" userId="ec1d4bd2-4db4-4fcf-9e9a-900b72c6bb46" providerId="ADAL" clId="{B4160541-181D-41F0-82EF-CBF481B4CC4C}" dt="2026-03-23T10:28:37.780" v="1020" actId="1076"/>
          <ac:picMkLst>
            <pc:docMk/>
            <pc:sldMk cId="1364974017" sldId="958"/>
            <ac:picMk id="8" creationId="{433DFE24-941A-71D0-93DE-7A42705F245E}"/>
          </ac:picMkLst>
        </pc:picChg>
        <pc:picChg chg="add del mod">
          <ac:chgData name="Simon Hartley" userId="ec1d4bd2-4db4-4fcf-9e9a-900b72c6bb46" providerId="ADAL" clId="{B4160541-181D-41F0-82EF-CBF481B4CC4C}" dt="2026-03-23T12:43:27.010" v="2478" actId="478"/>
          <ac:picMkLst>
            <pc:docMk/>
            <pc:sldMk cId="1364974017" sldId="958"/>
            <ac:picMk id="12" creationId="{EB32CC71-BBAF-03D5-F0D2-315CED471924}"/>
          </ac:picMkLst>
        </pc:picChg>
        <pc:picChg chg="add del mod">
          <ac:chgData name="Simon Hartley" userId="ec1d4bd2-4db4-4fcf-9e9a-900b72c6bb46" providerId="ADAL" clId="{B4160541-181D-41F0-82EF-CBF481B4CC4C}" dt="2026-03-23T12:43:55.981" v="2482" actId="21"/>
          <ac:picMkLst>
            <pc:docMk/>
            <pc:sldMk cId="1364974017" sldId="958"/>
            <ac:picMk id="16" creationId="{1933FC99-8BEA-73F8-DD40-85608C32CF06}"/>
          </ac:picMkLst>
        </pc:picChg>
      </pc:sldChg>
      <pc:sldChg chg="addSp delSp modSp add mod">
        <pc:chgData name="Simon Hartley" userId="ec1d4bd2-4db4-4fcf-9e9a-900b72c6bb46" providerId="ADAL" clId="{B4160541-181D-41F0-82EF-CBF481B4CC4C}" dt="2026-03-23T10:33:50.220" v="1135" actId="20577"/>
        <pc:sldMkLst>
          <pc:docMk/>
          <pc:sldMk cId="1241231138" sldId="959"/>
        </pc:sldMkLst>
        <pc:spChg chg="add mod">
          <ac:chgData name="Simon Hartley" userId="ec1d4bd2-4db4-4fcf-9e9a-900b72c6bb46" providerId="ADAL" clId="{B4160541-181D-41F0-82EF-CBF481B4CC4C}" dt="2026-03-23T10:33:50.220" v="1135" actId="20577"/>
          <ac:spMkLst>
            <pc:docMk/>
            <pc:sldMk cId="1241231138" sldId="959"/>
            <ac:spMk id="3" creationId="{13168BEF-9E7D-14F6-8AB1-E1B505ADA04B}"/>
          </ac:spMkLst>
        </pc:spChg>
        <pc:spChg chg="del">
          <ac:chgData name="Simon Hartley" userId="ec1d4bd2-4db4-4fcf-9e9a-900b72c6bb46" providerId="ADAL" clId="{B4160541-181D-41F0-82EF-CBF481B4CC4C}" dt="2026-03-23T10:30:45.886" v="1028" actId="478"/>
          <ac:spMkLst>
            <pc:docMk/>
            <pc:sldMk cId="1241231138" sldId="959"/>
            <ac:spMk id="9" creationId="{FA75736E-72E0-E812-291F-287224E3F1D4}"/>
          </ac:spMkLst>
        </pc:spChg>
        <pc:picChg chg="add del mod">
          <ac:chgData name="Simon Hartley" userId="ec1d4bd2-4db4-4fcf-9e9a-900b72c6bb46" providerId="ADAL" clId="{B4160541-181D-41F0-82EF-CBF481B4CC4C}" dt="2026-03-23T10:33:13.265" v="1097" actId="478"/>
          <ac:picMkLst>
            <pc:docMk/>
            <pc:sldMk cId="1241231138" sldId="959"/>
            <ac:picMk id="6" creationId="{77AB2407-A375-29FD-B218-F2C47204B948}"/>
          </ac:picMkLst>
        </pc:picChg>
        <pc:picChg chg="del">
          <ac:chgData name="Simon Hartley" userId="ec1d4bd2-4db4-4fcf-9e9a-900b72c6bb46" providerId="ADAL" clId="{B4160541-181D-41F0-82EF-CBF481B4CC4C}" dt="2026-03-23T10:28:54.831" v="1022" actId="478"/>
          <ac:picMkLst>
            <pc:docMk/>
            <pc:sldMk cId="1241231138" sldId="959"/>
            <ac:picMk id="8" creationId="{C1C98980-5091-BFC0-8AF2-4A059B1D3B88}"/>
          </ac:picMkLst>
        </pc:picChg>
        <pc:picChg chg="add mod">
          <ac:chgData name="Simon Hartley" userId="ec1d4bd2-4db4-4fcf-9e9a-900b72c6bb46" providerId="ADAL" clId="{B4160541-181D-41F0-82EF-CBF481B4CC4C}" dt="2026-03-23T10:33:22.700" v="1100" actId="1076"/>
          <ac:picMkLst>
            <pc:docMk/>
            <pc:sldMk cId="1241231138" sldId="959"/>
            <ac:picMk id="12" creationId="{05EA44E8-213A-5847-B83E-487D4A5BE172}"/>
          </ac:picMkLst>
        </pc:picChg>
      </pc:sldChg>
      <pc:sldChg chg="addSp delSp modSp add mod">
        <pc:chgData name="Simon Hartley" userId="ec1d4bd2-4db4-4fcf-9e9a-900b72c6bb46" providerId="ADAL" clId="{B4160541-181D-41F0-82EF-CBF481B4CC4C}" dt="2026-03-23T12:44:25.085" v="2486" actId="1076"/>
        <pc:sldMkLst>
          <pc:docMk/>
          <pc:sldMk cId="3436321001" sldId="960"/>
        </pc:sldMkLst>
        <pc:spChg chg="mod">
          <ac:chgData name="Simon Hartley" userId="ec1d4bd2-4db4-4fcf-9e9a-900b72c6bb46" providerId="ADAL" clId="{B4160541-181D-41F0-82EF-CBF481B4CC4C}" dt="2026-03-23T10:45:30.617" v="1232" actId="20577"/>
          <ac:spMkLst>
            <pc:docMk/>
            <pc:sldMk cId="3436321001" sldId="960"/>
            <ac:spMk id="3" creationId="{34B8980D-BC98-7C7B-60CE-4A94493AD939}"/>
          </ac:spMkLst>
        </pc:spChg>
        <pc:picChg chg="add mod">
          <ac:chgData name="Simon Hartley" userId="ec1d4bd2-4db4-4fcf-9e9a-900b72c6bb46" providerId="ADAL" clId="{B4160541-181D-41F0-82EF-CBF481B4CC4C}" dt="2026-03-23T10:45:41.749" v="1233" actId="1076"/>
          <ac:picMkLst>
            <pc:docMk/>
            <pc:sldMk cId="3436321001" sldId="960"/>
            <ac:picMk id="6" creationId="{5E31B796-9B19-C2B8-7A10-DDE520225923}"/>
          </ac:picMkLst>
        </pc:picChg>
        <pc:picChg chg="del">
          <ac:chgData name="Simon Hartley" userId="ec1d4bd2-4db4-4fcf-9e9a-900b72c6bb46" providerId="ADAL" clId="{B4160541-181D-41F0-82EF-CBF481B4CC4C}" dt="2026-03-23T10:33:33.677" v="1102" actId="478"/>
          <ac:picMkLst>
            <pc:docMk/>
            <pc:sldMk cId="3436321001" sldId="960"/>
            <ac:picMk id="12" creationId="{23344BE5-ED9A-F618-8595-EDE382484A1F}"/>
          </ac:picMkLst>
        </pc:picChg>
        <pc:picChg chg="add mod">
          <ac:chgData name="Simon Hartley" userId="ec1d4bd2-4db4-4fcf-9e9a-900b72c6bb46" providerId="ADAL" clId="{B4160541-181D-41F0-82EF-CBF481B4CC4C}" dt="2026-03-23T12:44:25.085" v="2486" actId="1076"/>
          <ac:picMkLst>
            <pc:docMk/>
            <pc:sldMk cId="3436321001" sldId="960"/>
            <ac:picMk id="16" creationId="{1933FC99-8BEA-73F8-DD40-85608C32CF06}"/>
          </ac:picMkLst>
        </pc:picChg>
        <pc:cxnChg chg="add mod">
          <ac:chgData name="Simon Hartley" userId="ec1d4bd2-4db4-4fcf-9e9a-900b72c6bb46" providerId="ADAL" clId="{B4160541-181D-41F0-82EF-CBF481B4CC4C}" dt="2026-03-23T10:46:32.287" v="1244" actId="13822"/>
          <ac:cxnSpMkLst>
            <pc:docMk/>
            <pc:sldMk cId="3436321001" sldId="960"/>
            <ac:cxnSpMk id="9" creationId="{5E17FBE1-5DE6-11BD-0806-2723F38E326B}"/>
          </ac:cxnSpMkLst>
        </pc:cxnChg>
      </pc:sldChg>
      <pc:sldChg chg="addSp delSp modSp add mod">
        <pc:chgData name="Simon Hartley" userId="ec1d4bd2-4db4-4fcf-9e9a-900b72c6bb46" providerId="ADAL" clId="{B4160541-181D-41F0-82EF-CBF481B4CC4C}" dt="2026-03-23T11:07:32.212" v="1417" actId="1076"/>
        <pc:sldMkLst>
          <pc:docMk/>
          <pc:sldMk cId="4083533744" sldId="961"/>
        </pc:sldMkLst>
        <pc:spChg chg="add mod">
          <ac:chgData name="Simon Hartley" userId="ec1d4bd2-4db4-4fcf-9e9a-900b72c6bb46" providerId="ADAL" clId="{B4160541-181D-41F0-82EF-CBF481B4CC4C}" dt="2026-03-23T11:06:36.479" v="1372" actId="1035"/>
          <ac:spMkLst>
            <pc:docMk/>
            <pc:sldMk cId="4083533744" sldId="961"/>
            <ac:spMk id="3" creationId="{9398657E-7A4D-C876-D82E-081B419591A9}"/>
          </ac:spMkLst>
        </pc:spChg>
        <pc:spChg chg="mod">
          <ac:chgData name="Simon Hartley" userId="ec1d4bd2-4db4-4fcf-9e9a-900b72c6bb46" providerId="ADAL" clId="{B4160541-181D-41F0-82EF-CBF481B4CC4C}" dt="2026-03-23T11:05:29.724" v="1326"/>
          <ac:spMkLst>
            <pc:docMk/>
            <pc:sldMk cId="4083533744" sldId="961"/>
            <ac:spMk id="4" creationId="{33F585F7-2447-28BF-D3E3-98B5E821C8A7}"/>
          </ac:spMkLst>
        </pc:spChg>
        <pc:spChg chg="mod">
          <ac:chgData name="Simon Hartley" userId="ec1d4bd2-4db4-4fcf-9e9a-900b72c6bb46" providerId="ADAL" clId="{B4160541-181D-41F0-82EF-CBF481B4CC4C}" dt="2026-03-23T11:06:53.786" v="1413" actId="27636"/>
          <ac:spMkLst>
            <pc:docMk/>
            <pc:sldMk cId="4083533744" sldId="961"/>
            <ac:spMk id="6" creationId="{AFB030CB-9FFD-6124-A125-A49751FD1D34}"/>
          </ac:spMkLst>
        </pc:spChg>
        <pc:spChg chg="add mod">
          <ac:chgData name="Simon Hartley" userId="ec1d4bd2-4db4-4fcf-9e9a-900b72c6bb46" providerId="ADAL" clId="{B4160541-181D-41F0-82EF-CBF481B4CC4C}" dt="2026-03-23T11:07:00.480" v="1414" actId="1076"/>
          <ac:spMkLst>
            <pc:docMk/>
            <pc:sldMk cId="4083533744" sldId="961"/>
            <ac:spMk id="8" creationId="{52639645-D2F3-9843-AC82-D86A8CBAD409}"/>
          </ac:spMkLst>
        </pc:spChg>
        <pc:spChg chg="add mod">
          <ac:chgData name="Simon Hartley" userId="ec1d4bd2-4db4-4fcf-9e9a-900b72c6bb46" providerId="ADAL" clId="{B4160541-181D-41F0-82EF-CBF481B4CC4C}" dt="2026-03-23T11:07:09.196" v="1415" actId="1076"/>
          <ac:spMkLst>
            <pc:docMk/>
            <pc:sldMk cId="4083533744" sldId="961"/>
            <ac:spMk id="9" creationId="{1F60885E-7876-F5A5-AAC8-BDD99FB1FFD4}"/>
          </ac:spMkLst>
        </pc:spChg>
        <pc:spChg chg="add mod">
          <ac:chgData name="Simon Hartley" userId="ec1d4bd2-4db4-4fcf-9e9a-900b72c6bb46" providerId="ADAL" clId="{B4160541-181D-41F0-82EF-CBF481B4CC4C}" dt="2026-03-23T11:07:19.208" v="1416" actId="1076"/>
          <ac:spMkLst>
            <pc:docMk/>
            <pc:sldMk cId="4083533744" sldId="961"/>
            <ac:spMk id="10" creationId="{54EC00F4-DCCA-77E8-6D95-070FB18995B8}"/>
          </ac:spMkLst>
        </pc:spChg>
        <pc:spChg chg="add mod">
          <ac:chgData name="Simon Hartley" userId="ec1d4bd2-4db4-4fcf-9e9a-900b72c6bb46" providerId="ADAL" clId="{B4160541-181D-41F0-82EF-CBF481B4CC4C}" dt="2026-03-23T11:07:32.212" v="1417" actId="1076"/>
          <ac:spMkLst>
            <pc:docMk/>
            <pc:sldMk cId="4083533744" sldId="961"/>
            <ac:spMk id="14" creationId="{F08D0EE6-7A02-71A4-972F-BCE0898ABA66}"/>
          </ac:spMkLst>
        </pc:spChg>
        <pc:picChg chg="del">
          <ac:chgData name="Simon Hartley" userId="ec1d4bd2-4db4-4fcf-9e9a-900b72c6bb46" providerId="ADAL" clId="{B4160541-181D-41F0-82EF-CBF481B4CC4C}" dt="2026-03-23T11:05:12.318" v="1322" actId="478"/>
          <ac:picMkLst>
            <pc:docMk/>
            <pc:sldMk cId="4083533744" sldId="961"/>
            <ac:picMk id="5" creationId="{2F1B8436-4CF6-E1B1-DAB9-A0AED48D01C7}"/>
          </ac:picMkLst>
        </pc:picChg>
        <pc:picChg chg="del">
          <ac:chgData name="Simon Hartley" userId="ec1d4bd2-4db4-4fcf-9e9a-900b72c6bb46" providerId="ADAL" clId="{B4160541-181D-41F0-82EF-CBF481B4CC4C}" dt="2026-03-23T11:05:14.509" v="1324" actId="478"/>
          <ac:picMkLst>
            <pc:docMk/>
            <pc:sldMk cId="4083533744" sldId="961"/>
            <ac:picMk id="12" creationId="{5A8E9524-1A08-9B20-8683-93C99FA25AAC}"/>
          </ac:picMkLst>
        </pc:picChg>
        <pc:picChg chg="del">
          <ac:chgData name="Simon Hartley" userId="ec1d4bd2-4db4-4fcf-9e9a-900b72c6bb46" providerId="ADAL" clId="{B4160541-181D-41F0-82EF-CBF481B4CC4C}" dt="2026-03-23T11:05:13.510" v="1323" actId="478"/>
          <ac:picMkLst>
            <pc:docMk/>
            <pc:sldMk cId="4083533744" sldId="961"/>
            <ac:picMk id="16" creationId="{94100B02-1C42-AD6A-ECA2-49BB4FAE132B}"/>
          </ac:picMkLst>
        </pc:picChg>
      </pc:sldChg>
      <pc:sldChg chg="addSp delSp add del setBg delDesignElem">
        <pc:chgData name="Simon Hartley" userId="ec1d4bd2-4db4-4fcf-9e9a-900b72c6bb46" providerId="ADAL" clId="{B4160541-181D-41F0-82EF-CBF481B4CC4C}" dt="2026-03-23T11:07:54.572" v="1420"/>
        <pc:sldMkLst>
          <pc:docMk/>
          <pc:sldMk cId="3286457038" sldId="962"/>
        </pc:sldMkLst>
        <pc:spChg chg="add del">
          <ac:chgData name="Simon Hartley" userId="ec1d4bd2-4db4-4fcf-9e9a-900b72c6bb46" providerId="ADAL" clId="{B4160541-181D-41F0-82EF-CBF481B4CC4C}" dt="2026-03-23T11:07:54.572" v="1420"/>
          <ac:spMkLst>
            <pc:docMk/>
            <pc:sldMk cId="3286457038" sldId="962"/>
            <ac:spMk id="11" creationId="{BFFD22CD-C758-F8D4-3F50-9D9725305B35}"/>
          </ac:spMkLst>
        </pc:spChg>
        <pc:spChg chg="add del">
          <ac:chgData name="Simon Hartley" userId="ec1d4bd2-4db4-4fcf-9e9a-900b72c6bb46" providerId="ADAL" clId="{B4160541-181D-41F0-82EF-CBF481B4CC4C}" dt="2026-03-23T11:07:54.572" v="1420"/>
          <ac:spMkLst>
            <pc:docMk/>
            <pc:sldMk cId="3286457038" sldId="962"/>
            <ac:spMk id="13" creationId="{8FDC975E-E1FB-8E81-B6F8-30CB3DC69AEB}"/>
          </ac:spMkLst>
        </pc:spChg>
        <pc:spChg chg="add del">
          <ac:chgData name="Simon Hartley" userId="ec1d4bd2-4db4-4fcf-9e9a-900b72c6bb46" providerId="ADAL" clId="{B4160541-181D-41F0-82EF-CBF481B4CC4C}" dt="2026-03-23T11:07:54.572" v="1420"/>
          <ac:spMkLst>
            <pc:docMk/>
            <pc:sldMk cId="3286457038" sldId="962"/>
            <ac:spMk id="15" creationId="{B3DCDD28-5B50-A2B4-959E-9F7076F76AA9}"/>
          </ac:spMkLst>
        </pc:spChg>
        <pc:spChg chg="add del">
          <ac:chgData name="Simon Hartley" userId="ec1d4bd2-4db4-4fcf-9e9a-900b72c6bb46" providerId="ADAL" clId="{B4160541-181D-41F0-82EF-CBF481B4CC4C}" dt="2026-03-23T11:07:54.572" v="1420"/>
          <ac:spMkLst>
            <pc:docMk/>
            <pc:sldMk cId="3286457038" sldId="962"/>
            <ac:spMk id="17" creationId="{254DE334-7607-E38D-031D-03BAD042DB34}"/>
          </ac:spMkLst>
        </pc:spChg>
      </pc:sldChg>
      <pc:sldChg chg="addSp delSp modSp add mod">
        <pc:chgData name="Simon Hartley" userId="ec1d4bd2-4db4-4fcf-9e9a-900b72c6bb46" providerId="ADAL" clId="{B4160541-181D-41F0-82EF-CBF481B4CC4C}" dt="2026-03-23T11:13:55.910" v="1480" actId="478"/>
        <pc:sldMkLst>
          <pc:docMk/>
          <pc:sldMk cId="3360215173" sldId="962"/>
        </pc:sldMkLst>
        <pc:spChg chg="del">
          <ac:chgData name="Simon Hartley" userId="ec1d4bd2-4db4-4fcf-9e9a-900b72c6bb46" providerId="ADAL" clId="{B4160541-181D-41F0-82EF-CBF481B4CC4C}" dt="2026-03-23T11:08:00.722" v="1422" actId="478"/>
          <ac:spMkLst>
            <pc:docMk/>
            <pc:sldMk cId="3360215173" sldId="962"/>
            <ac:spMk id="3" creationId="{16D8C800-726C-EFD2-5707-336F45FD599F}"/>
          </ac:spMkLst>
        </pc:spChg>
        <pc:spChg chg="add del mod">
          <ac:chgData name="Simon Hartley" userId="ec1d4bd2-4db4-4fcf-9e9a-900b72c6bb46" providerId="ADAL" clId="{B4160541-181D-41F0-82EF-CBF481B4CC4C}" dt="2026-03-23T11:13:55.910" v="1480" actId="478"/>
          <ac:spMkLst>
            <pc:docMk/>
            <pc:sldMk cId="3360215173" sldId="962"/>
            <ac:spMk id="5" creationId="{52639645-D2F3-9843-AC82-D86A8CBAD409}"/>
          </ac:spMkLst>
        </pc:spChg>
        <pc:spChg chg="mod">
          <ac:chgData name="Simon Hartley" userId="ec1d4bd2-4db4-4fcf-9e9a-900b72c6bb46" providerId="ADAL" clId="{B4160541-181D-41F0-82EF-CBF481B4CC4C}" dt="2026-03-23T11:13:55.160" v="1479" actId="20577"/>
          <ac:spMkLst>
            <pc:docMk/>
            <pc:sldMk cId="3360215173" sldId="962"/>
            <ac:spMk id="6" creationId="{E7D7D1BD-1998-BF18-F182-CA8A8A3A42D2}"/>
          </ac:spMkLst>
        </pc:spChg>
        <pc:spChg chg="del">
          <ac:chgData name="Simon Hartley" userId="ec1d4bd2-4db4-4fcf-9e9a-900b72c6bb46" providerId="ADAL" clId="{B4160541-181D-41F0-82EF-CBF481B4CC4C}" dt="2026-03-23T11:08:01.697" v="1423" actId="478"/>
          <ac:spMkLst>
            <pc:docMk/>
            <pc:sldMk cId="3360215173" sldId="962"/>
            <ac:spMk id="8" creationId="{3CDE9DBE-B19C-9F14-8C30-6B431E33A0FF}"/>
          </ac:spMkLst>
        </pc:spChg>
        <pc:spChg chg="del">
          <ac:chgData name="Simon Hartley" userId="ec1d4bd2-4db4-4fcf-9e9a-900b72c6bb46" providerId="ADAL" clId="{B4160541-181D-41F0-82EF-CBF481B4CC4C}" dt="2026-03-23T11:08:02.729" v="1424" actId="478"/>
          <ac:spMkLst>
            <pc:docMk/>
            <pc:sldMk cId="3360215173" sldId="962"/>
            <ac:spMk id="9" creationId="{85E98B73-5B2A-4193-C50F-E86930E23CC7}"/>
          </ac:spMkLst>
        </pc:spChg>
        <pc:spChg chg="del">
          <ac:chgData name="Simon Hartley" userId="ec1d4bd2-4db4-4fcf-9e9a-900b72c6bb46" providerId="ADAL" clId="{B4160541-181D-41F0-82EF-CBF481B4CC4C}" dt="2026-03-23T11:08:04.285" v="1425" actId="478"/>
          <ac:spMkLst>
            <pc:docMk/>
            <pc:sldMk cId="3360215173" sldId="962"/>
            <ac:spMk id="10" creationId="{A54E00C8-1C4A-5F17-F94C-F5C7B342485D}"/>
          </ac:spMkLst>
        </pc:spChg>
        <pc:spChg chg="add del mod">
          <ac:chgData name="Simon Hartley" userId="ec1d4bd2-4db4-4fcf-9e9a-900b72c6bb46" providerId="ADAL" clId="{B4160541-181D-41F0-82EF-CBF481B4CC4C}" dt="2026-03-23T11:13:55.910" v="1480" actId="478"/>
          <ac:spMkLst>
            <pc:docMk/>
            <pc:sldMk cId="3360215173" sldId="962"/>
            <ac:spMk id="12" creationId="{1F60885E-7876-F5A5-AAC8-BDD99FB1FFD4}"/>
          </ac:spMkLst>
        </pc:spChg>
        <pc:spChg chg="del">
          <ac:chgData name="Simon Hartley" userId="ec1d4bd2-4db4-4fcf-9e9a-900b72c6bb46" providerId="ADAL" clId="{B4160541-181D-41F0-82EF-CBF481B4CC4C}" dt="2026-03-23T11:08:06.066" v="1426" actId="478"/>
          <ac:spMkLst>
            <pc:docMk/>
            <pc:sldMk cId="3360215173" sldId="962"/>
            <ac:spMk id="14" creationId="{193FF97D-956B-F787-FEE1-996AE72F0070}"/>
          </ac:spMkLst>
        </pc:spChg>
        <pc:spChg chg="add del mod">
          <ac:chgData name="Simon Hartley" userId="ec1d4bd2-4db4-4fcf-9e9a-900b72c6bb46" providerId="ADAL" clId="{B4160541-181D-41F0-82EF-CBF481B4CC4C}" dt="2026-03-23T11:13:55.910" v="1480" actId="478"/>
          <ac:spMkLst>
            <pc:docMk/>
            <pc:sldMk cId="3360215173" sldId="962"/>
            <ac:spMk id="16" creationId="{54EC00F4-DCCA-77E8-6D95-070FB18995B8}"/>
          </ac:spMkLst>
        </pc:spChg>
        <pc:spChg chg="add del mod">
          <ac:chgData name="Simon Hartley" userId="ec1d4bd2-4db4-4fcf-9e9a-900b72c6bb46" providerId="ADAL" clId="{B4160541-181D-41F0-82EF-CBF481B4CC4C}" dt="2026-03-23T11:13:55.910" v="1480" actId="478"/>
          <ac:spMkLst>
            <pc:docMk/>
            <pc:sldMk cId="3360215173" sldId="962"/>
            <ac:spMk id="18" creationId="{1BD51C03-E429-B4E0-E829-76A6B61A9048}"/>
          </ac:spMkLst>
        </pc:spChg>
        <pc:spChg chg="add mod">
          <ac:chgData name="Simon Hartley" userId="ec1d4bd2-4db4-4fcf-9e9a-900b72c6bb46" providerId="ADAL" clId="{B4160541-181D-41F0-82EF-CBF481B4CC4C}" dt="2026-03-23T11:13:51.549" v="1471"/>
          <ac:spMkLst>
            <pc:docMk/>
            <pc:sldMk cId="3360215173" sldId="962"/>
            <ac:spMk id="19" creationId="{FB695EF1-0C65-EE66-4ABC-8132E7237EF9}"/>
          </ac:spMkLst>
        </pc:spChg>
        <pc:spChg chg="add mod">
          <ac:chgData name="Simon Hartley" userId="ec1d4bd2-4db4-4fcf-9e9a-900b72c6bb46" providerId="ADAL" clId="{B4160541-181D-41F0-82EF-CBF481B4CC4C}" dt="2026-03-23T11:13:51.549" v="1471"/>
          <ac:spMkLst>
            <pc:docMk/>
            <pc:sldMk cId="3360215173" sldId="962"/>
            <ac:spMk id="20" creationId="{2038D454-90F5-1F9E-E381-F7C5F0B0D7C8}"/>
          </ac:spMkLst>
        </pc:spChg>
        <pc:spChg chg="add mod">
          <ac:chgData name="Simon Hartley" userId="ec1d4bd2-4db4-4fcf-9e9a-900b72c6bb46" providerId="ADAL" clId="{B4160541-181D-41F0-82EF-CBF481B4CC4C}" dt="2026-03-23T11:13:51.549" v="1471"/>
          <ac:spMkLst>
            <pc:docMk/>
            <pc:sldMk cId="3360215173" sldId="962"/>
            <ac:spMk id="21" creationId="{163DE467-E0FD-CBDF-987A-1F4B8669494F}"/>
          </ac:spMkLst>
        </pc:spChg>
      </pc:sldChg>
      <pc:sldChg chg="addSp delSp modSp add mod ord">
        <pc:chgData name="Simon Hartley" userId="ec1d4bd2-4db4-4fcf-9e9a-900b72c6bb46" providerId="ADAL" clId="{B4160541-181D-41F0-82EF-CBF481B4CC4C}" dt="2026-03-23T11:14:40.606" v="1491"/>
        <pc:sldMkLst>
          <pc:docMk/>
          <pc:sldMk cId="2217323521" sldId="963"/>
        </pc:sldMkLst>
        <pc:spChg chg="add mod">
          <ac:chgData name="Simon Hartley" userId="ec1d4bd2-4db4-4fcf-9e9a-900b72c6bb46" providerId="ADAL" clId="{B4160541-181D-41F0-82EF-CBF481B4CC4C}" dt="2026-03-23T11:14:38.748" v="1490" actId="21"/>
          <ac:spMkLst>
            <pc:docMk/>
            <pc:sldMk cId="2217323521" sldId="963"/>
            <ac:spMk id="3" creationId="{4D02C438-9E3E-ED25-AFD8-38C161CCDC51}"/>
          </ac:spMkLst>
        </pc:spChg>
        <pc:spChg chg="del">
          <ac:chgData name="Simon Hartley" userId="ec1d4bd2-4db4-4fcf-9e9a-900b72c6bb46" providerId="ADAL" clId="{B4160541-181D-41F0-82EF-CBF481B4CC4C}" dt="2026-03-23T11:14:34.068" v="1489" actId="478"/>
          <ac:spMkLst>
            <pc:docMk/>
            <pc:sldMk cId="2217323521" sldId="963"/>
            <ac:spMk id="4" creationId="{3FD5D26A-2B14-F614-FDB0-6E909A50C451}"/>
          </ac:spMkLst>
        </pc:spChg>
        <pc:spChg chg="del">
          <ac:chgData name="Simon Hartley" userId="ec1d4bd2-4db4-4fcf-9e9a-900b72c6bb46" providerId="ADAL" clId="{B4160541-181D-41F0-82EF-CBF481B4CC4C}" dt="2026-03-23T11:14:08.151" v="1484" actId="478"/>
          <ac:spMkLst>
            <pc:docMk/>
            <pc:sldMk cId="2217323521" sldId="963"/>
            <ac:spMk id="6" creationId="{07DB14B5-0C96-C3F6-5A22-DA5929F3894A}"/>
          </ac:spMkLst>
        </pc:spChg>
        <pc:spChg chg="add mod">
          <ac:chgData name="Simon Hartley" userId="ec1d4bd2-4db4-4fcf-9e9a-900b72c6bb46" providerId="ADAL" clId="{B4160541-181D-41F0-82EF-CBF481B4CC4C}" dt="2026-03-23T11:14:20.994" v="1487" actId="27636"/>
          <ac:spMkLst>
            <pc:docMk/>
            <pc:sldMk cId="2217323521" sldId="963"/>
            <ac:spMk id="8" creationId="{0F17679A-A684-AD4F-BF79-52CDF75D6628}"/>
          </ac:spMkLst>
        </pc:spChg>
        <pc:spChg chg="add mod">
          <ac:chgData name="Simon Hartley" userId="ec1d4bd2-4db4-4fcf-9e9a-900b72c6bb46" providerId="ADAL" clId="{B4160541-181D-41F0-82EF-CBF481B4CC4C}" dt="2026-03-23T11:14:09.766" v="1485"/>
          <ac:spMkLst>
            <pc:docMk/>
            <pc:sldMk cId="2217323521" sldId="963"/>
            <ac:spMk id="9" creationId="{1F585ABC-A6D6-0E75-CB23-27805C599508}"/>
          </ac:spMkLst>
        </pc:spChg>
        <pc:spChg chg="add mod">
          <ac:chgData name="Simon Hartley" userId="ec1d4bd2-4db4-4fcf-9e9a-900b72c6bb46" providerId="ADAL" clId="{B4160541-181D-41F0-82EF-CBF481B4CC4C}" dt="2026-03-23T11:14:09.766" v="1485"/>
          <ac:spMkLst>
            <pc:docMk/>
            <pc:sldMk cId="2217323521" sldId="963"/>
            <ac:spMk id="10" creationId="{F53F5245-BBC1-FCE0-988D-E23AB770F39D}"/>
          </ac:spMkLst>
        </pc:spChg>
        <pc:spChg chg="add mod">
          <ac:chgData name="Simon Hartley" userId="ec1d4bd2-4db4-4fcf-9e9a-900b72c6bb46" providerId="ADAL" clId="{B4160541-181D-41F0-82EF-CBF481B4CC4C}" dt="2026-03-23T11:14:09.766" v="1485"/>
          <ac:spMkLst>
            <pc:docMk/>
            <pc:sldMk cId="2217323521" sldId="963"/>
            <ac:spMk id="14" creationId="{3832969B-3298-EC8F-A009-2AF6DCB21549}"/>
          </ac:spMkLst>
        </pc:spChg>
        <pc:spChg chg="add mod">
          <ac:chgData name="Simon Hartley" userId="ec1d4bd2-4db4-4fcf-9e9a-900b72c6bb46" providerId="ADAL" clId="{B4160541-181D-41F0-82EF-CBF481B4CC4C}" dt="2026-03-23T11:14:40.606" v="1491"/>
          <ac:spMkLst>
            <pc:docMk/>
            <pc:sldMk cId="2217323521" sldId="963"/>
            <ac:spMk id="19" creationId="{EC878FB7-B500-AC7B-46FF-BA4C052714C4}"/>
          </ac:spMkLst>
        </pc:spChg>
        <pc:picChg chg="del">
          <ac:chgData name="Simon Hartley" userId="ec1d4bd2-4db4-4fcf-9e9a-900b72c6bb46" providerId="ADAL" clId="{B4160541-181D-41F0-82EF-CBF481B4CC4C}" dt="2026-03-23T11:14:03.232" v="1481" actId="478"/>
          <ac:picMkLst>
            <pc:docMk/>
            <pc:sldMk cId="2217323521" sldId="963"/>
            <ac:picMk id="5" creationId="{772391A9-53D9-7493-424A-ADC67E4E5390}"/>
          </ac:picMkLst>
        </pc:picChg>
        <pc:picChg chg="del">
          <ac:chgData name="Simon Hartley" userId="ec1d4bd2-4db4-4fcf-9e9a-900b72c6bb46" providerId="ADAL" clId="{B4160541-181D-41F0-82EF-CBF481B4CC4C}" dt="2026-03-23T11:14:04.093" v="1482" actId="478"/>
          <ac:picMkLst>
            <pc:docMk/>
            <pc:sldMk cId="2217323521" sldId="963"/>
            <ac:picMk id="12" creationId="{398F4C59-9B16-1164-9AA6-7E15F46A9772}"/>
          </ac:picMkLst>
        </pc:picChg>
        <pc:picChg chg="del">
          <ac:chgData name="Simon Hartley" userId="ec1d4bd2-4db4-4fcf-9e9a-900b72c6bb46" providerId="ADAL" clId="{B4160541-181D-41F0-82EF-CBF481B4CC4C}" dt="2026-03-23T11:14:04.973" v="1483" actId="478"/>
          <ac:picMkLst>
            <pc:docMk/>
            <pc:sldMk cId="2217323521" sldId="963"/>
            <ac:picMk id="16" creationId="{C91640EC-CAF1-2E74-3B17-7B98608EEA43}"/>
          </ac:picMkLst>
        </pc:picChg>
      </pc:sldChg>
      <pc:sldChg chg="addSp modSp add mod">
        <pc:chgData name="Simon Hartley" userId="ec1d4bd2-4db4-4fcf-9e9a-900b72c6bb46" providerId="ADAL" clId="{B4160541-181D-41F0-82EF-CBF481B4CC4C}" dt="2026-03-23T12:32:06.091" v="2290" actId="1076"/>
        <pc:sldMkLst>
          <pc:docMk/>
          <pc:sldMk cId="675496685" sldId="964"/>
        </pc:sldMkLst>
        <pc:spChg chg="add mod">
          <ac:chgData name="Simon Hartley" userId="ec1d4bd2-4db4-4fcf-9e9a-900b72c6bb46" providerId="ADAL" clId="{B4160541-181D-41F0-82EF-CBF481B4CC4C}" dt="2026-03-23T11:19:10.034" v="1571" actId="1076"/>
          <ac:spMkLst>
            <pc:docMk/>
            <pc:sldMk cId="675496685" sldId="964"/>
            <ac:spMk id="4" creationId="{7C1199AA-B440-D7EE-CE0C-9209E91F4351}"/>
          </ac:spMkLst>
        </pc:spChg>
        <pc:spChg chg="mod">
          <ac:chgData name="Simon Hartley" userId="ec1d4bd2-4db4-4fcf-9e9a-900b72c6bb46" providerId="ADAL" clId="{B4160541-181D-41F0-82EF-CBF481B4CC4C}" dt="2026-03-23T11:18:53.355" v="1567" actId="21"/>
          <ac:spMkLst>
            <pc:docMk/>
            <pc:sldMk cId="675496685" sldId="964"/>
            <ac:spMk id="8" creationId="{7FF6F332-B798-CD3A-9E79-8F1E5731240C}"/>
          </ac:spMkLst>
        </pc:spChg>
        <pc:spChg chg="mod">
          <ac:chgData name="Simon Hartley" userId="ec1d4bd2-4db4-4fcf-9e9a-900b72c6bb46" providerId="ADAL" clId="{B4160541-181D-41F0-82EF-CBF481B4CC4C}" dt="2026-03-23T11:17:35.503" v="1527" actId="1076"/>
          <ac:spMkLst>
            <pc:docMk/>
            <pc:sldMk cId="675496685" sldId="964"/>
            <ac:spMk id="9" creationId="{1644CE43-F3D5-6B77-883D-536AC288B5E1}"/>
          </ac:spMkLst>
        </pc:spChg>
        <pc:spChg chg="mod">
          <ac:chgData name="Simon Hartley" userId="ec1d4bd2-4db4-4fcf-9e9a-900b72c6bb46" providerId="ADAL" clId="{B4160541-181D-41F0-82EF-CBF481B4CC4C}" dt="2026-03-23T12:32:06.091" v="2290" actId="1076"/>
          <ac:spMkLst>
            <pc:docMk/>
            <pc:sldMk cId="675496685" sldId="964"/>
            <ac:spMk id="10" creationId="{C7FDC7EF-8370-716C-8BB9-A3D0FFF246D6}"/>
          </ac:spMkLst>
        </pc:spChg>
        <pc:spChg chg="mod">
          <ac:chgData name="Simon Hartley" userId="ec1d4bd2-4db4-4fcf-9e9a-900b72c6bb46" providerId="ADAL" clId="{B4160541-181D-41F0-82EF-CBF481B4CC4C}" dt="2026-03-23T11:19:01.435" v="1570" actId="1076"/>
          <ac:spMkLst>
            <pc:docMk/>
            <pc:sldMk cId="675496685" sldId="964"/>
            <ac:spMk id="14" creationId="{2C735B40-78EB-AA6A-2836-4FAA39BB7C8F}"/>
          </ac:spMkLst>
        </pc:spChg>
        <pc:picChg chg="add">
          <ac:chgData name="Simon Hartley" userId="ec1d4bd2-4db4-4fcf-9e9a-900b72c6bb46" providerId="ADAL" clId="{B4160541-181D-41F0-82EF-CBF481B4CC4C}" dt="2026-03-23T11:46:37.412" v="1942" actId="22"/>
          <ac:picMkLst>
            <pc:docMk/>
            <pc:sldMk cId="675496685" sldId="964"/>
            <ac:picMk id="6" creationId="{17E1EEF2-EF0C-EABB-E795-353FB02C3DB0}"/>
          </ac:picMkLst>
        </pc:picChg>
        <pc:picChg chg="add">
          <ac:chgData name="Simon Hartley" userId="ec1d4bd2-4db4-4fcf-9e9a-900b72c6bb46" providerId="ADAL" clId="{B4160541-181D-41F0-82EF-CBF481B4CC4C}" dt="2026-03-23T11:46:41.294" v="1943" actId="22"/>
          <ac:picMkLst>
            <pc:docMk/>
            <pc:sldMk cId="675496685" sldId="964"/>
            <ac:picMk id="16" creationId="{01F7FCCD-A8CA-E2DF-83C9-B6D5817F5362}"/>
          </ac:picMkLst>
        </pc:picChg>
      </pc:sldChg>
      <pc:sldChg chg="addSp delSp modSp add mod">
        <pc:chgData name="Simon Hartley" userId="ec1d4bd2-4db4-4fcf-9e9a-900b72c6bb46" providerId="ADAL" clId="{B4160541-181D-41F0-82EF-CBF481B4CC4C}" dt="2026-03-23T11:28:58.558" v="1624" actId="14100"/>
        <pc:sldMkLst>
          <pc:docMk/>
          <pc:sldMk cId="3507636301" sldId="965"/>
        </pc:sldMkLst>
        <pc:spChg chg="mod">
          <ac:chgData name="Simon Hartley" userId="ec1d4bd2-4db4-4fcf-9e9a-900b72c6bb46" providerId="ADAL" clId="{B4160541-181D-41F0-82EF-CBF481B4CC4C}" dt="2026-03-23T11:28:43.268" v="1621" actId="20577"/>
          <ac:spMkLst>
            <pc:docMk/>
            <pc:sldMk cId="3507636301" sldId="965"/>
            <ac:spMk id="3" creationId="{88A97A21-1E76-EB13-9ABC-2AF84BFBB99C}"/>
          </ac:spMkLst>
        </pc:spChg>
        <pc:picChg chg="del">
          <ac:chgData name="Simon Hartley" userId="ec1d4bd2-4db4-4fcf-9e9a-900b72c6bb46" providerId="ADAL" clId="{B4160541-181D-41F0-82EF-CBF481B4CC4C}" dt="2026-03-23T11:20:33.922" v="1573" actId="478"/>
          <ac:picMkLst>
            <pc:docMk/>
            <pc:sldMk cId="3507636301" sldId="965"/>
            <ac:picMk id="6" creationId="{B4739531-D296-B30D-51C1-37F843B89209}"/>
          </ac:picMkLst>
        </pc:picChg>
        <pc:picChg chg="add mod">
          <ac:chgData name="Simon Hartley" userId="ec1d4bd2-4db4-4fcf-9e9a-900b72c6bb46" providerId="ADAL" clId="{B4160541-181D-41F0-82EF-CBF481B4CC4C}" dt="2026-03-23T11:28:47.858" v="1622" actId="1076"/>
          <ac:picMkLst>
            <pc:docMk/>
            <pc:sldMk cId="3507636301" sldId="965"/>
            <ac:picMk id="8" creationId="{8DF7C5E0-DBA3-CE6A-293A-C7ED9981F3AE}"/>
          </ac:picMkLst>
        </pc:picChg>
        <pc:picChg chg="add mod">
          <ac:chgData name="Simon Hartley" userId="ec1d4bd2-4db4-4fcf-9e9a-900b72c6bb46" providerId="ADAL" clId="{B4160541-181D-41F0-82EF-CBF481B4CC4C}" dt="2026-03-23T11:28:58.558" v="1624" actId="14100"/>
          <ac:picMkLst>
            <pc:docMk/>
            <pc:sldMk cId="3507636301" sldId="965"/>
            <ac:picMk id="12" creationId="{727F182B-7909-8258-5295-871250613F40}"/>
          </ac:picMkLst>
        </pc:picChg>
        <pc:cxnChg chg="del">
          <ac:chgData name="Simon Hartley" userId="ec1d4bd2-4db4-4fcf-9e9a-900b72c6bb46" providerId="ADAL" clId="{B4160541-181D-41F0-82EF-CBF481B4CC4C}" dt="2026-03-23T11:20:36.091" v="1574" actId="478"/>
          <ac:cxnSpMkLst>
            <pc:docMk/>
            <pc:sldMk cId="3507636301" sldId="965"/>
            <ac:cxnSpMk id="9" creationId="{2A877530-A0CE-2332-414A-462D4750E3F2}"/>
          </ac:cxnSpMkLst>
        </pc:cxnChg>
      </pc:sldChg>
      <pc:sldChg chg="modSp add del mod">
        <pc:chgData name="Simon Hartley" userId="ec1d4bd2-4db4-4fcf-9e9a-900b72c6bb46" providerId="ADAL" clId="{B4160541-181D-41F0-82EF-CBF481B4CC4C}" dt="2026-03-23T12:45:19.178" v="2488" actId="47"/>
        <pc:sldMkLst>
          <pc:docMk/>
          <pc:sldMk cId="4022078796" sldId="966"/>
        </pc:sldMkLst>
        <pc:spChg chg="mod">
          <ac:chgData name="Simon Hartley" userId="ec1d4bd2-4db4-4fcf-9e9a-900b72c6bb46" providerId="ADAL" clId="{B4160541-181D-41F0-82EF-CBF481B4CC4C}" dt="2026-03-23T11:24:52.084" v="1613" actId="20577"/>
          <ac:spMkLst>
            <pc:docMk/>
            <pc:sldMk cId="4022078796" sldId="966"/>
            <ac:spMk id="3" creationId="{4F1F6931-49C2-66BE-687F-6324ED325A14}"/>
          </ac:spMkLst>
        </pc:spChg>
        <pc:spChg chg="mod">
          <ac:chgData name="Simon Hartley" userId="ec1d4bd2-4db4-4fcf-9e9a-900b72c6bb46" providerId="ADAL" clId="{B4160541-181D-41F0-82EF-CBF481B4CC4C}" dt="2026-03-23T11:24:04.658" v="1592" actId="20577"/>
          <ac:spMkLst>
            <pc:docMk/>
            <pc:sldMk cId="4022078796" sldId="966"/>
            <ac:spMk id="4" creationId="{498924B6-4FBF-0DE0-3054-64693192D4D1}"/>
          </ac:spMkLst>
        </pc:spChg>
      </pc:sldChg>
      <pc:sldChg chg="add del">
        <pc:chgData name="Simon Hartley" userId="ec1d4bd2-4db4-4fcf-9e9a-900b72c6bb46" providerId="ADAL" clId="{B4160541-181D-41F0-82EF-CBF481B4CC4C}" dt="2026-03-23T12:37:16.460" v="2406" actId="47"/>
        <pc:sldMkLst>
          <pc:docMk/>
          <pc:sldMk cId="2007614006" sldId="967"/>
        </pc:sldMkLst>
      </pc:sldChg>
      <pc:sldChg chg="addSp delSp modSp add mod ord">
        <pc:chgData name="Simon Hartley" userId="ec1d4bd2-4db4-4fcf-9e9a-900b72c6bb46" providerId="ADAL" clId="{B4160541-181D-41F0-82EF-CBF481B4CC4C}" dt="2026-03-23T13:06:12.331" v="2712" actId="1076"/>
        <pc:sldMkLst>
          <pc:docMk/>
          <pc:sldMk cId="211182605" sldId="968"/>
        </pc:sldMkLst>
        <pc:spChg chg="mod">
          <ac:chgData name="Simon Hartley" userId="ec1d4bd2-4db4-4fcf-9e9a-900b72c6bb46" providerId="ADAL" clId="{B4160541-181D-41F0-82EF-CBF481B4CC4C}" dt="2026-03-23T13:06:07.167" v="2711" actId="1076"/>
          <ac:spMkLst>
            <pc:docMk/>
            <pc:sldMk cId="211182605" sldId="968"/>
            <ac:spMk id="2" creationId="{90FDDFFC-02A0-9150-B4AD-C1FF9EEFDA97}"/>
          </ac:spMkLst>
        </pc:spChg>
        <pc:spChg chg="mod">
          <ac:chgData name="Simon Hartley" userId="ec1d4bd2-4db4-4fcf-9e9a-900b72c6bb46" providerId="ADAL" clId="{B4160541-181D-41F0-82EF-CBF481B4CC4C}" dt="2026-03-23T11:33:08.880" v="1900" actId="20577"/>
          <ac:spMkLst>
            <pc:docMk/>
            <pc:sldMk cId="211182605" sldId="968"/>
            <ac:spMk id="44" creationId="{6A9FEBC6-3DE3-A1B0-58BC-A77C7A9E723A}"/>
          </ac:spMkLst>
        </pc:spChg>
        <pc:picChg chg="del">
          <ac:chgData name="Simon Hartley" userId="ec1d4bd2-4db4-4fcf-9e9a-900b72c6bb46" providerId="ADAL" clId="{B4160541-181D-41F0-82EF-CBF481B4CC4C}" dt="2026-03-23T11:32:06.033" v="1844" actId="478"/>
          <ac:picMkLst>
            <pc:docMk/>
            <pc:sldMk cId="211182605" sldId="968"/>
            <ac:picMk id="3" creationId="{16C1B775-59E6-9D62-69A7-7A8B2B00DFA0}"/>
          </ac:picMkLst>
        </pc:picChg>
        <pc:picChg chg="add mod">
          <ac:chgData name="Simon Hartley" userId="ec1d4bd2-4db4-4fcf-9e9a-900b72c6bb46" providerId="ADAL" clId="{B4160541-181D-41F0-82EF-CBF481B4CC4C}" dt="2026-03-23T13:06:12.331" v="2712" actId="1076"/>
          <ac:picMkLst>
            <pc:docMk/>
            <pc:sldMk cId="211182605" sldId="968"/>
            <ac:picMk id="9" creationId="{2EEF129D-CF76-1384-AED2-9085BE48F07A}"/>
          </ac:picMkLst>
        </pc:picChg>
      </pc:sldChg>
      <pc:sldChg chg="addSp delSp add del setBg delDesignElem">
        <pc:chgData name="Simon Hartley" userId="ec1d4bd2-4db4-4fcf-9e9a-900b72c6bb46" providerId="ADAL" clId="{B4160541-181D-41F0-82EF-CBF481B4CC4C}" dt="2026-03-23T11:29:42.200" v="1634"/>
        <pc:sldMkLst>
          <pc:docMk/>
          <pc:sldMk cId="2311378974" sldId="968"/>
        </pc:sldMkLst>
        <pc:spChg chg="add del">
          <ac:chgData name="Simon Hartley" userId="ec1d4bd2-4db4-4fcf-9e9a-900b72c6bb46" providerId="ADAL" clId="{B4160541-181D-41F0-82EF-CBF481B4CC4C}" dt="2026-03-23T11:29:42.200" v="1634"/>
          <ac:spMkLst>
            <pc:docMk/>
            <pc:sldMk cId="2311378974" sldId="968"/>
            <ac:spMk id="15" creationId="{783612AA-8CE4-27F4-04BF-F599D6EA93AC}"/>
          </ac:spMkLst>
        </pc:spChg>
        <pc:spChg chg="add del">
          <ac:chgData name="Simon Hartley" userId="ec1d4bd2-4db4-4fcf-9e9a-900b72c6bb46" providerId="ADAL" clId="{B4160541-181D-41F0-82EF-CBF481B4CC4C}" dt="2026-03-23T11:29:42.200" v="1634"/>
          <ac:spMkLst>
            <pc:docMk/>
            <pc:sldMk cId="2311378974" sldId="968"/>
            <ac:spMk id="21" creationId="{00F4367F-F6A4-84A9-4764-30C4F39DE074}"/>
          </ac:spMkLst>
        </pc:spChg>
        <pc:spChg chg="add del">
          <ac:chgData name="Simon Hartley" userId="ec1d4bd2-4db4-4fcf-9e9a-900b72c6bb46" providerId="ADAL" clId="{B4160541-181D-41F0-82EF-CBF481B4CC4C}" dt="2026-03-23T11:29:42.200" v="1634"/>
          <ac:spMkLst>
            <pc:docMk/>
            <pc:sldMk cId="2311378974" sldId="968"/>
            <ac:spMk id="23" creationId="{54897325-A07F-EA92-81F4-C14BAED6AD1B}"/>
          </ac:spMkLst>
        </pc:spChg>
        <pc:spChg chg="add del">
          <ac:chgData name="Simon Hartley" userId="ec1d4bd2-4db4-4fcf-9e9a-900b72c6bb46" providerId="ADAL" clId="{B4160541-181D-41F0-82EF-CBF481B4CC4C}" dt="2026-03-23T11:29:42.200" v="1634"/>
          <ac:spMkLst>
            <pc:docMk/>
            <pc:sldMk cId="2311378974" sldId="968"/>
            <ac:spMk id="25" creationId="{56507A20-7432-98FA-72CA-541FE84388A8}"/>
          </ac:spMkLst>
        </pc:spChg>
        <pc:spChg chg="add del">
          <ac:chgData name="Simon Hartley" userId="ec1d4bd2-4db4-4fcf-9e9a-900b72c6bb46" providerId="ADAL" clId="{B4160541-181D-41F0-82EF-CBF481B4CC4C}" dt="2026-03-23T11:29:42.200" v="1634"/>
          <ac:spMkLst>
            <pc:docMk/>
            <pc:sldMk cId="2311378974" sldId="968"/>
            <ac:spMk id="27" creationId="{0475F502-5D29-D537-C735-9861F63E0939}"/>
          </ac:spMkLst>
        </pc:spChg>
        <pc:spChg chg="add del">
          <ac:chgData name="Simon Hartley" userId="ec1d4bd2-4db4-4fcf-9e9a-900b72c6bb46" providerId="ADAL" clId="{B4160541-181D-41F0-82EF-CBF481B4CC4C}" dt="2026-03-23T11:29:42.200" v="1634"/>
          <ac:spMkLst>
            <pc:docMk/>
            <pc:sldMk cId="2311378974" sldId="968"/>
            <ac:spMk id="29" creationId="{A106CEE0-C295-7DE5-6413-48C9280A0FA5}"/>
          </ac:spMkLst>
        </pc:spChg>
        <pc:picChg chg="add del">
          <ac:chgData name="Simon Hartley" userId="ec1d4bd2-4db4-4fcf-9e9a-900b72c6bb46" providerId="ADAL" clId="{B4160541-181D-41F0-82EF-CBF481B4CC4C}" dt="2026-03-23T11:29:42.200" v="1634"/>
          <ac:picMkLst>
            <pc:docMk/>
            <pc:sldMk cId="2311378974" sldId="968"/>
            <ac:picMk id="11" creationId="{A08E9271-8A44-352E-2D21-99651F928932}"/>
          </ac:picMkLst>
        </pc:picChg>
        <pc:picChg chg="add del">
          <ac:chgData name="Simon Hartley" userId="ec1d4bd2-4db4-4fcf-9e9a-900b72c6bb46" providerId="ADAL" clId="{B4160541-181D-41F0-82EF-CBF481B4CC4C}" dt="2026-03-23T11:29:42.200" v="1634"/>
          <ac:picMkLst>
            <pc:docMk/>
            <pc:sldMk cId="2311378974" sldId="968"/>
            <ac:picMk id="13" creationId="{B4AEC902-B5CB-32B2-171D-FF67620542F9}"/>
          </ac:picMkLst>
        </pc:picChg>
        <pc:picChg chg="add del">
          <ac:chgData name="Simon Hartley" userId="ec1d4bd2-4db4-4fcf-9e9a-900b72c6bb46" providerId="ADAL" clId="{B4160541-181D-41F0-82EF-CBF481B4CC4C}" dt="2026-03-23T11:29:42.200" v="1634"/>
          <ac:picMkLst>
            <pc:docMk/>
            <pc:sldMk cId="2311378974" sldId="968"/>
            <ac:picMk id="17" creationId="{5B15EC48-E252-9947-4642-8B100565A42D}"/>
          </ac:picMkLst>
        </pc:picChg>
        <pc:picChg chg="add del">
          <ac:chgData name="Simon Hartley" userId="ec1d4bd2-4db4-4fcf-9e9a-900b72c6bb46" providerId="ADAL" clId="{B4160541-181D-41F0-82EF-CBF481B4CC4C}" dt="2026-03-23T11:29:42.200" v="1634"/>
          <ac:picMkLst>
            <pc:docMk/>
            <pc:sldMk cId="2311378974" sldId="968"/>
            <ac:picMk id="19" creationId="{46CE9D4E-B3FE-EB26-3362-AF8D1AD48655}"/>
          </ac:picMkLst>
        </pc:picChg>
      </pc:sldChg>
      <pc:sldChg chg="addSp delSp add del setBg delDesignElem">
        <pc:chgData name="Simon Hartley" userId="ec1d4bd2-4db4-4fcf-9e9a-900b72c6bb46" providerId="ADAL" clId="{B4160541-181D-41F0-82EF-CBF481B4CC4C}" dt="2026-03-23T11:30:46.818" v="1644"/>
        <pc:sldMkLst>
          <pc:docMk/>
          <pc:sldMk cId="3247676848" sldId="968"/>
        </pc:sldMkLst>
        <pc:spChg chg="add del">
          <ac:chgData name="Simon Hartley" userId="ec1d4bd2-4db4-4fcf-9e9a-900b72c6bb46" providerId="ADAL" clId="{B4160541-181D-41F0-82EF-CBF481B4CC4C}" dt="2026-03-23T11:30:46.818" v="1644"/>
          <ac:spMkLst>
            <pc:docMk/>
            <pc:sldMk cId="3247676848" sldId="968"/>
            <ac:spMk id="15" creationId="{73D3DCE3-2B07-18D6-1FEF-C0A57EA73AE7}"/>
          </ac:spMkLst>
        </pc:spChg>
        <pc:spChg chg="add del">
          <ac:chgData name="Simon Hartley" userId="ec1d4bd2-4db4-4fcf-9e9a-900b72c6bb46" providerId="ADAL" clId="{B4160541-181D-41F0-82EF-CBF481B4CC4C}" dt="2026-03-23T11:30:46.818" v="1644"/>
          <ac:spMkLst>
            <pc:docMk/>
            <pc:sldMk cId="3247676848" sldId="968"/>
            <ac:spMk id="21" creationId="{4E2A489E-2239-F085-0F11-FFF00E86CF6E}"/>
          </ac:spMkLst>
        </pc:spChg>
        <pc:spChg chg="add del">
          <ac:chgData name="Simon Hartley" userId="ec1d4bd2-4db4-4fcf-9e9a-900b72c6bb46" providerId="ADAL" clId="{B4160541-181D-41F0-82EF-CBF481B4CC4C}" dt="2026-03-23T11:30:46.818" v="1644"/>
          <ac:spMkLst>
            <pc:docMk/>
            <pc:sldMk cId="3247676848" sldId="968"/>
            <ac:spMk id="23" creationId="{D4997C04-7798-02AF-1566-6860E53E3AEF}"/>
          </ac:spMkLst>
        </pc:spChg>
        <pc:spChg chg="add del">
          <ac:chgData name="Simon Hartley" userId="ec1d4bd2-4db4-4fcf-9e9a-900b72c6bb46" providerId="ADAL" clId="{B4160541-181D-41F0-82EF-CBF481B4CC4C}" dt="2026-03-23T11:30:46.818" v="1644"/>
          <ac:spMkLst>
            <pc:docMk/>
            <pc:sldMk cId="3247676848" sldId="968"/>
            <ac:spMk id="25" creationId="{C4EC65E2-7682-3151-79A4-1AA4A6060F58}"/>
          </ac:spMkLst>
        </pc:spChg>
        <pc:spChg chg="add del">
          <ac:chgData name="Simon Hartley" userId="ec1d4bd2-4db4-4fcf-9e9a-900b72c6bb46" providerId="ADAL" clId="{B4160541-181D-41F0-82EF-CBF481B4CC4C}" dt="2026-03-23T11:30:46.818" v="1644"/>
          <ac:spMkLst>
            <pc:docMk/>
            <pc:sldMk cId="3247676848" sldId="968"/>
            <ac:spMk id="27" creationId="{FFB28944-3DDE-62D4-1A7A-5A5DD9912FD5}"/>
          </ac:spMkLst>
        </pc:spChg>
        <pc:spChg chg="add del">
          <ac:chgData name="Simon Hartley" userId="ec1d4bd2-4db4-4fcf-9e9a-900b72c6bb46" providerId="ADAL" clId="{B4160541-181D-41F0-82EF-CBF481B4CC4C}" dt="2026-03-23T11:30:46.818" v="1644"/>
          <ac:spMkLst>
            <pc:docMk/>
            <pc:sldMk cId="3247676848" sldId="968"/>
            <ac:spMk id="29" creationId="{187E9DF0-096E-4C5B-E3DD-32B73EBF3189}"/>
          </ac:spMkLst>
        </pc:spChg>
        <pc:picChg chg="add del">
          <ac:chgData name="Simon Hartley" userId="ec1d4bd2-4db4-4fcf-9e9a-900b72c6bb46" providerId="ADAL" clId="{B4160541-181D-41F0-82EF-CBF481B4CC4C}" dt="2026-03-23T11:30:46.818" v="1644"/>
          <ac:picMkLst>
            <pc:docMk/>
            <pc:sldMk cId="3247676848" sldId="968"/>
            <ac:picMk id="11" creationId="{FB87EC35-19DF-616A-FA14-77188B298F9A}"/>
          </ac:picMkLst>
        </pc:picChg>
        <pc:picChg chg="add del">
          <ac:chgData name="Simon Hartley" userId="ec1d4bd2-4db4-4fcf-9e9a-900b72c6bb46" providerId="ADAL" clId="{B4160541-181D-41F0-82EF-CBF481B4CC4C}" dt="2026-03-23T11:30:46.818" v="1644"/>
          <ac:picMkLst>
            <pc:docMk/>
            <pc:sldMk cId="3247676848" sldId="968"/>
            <ac:picMk id="13" creationId="{D655665C-8DCE-8A44-B913-259A17DD3E28}"/>
          </ac:picMkLst>
        </pc:picChg>
        <pc:picChg chg="add del">
          <ac:chgData name="Simon Hartley" userId="ec1d4bd2-4db4-4fcf-9e9a-900b72c6bb46" providerId="ADAL" clId="{B4160541-181D-41F0-82EF-CBF481B4CC4C}" dt="2026-03-23T11:30:46.818" v="1644"/>
          <ac:picMkLst>
            <pc:docMk/>
            <pc:sldMk cId="3247676848" sldId="968"/>
            <ac:picMk id="17" creationId="{AB4D5D54-CF81-766B-C273-0069F0D09457}"/>
          </ac:picMkLst>
        </pc:picChg>
        <pc:picChg chg="add del">
          <ac:chgData name="Simon Hartley" userId="ec1d4bd2-4db4-4fcf-9e9a-900b72c6bb46" providerId="ADAL" clId="{B4160541-181D-41F0-82EF-CBF481B4CC4C}" dt="2026-03-23T11:30:46.818" v="1644"/>
          <ac:picMkLst>
            <pc:docMk/>
            <pc:sldMk cId="3247676848" sldId="968"/>
            <ac:picMk id="19" creationId="{8EC59DC0-BD79-D515-BBBA-4D5E6D5CEB60}"/>
          </ac:picMkLst>
        </pc:picChg>
      </pc:sldChg>
      <pc:sldChg chg="addSp modSp add mod ord">
        <pc:chgData name="Simon Hartley" userId="ec1d4bd2-4db4-4fcf-9e9a-900b72c6bb46" providerId="ADAL" clId="{B4160541-181D-41F0-82EF-CBF481B4CC4C}" dt="2026-03-23T12:36:42.813" v="2404" actId="20577"/>
        <pc:sldMkLst>
          <pc:docMk/>
          <pc:sldMk cId="1655290569" sldId="969"/>
        </pc:sldMkLst>
        <pc:spChg chg="mod">
          <ac:chgData name="Simon Hartley" userId="ec1d4bd2-4db4-4fcf-9e9a-900b72c6bb46" providerId="ADAL" clId="{B4160541-181D-41F0-82EF-CBF481B4CC4C}" dt="2026-03-23T12:36:42.813" v="2404" actId="20577"/>
          <ac:spMkLst>
            <pc:docMk/>
            <pc:sldMk cId="1655290569" sldId="969"/>
            <ac:spMk id="2" creationId="{12F375F3-1440-40AF-0F70-9CC8F7F6811A}"/>
          </ac:spMkLst>
        </pc:spChg>
        <pc:spChg chg="add mod">
          <ac:chgData name="Simon Hartley" userId="ec1d4bd2-4db4-4fcf-9e9a-900b72c6bb46" providerId="ADAL" clId="{B4160541-181D-41F0-82EF-CBF481B4CC4C}" dt="2026-03-23T12:35:31.198" v="2363" actId="1076"/>
          <ac:spMkLst>
            <pc:docMk/>
            <pc:sldMk cId="1655290569" sldId="969"/>
            <ac:spMk id="5" creationId="{55CD297B-5CC8-0E66-1003-2FFFA8838ABC}"/>
          </ac:spMkLst>
        </pc:spChg>
        <pc:spChg chg="mod">
          <ac:chgData name="Simon Hartley" userId="ec1d4bd2-4db4-4fcf-9e9a-900b72c6bb46" providerId="ADAL" clId="{B4160541-181D-41F0-82EF-CBF481B4CC4C}" dt="2026-03-23T11:33:24.250" v="1905" actId="20577"/>
          <ac:spMkLst>
            <pc:docMk/>
            <pc:sldMk cId="1655290569" sldId="969"/>
            <ac:spMk id="44" creationId="{A176B343-58A2-38DB-A19A-55DD1FA7A7EB}"/>
          </ac:spMkLst>
        </pc:spChg>
        <pc:picChg chg="add mod">
          <ac:chgData name="Simon Hartley" userId="ec1d4bd2-4db4-4fcf-9e9a-900b72c6bb46" providerId="ADAL" clId="{B4160541-181D-41F0-82EF-CBF481B4CC4C}" dt="2026-03-23T12:35:25.387" v="2362" actId="1076"/>
          <ac:picMkLst>
            <pc:docMk/>
            <pc:sldMk cId="1655290569" sldId="969"/>
            <ac:picMk id="4" creationId="{08CFB18B-FE63-C3CF-A21E-819461DCDAC9}"/>
          </ac:picMkLst>
        </pc:picChg>
      </pc:sldChg>
      <pc:sldChg chg="modSp add del mod ord">
        <pc:chgData name="Simon Hartley" userId="ec1d4bd2-4db4-4fcf-9e9a-900b72c6bb46" providerId="ADAL" clId="{B4160541-181D-41F0-82EF-CBF481B4CC4C}" dt="2026-03-23T12:57:51.773" v="2702" actId="47"/>
        <pc:sldMkLst>
          <pc:docMk/>
          <pc:sldMk cId="2017169373" sldId="970"/>
        </pc:sldMkLst>
        <pc:spChg chg="mod">
          <ac:chgData name="Simon Hartley" userId="ec1d4bd2-4db4-4fcf-9e9a-900b72c6bb46" providerId="ADAL" clId="{B4160541-181D-41F0-82EF-CBF481B4CC4C}" dt="2026-03-23T11:34:35.496" v="1941" actId="20577"/>
          <ac:spMkLst>
            <pc:docMk/>
            <pc:sldMk cId="2017169373" sldId="970"/>
            <ac:spMk id="4" creationId="{83F9AEF4-5E5C-504F-F06F-7AC681704AFE}"/>
          </ac:spMkLst>
        </pc:spChg>
      </pc:sldChg>
      <pc:sldChg chg="addSp modSp add mod ord">
        <pc:chgData name="Simon Hartley" userId="ec1d4bd2-4db4-4fcf-9e9a-900b72c6bb46" providerId="ADAL" clId="{B4160541-181D-41F0-82EF-CBF481B4CC4C}" dt="2026-03-23T11:48:28.291" v="1956" actId="1076"/>
        <pc:sldMkLst>
          <pc:docMk/>
          <pc:sldMk cId="3207743364" sldId="971"/>
        </pc:sldMkLst>
        <pc:spChg chg="mod">
          <ac:chgData name="Simon Hartley" userId="ec1d4bd2-4db4-4fcf-9e9a-900b72c6bb46" providerId="ADAL" clId="{B4160541-181D-41F0-82EF-CBF481B4CC4C}" dt="2026-03-23T11:47:59.300" v="1950"/>
          <ac:spMkLst>
            <pc:docMk/>
            <pc:sldMk cId="3207743364" sldId="971"/>
            <ac:spMk id="4" creationId="{0FD0E670-DEC3-4CD0-99EC-4151ED9014D7}"/>
          </ac:spMkLst>
        </pc:spChg>
        <pc:spChg chg="mod">
          <ac:chgData name="Simon Hartley" userId="ec1d4bd2-4db4-4fcf-9e9a-900b72c6bb46" providerId="ADAL" clId="{B4160541-181D-41F0-82EF-CBF481B4CC4C}" dt="2026-03-23T11:48:13.617" v="1953"/>
          <ac:spMkLst>
            <pc:docMk/>
            <pc:sldMk cId="3207743364" sldId="971"/>
            <ac:spMk id="6" creationId="{6818FD0F-8504-D602-09EA-649A4AFBA58B}"/>
          </ac:spMkLst>
        </pc:spChg>
        <pc:spChg chg="add mod">
          <ac:chgData name="Simon Hartley" userId="ec1d4bd2-4db4-4fcf-9e9a-900b72c6bb46" providerId="ADAL" clId="{B4160541-181D-41F0-82EF-CBF481B4CC4C}" dt="2026-03-23T11:48:28.291" v="1956" actId="1076"/>
          <ac:spMkLst>
            <pc:docMk/>
            <pc:sldMk cId="3207743364" sldId="971"/>
            <ac:spMk id="10" creationId="{30BBFE87-3BB5-077A-9EEB-3306A974A89D}"/>
          </ac:spMkLst>
        </pc:spChg>
      </pc:sldChg>
      <pc:sldChg chg="addSp modSp add mod">
        <pc:chgData name="Simon Hartley" userId="ec1d4bd2-4db4-4fcf-9e9a-900b72c6bb46" providerId="ADAL" clId="{B4160541-181D-41F0-82EF-CBF481B4CC4C}" dt="2026-03-23T13:15:25.621" v="2881" actId="14100"/>
        <pc:sldMkLst>
          <pc:docMk/>
          <pc:sldMk cId="1758735169" sldId="972"/>
        </pc:sldMkLst>
        <pc:spChg chg="mod">
          <ac:chgData name="Simon Hartley" userId="ec1d4bd2-4db4-4fcf-9e9a-900b72c6bb46" providerId="ADAL" clId="{B4160541-181D-41F0-82EF-CBF481B4CC4C}" dt="2026-03-23T12:29:23.295" v="2192" actId="20577"/>
          <ac:spMkLst>
            <pc:docMk/>
            <pc:sldMk cId="1758735169" sldId="972"/>
            <ac:spMk id="4" creationId="{C68268C4-8B14-D251-BD35-EBB6F3BF3D03}"/>
          </ac:spMkLst>
        </pc:spChg>
        <pc:spChg chg="mod">
          <ac:chgData name="Simon Hartley" userId="ec1d4bd2-4db4-4fcf-9e9a-900b72c6bb46" providerId="ADAL" clId="{B4160541-181D-41F0-82EF-CBF481B4CC4C}" dt="2026-03-23T13:14:27.488" v="2871" actId="207"/>
          <ac:spMkLst>
            <pc:docMk/>
            <pc:sldMk cId="1758735169" sldId="972"/>
            <ac:spMk id="6" creationId="{B7E47081-C1AA-DAF8-0BEA-D916FA652B6C}"/>
          </ac:spMkLst>
        </pc:spChg>
        <pc:picChg chg="add mod">
          <ac:chgData name="Simon Hartley" userId="ec1d4bd2-4db4-4fcf-9e9a-900b72c6bb46" providerId="ADAL" clId="{B4160541-181D-41F0-82EF-CBF481B4CC4C}" dt="2026-03-23T13:15:19.822" v="2879" actId="1076"/>
          <ac:picMkLst>
            <pc:docMk/>
            <pc:sldMk cId="1758735169" sldId="972"/>
            <ac:picMk id="5" creationId="{A513D14B-AFC7-11E5-880E-8A9E5AE99469}"/>
          </ac:picMkLst>
        </pc:picChg>
        <pc:picChg chg="add mod">
          <ac:chgData name="Simon Hartley" userId="ec1d4bd2-4db4-4fcf-9e9a-900b72c6bb46" providerId="ADAL" clId="{B4160541-181D-41F0-82EF-CBF481B4CC4C}" dt="2026-03-23T13:15:25.621" v="2881" actId="14100"/>
          <ac:picMkLst>
            <pc:docMk/>
            <pc:sldMk cId="1758735169" sldId="972"/>
            <ac:picMk id="9" creationId="{E70E73FB-8345-CB20-306D-3CA71FA1EC70}"/>
          </ac:picMkLst>
        </pc:picChg>
      </pc:sldChg>
      <pc:sldChg chg="addSp modSp add mod">
        <pc:chgData name="Simon Hartley" userId="ec1d4bd2-4db4-4fcf-9e9a-900b72c6bb46" providerId="ADAL" clId="{B4160541-181D-41F0-82EF-CBF481B4CC4C}" dt="2026-03-23T11:49:01.650" v="1960"/>
        <pc:sldMkLst>
          <pc:docMk/>
          <pc:sldMk cId="2018183098" sldId="973"/>
        </pc:sldMkLst>
        <pc:spChg chg="mod">
          <ac:chgData name="Simon Hartley" userId="ec1d4bd2-4db4-4fcf-9e9a-900b72c6bb46" providerId="ADAL" clId="{B4160541-181D-41F0-82EF-CBF481B4CC4C}" dt="2026-03-23T11:48:52.396" v="1958" actId="6549"/>
          <ac:spMkLst>
            <pc:docMk/>
            <pc:sldMk cId="2018183098" sldId="973"/>
            <ac:spMk id="6" creationId="{FBB6C836-1B93-E037-8791-F4EF765279A2}"/>
          </ac:spMkLst>
        </pc:spChg>
        <pc:spChg chg="add mod">
          <ac:chgData name="Simon Hartley" userId="ec1d4bd2-4db4-4fcf-9e9a-900b72c6bb46" providerId="ADAL" clId="{B4160541-181D-41F0-82EF-CBF481B4CC4C}" dt="2026-03-23T11:49:01.650" v="1960"/>
          <ac:spMkLst>
            <pc:docMk/>
            <pc:sldMk cId="2018183098" sldId="973"/>
            <ac:spMk id="10" creationId="{30BBFE87-3BB5-077A-9EEB-3306A974A89D}"/>
          </ac:spMkLst>
        </pc:spChg>
      </pc:sldChg>
      <pc:sldChg chg="addSp delSp modSp add mod">
        <pc:chgData name="Simon Hartley" userId="ec1d4bd2-4db4-4fcf-9e9a-900b72c6bb46" providerId="ADAL" clId="{B4160541-181D-41F0-82EF-CBF481B4CC4C}" dt="2026-03-23T11:49:50.065" v="1971" actId="1076"/>
        <pc:sldMkLst>
          <pc:docMk/>
          <pc:sldMk cId="4002151412" sldId="974"/>
        </pc:sldMkLst>
        <pc:spChg chg="add mod">
          <ac:chgData name="Simon Hartley" userId="ec1d4bd2-4db4-4fcf-9e9a-900b72c6bb46" providerId="ADAL" clId="{B4160541-181D-41F0-82EF-CBF481B4CC4C}" dt="2026-03-23T11:49:50.065" v="1971" actId="1076"/>
          <ac:spMkLst>
            <pc:docMk/>
            <pc:sldMk cId="4002151412" sldId="974"/>
            <ac:spMk id="3" creationId="{C9C3BE72-FD9A-EC08-362A-ED54CB4CB3C0}"/>
          </ac:spMkLst>
        </pc:spChg>
        <pc:spChg chg="mod">
          <ac:chgData name="Simon Hartley" userId="ec1d4bd2-4db4-4fcf-9e9a-900b72c6bb46" providerId="ADAL" clId="{B4160541-181D-41F0-82EF-CBF481B4CC4C}" dt="2026-03-23T11:49:35.761" v="1968"/>
          <ac:spMkLst>
            <pc:docMk/>
            <pc:sldMk cId="4002151412" sldId="974"/>
            <ac:spMk id="6" creationId="{EA043DFB-F142-4857-22D8-18C0A0110C99}"/>
          </ac:spMkLst>
        </pc:spChg>
        <pc:spChg chg="del">
          <ac:chgData name="Simon Hartley" userId="ec1d4bd2-4db4-4fcf-9e9a-900b72c6bb46" providerId="ADAL" clId="{B4160541-181D-41F0-82EF-CBF481B4CC4C}" dt="2026-03-23T11:49:32.797" v="1967" actId="478"/>
          <ac:spMkLst>
            <pc:docMk/>
            <pc:sldMk cId="4002151412" sldId="974"/>
            <ac:spMk id="10" creationId="{6F54281E-AD98-9305-48EE-F12617335D8A}"/>
          </ac:spMkLst>
        </pc:spChg>
      </pc:sldChg>
      <pc:sldChg chg="addSp delSp modSp add mod">
        <pc:chgData name="Simon Hartley" userId="ec1d4bd2-4db4-4fcf-9e9a-900b72c6bb46" providerId="ADAL" clId="{B4160541-181D-41F0-82EF-CBF481B4CC4C}" dt="2026-03-23T11:50:51.096" v="1982" actId="1076"/>
        <pc:sldMkLst>
          <pc:docMk/>
          <pc:sldMk cId="3018438990" sldId="975"/>
        </pc:sldMkLst>
        <pc:spChg chg="del">
          <ac:chgData name="Simon Hartley" userId="ec1d4bd2-4db4-4fcf-9e9a-900b72c6bb46" providerId="ADAL" clId="{B4160541-181D-41F0-82EF-CBF481B4CC4C}" dt="2026-03-23T11:50:12.597" v="1974" actId="478"/>
          <ac:spMkLst>
            <pc:docMk/>
            <pc:sldMk cId="3018438990" sldId="975"/>
            <ac:spMk id="3" creationId="{E57C56D3-20EB-546D-50CF-7A40ECEA282B}"/>
          </ac:spMkLst>
        </pc:spChg>
        <pc:spChg chg="add mod">
          <ac:chgData name="Simon Hartley" userId="ec1d4bd2-4db4-4fcf-9e9a-900b72c6bb46" providerId="ADAL" clId="{B4160541-181D-41F0-82EF-CBF481B4CC4C}" dt="2026-03-23T11:50:51.096" v="1982" actId="1076"/>
          <ac:spMkLst>
            <pc:docMk/>
            <pc:sldMk cId="3018438990" sldId="975"/>
            <ac:spMk id="5" creationId="{C9C3BE72-FD9A-EC08-362A-ED54CB4CB3C0}"/>
          </ac:spMkLst>
        </pc:spChg>
        <pc:spChg chg="mod">
          <ac:chgData name="Simon Hartley" userId="ec1d4bd2-4db4-4fcf-9e9a-900b72c6bb46" providerId="ADAL" clId="{B4160541-181D-41F0-82EF-CBF481B4CC4C}" dt="2026-03-23T11:50:44.799" v="1981"/>
          <ac:spMkLst>
            <pc:docMk/>
            <pc:sldMk cId="3018438990" sldId="975"/>
            <ac:spMk id="6" creationId="{2FD71753-2683-7FAE-DEE2-6B589786977C}"/>
          </ac:spMkLst>
        </pc:spChg>
      </pc:sldChg>
      <pc:sldChg chg="modSp add mod">
        <pc:chgData name="Simon Hartley" userId="ec1d4bd2-4db4-4fcf-9e9a-900b72c6bb46" providerId="ADAL" clId="{B4160541-181D-41F0-82EF-CBF481B4CC4C}" dt="2026-03-23T11:54:07.223" v="2070" actId="1076"/>
        <pc:sldMkLst>
          <pc:docMk/>
          <pc:sldMk cId="2562372110" sldId="976"/>
        </pc:sldMkLst>
        <pc:spChg chg="mod">
          <ac:chgData name="Simon Hartley" userId="ec1d4bd2-4db4-4fcf-9e9a-900b72c6bb46" providerId="ADAL" clId="{B4160541-181D-41F0-82EF-CBF481B4CC4C}" dt="2026-03-23T11:54:07.223" v="2070" actId="1076"/>
          <ac:spMkLst>
            <pc:docMk/>
            <pc:sldMk cId="2562372110" sldId="976"/>
            <ac:spMk id="3" creationId="{C5979DFD-DD79-8926-CBA1-FADA996B4AD4}"/>
          </ac:spMkLst>
        </pc:spChg>
        <pc:spChg chg="mod">
          <ac:chgData name="Simon Hartley" userId="ec1d4bd2-4db4-4fcf-9e9a-900b72c6bb46" providerId="ADAL" clId="{B4160541-181D-41F0-82EF-CBF481B4CC4C}" dt="2026-03-23T11:51:36.729" v="2008" actId="20577"/>
          <ac:spMkLst>
            <pc:docMk/>
            <pc:sldMk cId="2562372110" sldId="976"/>
            <ac:spMk id="4" creationId="{6876767E-EE7F-2C71-6E06-766E114ADD54}"/>
          </ac:spMkLst>
        </pc:spChg>
        <pc:spChg chg="mod">
          <ac:chgData name="Simon Hartley" userId="ec1d4bd2-4db4-4fcf-9e9a-900b72c6bb46" providerId="ADAL" clId="{B4160541-181D-41F0-82EF-CBF481B4CC4C}" dt="2026-03-23T11:51:42.492" v="2009" actId="20577"/>
          <ac:spMkLst>
            <pc:docMk/>
            <pc:sldMk cId="2562372110" sldId="976"/>
            <ac:spMk id="6" creationId="{596DC3FB-1B04-63B8-F359-116A675F0931}"/>
          </ac:spMkLst>
        </pc:spChg>
      </pc:sldChg>
      <pc:sldChg chg="delSp add del setBg delDesignElem">
        <pc:chgData name="Simon Hartley" userId="ec1d4bd2-4db4-4fcf-9e9a-900b72c6bb46" providerId="ADAL" clId="{B4160541-181D-41F0-82EF-CBF481B4CC4C}" dt="2026-03-23T11:51:19.193" v="1986" actId="47"/>
        <pc:sldMkLst>
          <pc:docMk/>
          <pc:sldMk cId="3586526595" sldId="976"/>
        </pc:sldMkLst>
        <pc:spChg chg="del">
          <ac:chgData name="Simon Hartley" userId="ec1d4bd2-4db4-4fcf-9e9a-900b72c6bb46" providerId="ADAL" clId="{B4160541-181D-41F0-82EF-CBF481B4CC4C}" dt="2026-03-23T11:51:16.278" v="1985"/>
          <ac:spMkLst>
            <pc:docMk/>
            <pc:sldMk cId="3586526595" sldId="976"/>
            <ac:spMk id="11" creationId="{033DDDA7-5435-2FB0-309E-00457EEAC703}"/>
          </ac:spMkLst>
        </pc:spChg>
        <pc:spChg chg="del">
          <ac:chgData name="Simon Hartley" userId="ec1d4bd2-4db4-4fcf-9e9a-900b72c6bb46" providerId="ADAL" clId="{B4160541-181D-41F0-82EF-CBF481B4CC4C}" dt="2026-03-23T11:51:16.278" v="1985"/>
          <ac:spMkLst>
            <pc:docMk/>
            <pc:sldMk cId="3586526595" sldId="976"/>
            <ac:spMk id="13" creationId="{BA960722-324F-C877-A5E8-ABAA248140CC}"/>
          </ac:spMkLst>
        </pc:spChg>
        <pc:spChg chg="del">
          <ac:chgData name="Simon Hartley" userId="ec1d4bd2-4db4-4fcf-9e9a-900b72c6bb46" providerId="ADAL" clId="{B4160541-181D-41F0-82EF-CBF481B4CC4C}" dt="2026-03-23T11:51:16.278" v="1985"/>
          <ac:spMkLst>
            <pc:docMk/>
            <pc:sldMk cId="3586526595" sldId="976"/>
            <ac:spMk id="15" creationId="{D3F5CAFC-C926-EC96-6D65-AAB5F97EF124}"/>
          </ac:spMkLst>
        </pc:spChg>
        <pc:spChg chg="del">
          <ac:chgData name="Simon Hartley" userId="ec1d4bd2-4db4-4fcf-9e9a-900b72c6bb46" providerId="ADAL" clId="{B4160541-181D-41F0-82EF-CBF481B4CC4C}" dt="2026-03-23T11:51:16.278" v="1985"/>
          <ac:spMkLst>
            <pc:docMk/>
            <pc:sldMk cId="3586526595" sldId="976"/>
            <ac:spMk id="17" creationId="{76F8C787-C86B-31F6-4E1D-C8D8E7EDDF41}"/>
          </ac:spMkLst>
        </pc:spChg>
      </pc:sldChg>
      <pc:sldChg chg="modSp add del mod">
        <pc:chgData name="Simon Hartley" userId="ec1d4bd2-4db4-4fcf-9e9a-900b72c6bb46" providerId="ADAL" clId="{B4160541-181D-41F0-82EF-CBF481B4CC4C}" dt="2026-03-23T13:05:48.664" v="2707" actId="47"/>
        <pc:sldMkLst>
          <pc:docMk/>
          <pc:sldMk cId="380957705" sldId="977"/>
        </pc:sldMkLst>
        <pc:spChg chg="mod">
          <ac:chgData name="Simon Hartley" userId="ec1d4bd2-4db4-4fcf-9e9a-900b72c6bb46" providerId="ADAL" clId="{B4160541-181D-41F0-82EF-CBF481B4CC4C}" dt="2026-03-23T12:06:24.411" v="2089" actId="20577"/>
          <ac:spMkLst>
            <pc:docMk/>
            <pc:sldMk cId="380957705" sldId="977"/>
            <ac:spMk id="4" creationId="{961A808F-7E43-431F-ED57-9466903F20A0}"/>
          </ac:spMkLst>
        </pc:spChg>
      </pc:sldChg>
      <pc:sldChg chg="addSp modSp add del mod">
        <pc:chgData name="Simon Hartley" userId="ec1d4bd2-4db4-4fcf-9e9a-900b72c6bb46" providerId="ADAL" clId="{B4160541-181D-41F0-82EF-CBF481B4CC4C}" dt="2026-03-23T12:06:06.968" v="2075" actId="47"/>
        <pc:sldMkLst>
          <pc:docMk/>
          <pc:sldMk cId="2579547673" sldId="977"/>
        </pc:sldMkLst>
        <pc:picChg chg="add mod">
          <ac:chgData name="Simon Hartley" userId="ec1d4bd2-4db4-4fcf-9e9a-900b72c6bb46" providerId="ADAL" clId="{B4160541-181D-41F0-82EF-CBF481B4CC4C}" dt="2026-03-23T12:05:56.725" v="2074" actId="1076"/>
          <ac:picMkLst>
            <pc:docMk/>
            <pc:sldMk cId="2579547673" sldId="977"/>
            <ac:picMk id="4" creationId="{0F3ED108-FBA5-451D-C632-41614454EE20}"/>
          </ac:picMkLst>
        </pc:picChg>
      </pc:sldChg>
      <pc:sldChg chg="add del">
        <pc:chgData name="Simon Hartley" userId="ec1d4bd2-4db4-4fcf-9e9a-900b72c6bb46" providerId="ADAL" clId="{B4160541-181D-41F0-82EF-CBF481B4CC4C}" dt="2026-03-23T12:45:25.122" v="2489" actId="47"/>
        <pc:sldMkLst>
          <pc:docMk/>
          <pc:sldMk cId="845022023" sldId="978"/>
        </pc:sldMkLst>
      </pc:sldChg>
      <pc:sldChg chg="addSp delSp modSp add mod">
        <pc:chgData name="Simon Hartley" userId="ec1d4bd2-4db4-4fcf-9e9a-900b72c6bb46" providerId="ADAL" clId="{B4160541-181D-41F0-82EF-CBF481B4CC4C}" dt="2026-03-23T12:43:04.147" v="2474" actId="313"/>
        <pc:sldMkLst>
          <pc:docMk/>
          <pc:sldMk cId="2533012499" sldId="979"/>
        </pc:sldMkLst>
        <pc:spChg chg="mod">
          <ac:chgData name="Simon Hartley" userId="ec1d4bd2-4db4-4fcf-9e9a-900b72c6bb46" providerId="ADAL" clId="{B4160541-181D-41F0-82EF-CBF481B4CC4C}" dt="2026-03-23T12:43:04.147" v="2474" actId="313"/>
          <ac:spMkLst>
            <pc:docMk/>
            <pc:sldMk cId="2533012499" sldId="979"/>
            <ac:spMk id="3" creationId="{E69ED53D-DB44-CF64-770B-C91D1CF2A604}"/>
          </ac:spMkLst>
        </pc:spChg>
        <pc:spChg chg="mod">
          <ac:chgData name="Simon Hartley" userId="ec1d4bd2-4db4-4fcf-9e9a-900b72c6bb46" providerId="ADAL" clId="{B4160541-181D-41F0-82EF-CBF481B4CC4C}" dt="2026-03-23T12:41:44.763" v="2449" actId="20577"/>
          <ac:spMkLst>
            <pc:docMk/>
            <pc:sldMk cId="2533012499" sldId="979"/>
            <ac:spMk id="4" creationId="{017B8641-6473-3FEB-A57F-DDFB97779576}"/>
          </ac:spMkLst>
        </pc:spChg>
        <pc:picChg chg="del">
          <ac:chgData name="Simon Hartley" userId="ec1d4bd2-4db4-4fcf-9e9a-900b72c6bb46" providerId="ADAL" clId="{B4160541-181D-41F0-82EF-CBF481B4CC4C}" dt="2026-03-23T12:41:48.321" v="2450" actId="478"/>
          <ac:picMkLst>
            <pc:docMk/>
            <pc:sldMk cId="2533012499" sldId="979"/>
            <ac:picMk id="6" creationId="{D8AB6910-91A3-65ED-7F8C-70EF8EBF345C}"/>
          </ac:picMkLst>
        </pc:picChg>
        <pc:picChg chg="add mod">
          <ac:chgData name="Simon Hartley" userId="ec1d4bd2-4db4-4fcf-9e9a-900b72c6bb46" providerId="ADAL" clId="{B4160541-181D-41F0-82EF-CBF481B4CC4C}" dt="2026-03-23T12:42:29.264" v="2454" actId="1076"/>
          <ac:picMkLst>
            <pc:docMk/>
            <pc:sldMk cId="2533012499" sldId="979"/>
            <ac:picMk id="8" creationId="{813D92AA-BFEF-EC18-AB22-B531C70FBB6D}"/>
          </ac:picMkLst>
        </pc:picChg>
        <pc:cxnChg chg="mod ord">
          <ac:chgData name="Simon Hartley" userId="ec1d4bd2-4db4-4fcf-9e9a-900b72c6bb46" providerId="ADAL" clId="{B4160541-181D-41F0-82EF-CBF481B4CC4C}" dt="2026-03-23T12:43:00.886" v="2473" actId="1076"/>
          <ac:cxnSpMkLst>
            <pc:docMk/>
            <pc:sldMk cId="2533012499" sldId="979"/>
            <ac:cxnSpMk id="9" creationId="{5B53C13F-C9AB-30A5-D9DE-699745F8480C}"/>
          </ac:cxnSpMkLst>
        </pc:cxnChg>
      </pc:sldChg>
      <pc:sldChg chg="add">
        <pc:chgData name="Simon Hartley" userId="ec1d4bd2-4db4-4fcf-9e9a-900b72c6bb46" providerId="ADAL" clId="{B4160541-181D-41F0-82EF-CBF481B4CC4C}" dt="2026-03-23T12:45:03.246" v="2487" actId="2890"/>
        <pc:sldMkLst>
          <pc:docMk/>
          <pc:sldMk cId="3623263800" sldId="980"/>
        </pc:sldMkLst>
      </pc:sldChg>
      <pc:sldChg chg="addSp modSp add mod">
        <pc:chgData name="Simon Hartley" userId="ec1d4bd2-4db4-4fcf-9e9a-900b72c6bb46" providerId="ADAL" clId="{B4160541-181D-41F0-82EF-CBF481B4CC4C}" dt="2026-03-23T12:51:10.066" v="2614" actId="20577"/>
        <pc:sldMkLst>
          <pc:docMk/>
          <pc:sldMk cId="3111091627" sldId="981"/>
        </pc:sldMkLst>
        <pc:spChg chg="mod">
          <ac:chgData name="Simon Hartley" userId="ec1d4bd2-4db4-4fcf-9e9a-900b72c6bb46" providerId="ADAL" clId="{B4160541-181D-41F0-82EF-CBF481B4CC4C}" dt="2026-03-23T12:45:39.359" v="2491" actId="20577"/>
          <ac:spMkLst>
            <pc:docMk/>
            <pc:sldMk cId="3111091627" sldId="981"/>
            <ac:spMk id="3" creationId="{E3D831CB-0084-0F59-98D6-C65EFA2F746E}"/>
          </ac:spMkLst>
        </pc:spChg>
        <pc:spChg chg="add mod">
          <ac:chgData name="Simon Hartley" userId="ec1d4bd2-4db4-4fcf-9e9a-900b72c6bb46" providerId="ADAL" clId="{B4160541-181D-41F0-82EF-CBF481B4CC4C}" dt="2026-03-23T12:51:10.066" v="2614" actId="20577"/>
          <ac:spMkLst>
            <pc:docMk/>
            <pc:sldMk cId="3111091627" sldId="981"/>
            <ac:spMk id="8" creationId="{8A52767B-C1F8-D921-FFF2-7C6896CA42EE}"/>
          </ac:spMkLst>
        </pc:spChg>
        <pc:picChg chg="add mod">
          <ac:chgData name="Simon Hartley" userId="ec1d4bd2-4db4-4fcf-9e9a-900b72c6bb46" providerId="ADAL" clId="{B4160541-181D-41F0-82EF-CBF481B4CC4C}" dt="2026-03-23T12:50:01.584" v="2497" actId="1076"/>
          <ac:picMkLst>
            <pc:docMk/>
            <pc:sldMk cId="3111091627" sldId="981"/>
            <ac:picMk id="6" creationId="{0630FBE2-47CF-DCF1-D483-51B96CAFB2AC}"/>
          </ac:picMkLst>
        </pc:picChg>
      </pc:sldChg>
      <pc:sldChg chg="addSp delSp modSp add mod">
        <pc:chgData name="Simon Hartley" userId="ec1d4bd2-4db4-4fcf-9e9a-900b72c6bb46" providerId="ADAL" clId="{B4160541-181D-41F0-82EF-CBF481B4CC4C}" dt="2026-03-23T12:57:37.070" v="2701" actId="20577"/>
        <pc:sldMkLst>
          <pc:docMk/>
          <pc:sldMk cId="4227229088" sldId="982"/>
        </pc:sldMkLst>
        <pc:spChg chg="mod">
          <ac:chgData name="Simon Hartley" userId="ec1d4bd2-4db4-4fcf-9e9a-900b72c6bb46" providerId="ADAL" clId="{B4160541-181D-41F0-82EF-CBF481B4CC4C}" dt="2026-03-23T12:57:37.070" v="2701" actId="20577"/>
          <ac:spMkLst>
            <pc:docMk/>
            <pc:sldMk cId="4227229088" sldId="982"/>
            <ac:spMk id="4" creationId="{99F11EB1-D274-7E95-ACE1-3FC5E75D9A06}"/>
          </ac:spMkLst>
        </pc:spChg>
        <pc:spChg chg="mod">
          <ac:chgData name="Simon Hartley" userId="ec1d4bd2-4db4-4fcf-9e9a-900b72c6bb46" providerId="ADAL" clId="{B4160541-181D-41F0-82EF-CBF481B4CC4C}" dt="2026-03-23T12:57:27.395" v="2698" actId="20577"/>
          <ac:spMkLst>
            <pc:docMk/>
            <pc:sldMk cId="4227229088" sldId="982"/>
            <ac:spMk id="6" creationId="{38833CC8-357B-5AAC-EE14-28AA94C540C9}"/>
          </ac:spMkLst>
        </pc:spChg>
        <pc:picChg chg="del">
          <ac:chgData name="Simon Hartley" userId="ec1d4bd2-4db4-4fcf-9e9a-900b72c6bb46" providerId="ADAL" clId="{B4160541-181D-41F0-82EF-CBF481B4CC4C}" dt="2026-03-23T12:57:04.331" v="2630" actId="478"/>
          <ac:picMkLst>
            <pc:docMk/>
            <pc:sldMk cId="4227229088" sldId="982"/>
            <ac:picMk id="5" creationId="{AD8ECA7B-7FD3-C5F0-E03B-A017D1BDFC8A}"/>
          </ac:picMkLst>
        </pc:picChg>
        <pc:picChg chg="add mod">
          <ac:chgData name="Simon Hartley" userId="ec1d4bd2-4db4-4fcf-9e9a-900b72c6bb46" providerId="ADAL" clId="{B4160541-181D-41F0-82EF-CBF481B4CC4C}" dt="2026-03-23T12:57:33.726" v="2700" actId="14100"/>
          <ac:picMkLst>
            <pc:docMk/>
            <pc:sldMk cId="4227229088" sldId="982"/>
            <ac:picMk id="8" creationId="{1903BB32-2ED8-2509-AE08-5A5F810EE638}"/>
          </ac:picMkLst>
        </pc:picChg>
      </pc:sldChg>
      <pc:sldChg chg="delSp modSp add mod ord">
        <pc:chgData name="Simon Hartley" userId="ec1d4bd2-4db4-4fcf-9e9a-900b72c6bb46" providerId="ADAL" clId="{B4160541-181D-41F0-82EF-CBF481B4CC4C}" dt="2026-03-23T14:24:39.700" v="3280" actId="313"/>
        <pc:sldMkLst>
          <pc:docMk/>
          <pc:sldMk cId="1091837266" sldId="983"/>
        </pc:sldMkLst>
        <pc:spChg chg="mod">
          <ac:chgData name="Simon Hartley" userId="ec1d4bd2-4db4-4fcf-9e9a-900b72c6bb46" providerId="ADAL" clId="{B4160541-181D-41F0-82EF-CBF481B4CC4C}" dt="2026-03-23T14:24:39.700" v="3280" actId="313"/>
          <ac:spMkLst>
            <pc:docMk/>
            <pc:sldMk cId="1091837266" sldId="983"/>
            <ac:spMk id="4" creationId="{9D4D90F4-511C-6407-D18B-318C2E995B45}"/>
          </ac:spMkLst>
        </pc:spChg>
        <pc:spChg chg="mod">
          <ac:chgData name="Simon Hartley" userId="ec1d4bd2-4db4-4fcf-9e9a-900b72c6bb46" providerId="ADAL" clId="{B4160541-181D-41F0-82EF-CBF481B4CC4C}" dt="2026-03-23T14:24:01.528" v="3250" actId="207"/>
          <ac:spMkLst>
            <pc:docMk/>
            <pc:sldMk cId="1091837266" sldId="983"/>
            <ac:spMk id="9" creationId="{D544A085-F224-7006-961A-50E4487F20E5}"/>
          </ac:spMkLst>
        </pc:spChg>
        <pc:picChg chg="del">
          <ac:chgData name="Simon Hartley" userId="ec1d4bd2-4db4-4fcf-9e9a-900b72c6bb46" providerId="ADAL" clId="{B4160541-181D-41F0-82EF-CBF481B4CC4C}" dt="2026-03-23T14:19:53.652" v="2952" actId="478"/>
          <ac:picMkLst>
            <pc:docMk/>
            <pc:sldMk cId="1091837266" sldId="983"/>
            <ac:picMk id="8" creationId="{87C8D869-EB50-41F7-0E7B-5D1DE781194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FD913024-4032-4B4F-8680-09D5E08EDB6E}" type="datetimeFigureOut">
              <a:rPr lang="en-GB" smtClean="0"/>
              <a:t>23/03/2026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49E357A0-8177-46BC-BFCE-19D99E3453C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F2AE225E-43E0-7047-8ADB-DD9EBB41B4D0}" type="datetimeFigureOut">
              <a:rPr lang="en-GB" noProof="0" smtClean="0"/>
              <a:t>23/03/2026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GB"/>
            </a:defPPr>
          </a:lstStyle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GB"/>
            </a:def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7C366290-4595-5745-A50F-D5EC13BAC60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C366290-4595-5745-A50F-D5EC13BAC60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89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C366290-4595-5745-A50F-D5EC13BAC604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0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3D3C5-C513-43F4-A4D6-A2D1D297FCB0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E21A-0860-4DF1-B29E-E3B1418E0A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1E48223-F4A1-8F60-AA22-EBDDC42E5A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37D5C-3AEC-BF8C-8DD4-4B7F569B5123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4B053A-CAF8-DF97-BD72-A4DA6E275029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24B72E-9F13-C9C7-4309-EE5C54929E9B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06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B5ABD66-23DB-A7AE-959F-8E7F41C4D663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B6DE5F8-6F75-3A93-0611-68422360713F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44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3D3C5-C513-43F4-A4D6-A2D1D297FCB0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E21A-0860-4DF1-B29E-E3B1418E0A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1354E6D-E1F4-CCC1-CE42-79916D03C780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C57BD73-8DAD-5762-B57C-177ECEEACFC6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D70B2B-8865-ED69-4A28-D0CA2A9A67AD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DD0CBC4-C858-C0CA-9E1D-CD160F7225C5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3929CA-6C7B-DB72-BEE4-FDB8F55ECE6C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54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F05990B-AF4C-9519-A6F0-BE82692B44BA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999DAD1-D84B-B7AD-DB4C-504FD8053F77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731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507596F-02AB-A4E5-F143-5FFE18AD5622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121299E-72D3-EEEE-3F97-7712E62332E6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EE4586-4C79-5119-BDE2-BCF597364D7A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CBA7FD-E5FF-B1C6-6A82-7F67256D2B49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96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018244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45779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68A36D-AF15-F1E1-986B-F0D7E3F742E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4D0BAD-1DD1-B220-2346-E5AF5A26BB56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86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Picture 7" descr="Shape, circle&#10;&#10;Description automatically generated">
            <a:extLst>
              <a:ext uri="{FF2B5EF4-FFF2-40B4-BE49-F238E27FC236}">
                <a16:creationId xmlns:a16="http://schemas.microsoft.com/office/drawing/2014/main" id="{F01D9B89-894B-7180-C557-5A13535EFF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9177D80-60EE-6138-0958-F21CC6E3859E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70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182305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734262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1050725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82299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4923360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03305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936551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4029176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3200"/>
            </a:lvl1pPr>
            <a:lvl2pPr marL="457200" indent="0">
              <a:buNone/>
              <a:defRPr lang="en-GB" sz="2800"/>
            </a:lvl2pPr>
            <a:lvl3pPr marL="914400" indent="0">
              <a:buNone/>
              <a:defRPr lang="en-GB" sz="2400"/>
            </a:lvl3pPr>
            <a:lvl4pPr marL="1371600" indent="0">
              <a:buNone/>
              <a:defRPr lang="en-GB" sz="2000"/>
            </a:lvl4pPr>
            <a:lvl5pPr marL="1828800" indent="0">
              <a:buNone/>
              <a:defRPr lang="en-GB" sz="2000"/>
            </a:lvl5pPr>
            <a:lvl6pPr marL="2286000" indent="0">
              <a:buNone/>
              <a:defRPr lang="en-GB" sz="2000"/>
            </a:lvl6pPr>
            <a:lvl7pPr marL="2743200" indent="0">
              <a:buNone/>
              <a:defRPr lang="en-GB" sz="2000"/>
            </a:lvl7pPr>
            <a:lvl8pPr marL="3200400" indent="0">
              <a:buNone/>
              <a:defRPr lang="en-GB" sz="2000"/>
            </a:lvl8pPr>
            <a:lvl9pPr marL="3657600" indent="0">
              <a:buNone/>
              <a:defRPr lang="en-GB" sz="2000"/>
            </a:lvl9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8C6F6-0466-4C35-F282-0D5DC6B628A0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317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657" r:id="rId18"/>
    <p:sldLayoutId id="2147483653" r:id="rId19"/>
    <p:sldLayoutId id="2147483652" r:id="rId20"/>
    <p:sldLayoutId id="2147483655" r:id="rId2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pc.cam.ac.uk/hpc/software-tools/python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pi.python.org/pypi/virtualenv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da.io/projects/conda/en/latest/user-guide/tasks/manage-environments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hyperlink" Target="https://docs.astral.sh/uv/reference/installer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astral.sh/uv/reference/storage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docs.astral.sh/uv/guides/integration/pytorch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pc.cam.ac.uk/hpc/user-guide/pvc.html#dawn-intel-gpu-pvc-nod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RSE DAWN TEAM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 rtlCol="0">
            <a:normAutofit fontScale="90000"/>
          </a:bodyPr>
          <a:lstStyle>
            <a:defPPr>
              <a:defRPr lang="en-GB"/>
            </a:defPPr>
          </a:lstStyle>
          <a:p>
            <a:pPr rtl="0"/>
            <a:r>
              <a:rPr lang="en-GB" dirty="0"/>
              <a:t>Python Environments on Dawn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798A35-A371-708D-A8FB-CEB0FCCC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482" y="2797175"/>
            <a:ext cx="2108200" cy="240665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C11B018-644B-DD2A-2F59-49062F50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EC256-7A00-EE01-C86A-92503A80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388152B-9EE0-8605-C59E-D6B0A517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5102EB-5C3B-AB57-5823-A315B8462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6DC79EA5-CA44-9DF5-D91B-D60215535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399A736D-ED54-035A-98CA-56A4ACF4E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F585F7-2447-28BF-D3E3-98B5E821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Common pip commands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030CB-9FFD-6124-A125-A49751FD1D34}"/>
              </a:ext>
            </a:extLst>
          </p:cNvPr>
          <p:cNvSpPr txBox="1"/>
          <p:nvPr/>
        </p:nvSpPr>
        <p:spPr>
          <a:xfrm>
            <a:off x="1103312" y="242824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View the help menu:</a:t>
            </a: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The help menu for the install command:</a:t>
            </a: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Search the Python Package Index </a:t>
            </a:r>
            <a:r>
              <a:rPr lang="en-GB" dirty="0" err="1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PyPI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 for a given package (e.g., </a:t>
            </a:r>
            <a:r>
              <a:rPr lang="en-GB" dirty="0" err="1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jax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):</a:t>
            </a: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List all installed packages:</a:t>
            </a: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Install </a:t>
            </a:r>
            <a:r>
              <a:rPr lang="en-GB" dirty="0" err="1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pairtools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 and </a:t>
            </a:r>
            <a:r>
              <a:rPr lang="en-GB" dirty="0" err="1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pyblast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 for version 3.5 of Python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E500B743-89B7-19FE-7143-D72C3A91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E46053-43E7-85E6-F12B-34E11CC0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98657E-7A4D-C876-D82E-081B41959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63" y="2817157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-h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639645-D2F3-9843-AC82-D86A8CBAD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60" y="3672606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install --help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60885E-7876-F5A5-AAC8-BDD99FB1F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60" y="4371535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search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jax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C00F4-DCCA-77E8-6D95-070FB1899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9" y="5054524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8D0EE6-7A02-71A4-972F-BCE0898AB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8" y="5821182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install python==3.5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pairtools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pyblast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533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D3535-554D-BAE5-24B4-51A257C7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72F8724-0E50-C2C0-8704-8FEBA204D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2A31B-333A-6736-2162-AE3280DD4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AC07AFC-1FB7-0A39-1963-783A46F11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93341D7D-48EB-8459-85DA-2CD9A6862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B6882E-EBB7-8D11-F266-FCBCC3476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Common pip commands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7D1BD-1998-BF18-F182-CA8A8A3A42D2}"/>
              </a:ext>
            </a:extLst>
          </p:cNvPr>
          <p:cNvSpPr txBox="1"/>
          <p:nvPr/>
        </p:nvSpPr>
        <p:spPr>
          <a:xfrm>
            <a:off x="1103312" y="242824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Install a set of packages listed in a text file</a:t>
            </a: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To see detailed information about an installed package such as sphinx:</a:t>
            </a: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Upgrade the sphinx package:</a:t>
            </a: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212529"/>
              </a:solidFill>
              <a:latin typeface="Libre Franklin" pitchFamily="2" charset="0"/>
              <a:ea typeface="Times New Roman" panose="02020603050405020304" pitchFamily="18" charset="0"/>
            </a:endParaRP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Uninstall the </a:t>
            </a:r>
            <a:r>
              <a:rPr lang="en-GB" dirty="0" err="1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pairtools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  <a:ea typeface="Times New Roman" panose="02020603050405020304" pitchFamily="18" charset="0"/>
              </a:rPr>
              <a:t> package:</a:t>
            </a:r>
          </a:p>
          <a:p>
            <a:endParaRPr lang="en-US" sz="1600" dirty="0"/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23FEA7FF-CF2B-A7E9-2495-15E5BCA3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061F5E1-BD36-F3F7-ED99-402B5A99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3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639645-D2F3-9843-AC82-D86A8CBAD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030" y="2759602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install -r requirements.txt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60885E-7876-F5A5-AAC8-BDD99FB1F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8" y="3664967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show sphinx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EC00F4-DCCA-77E8-6D95-070FB1899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8" y="4502383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install --upgrade sphinx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D51C03-E429-B4E0-E829-76A6B61A9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8" y="5339799"/>
            <a:ext cx="9326877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$pip uninstall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pairtools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215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FC3AA-3478-E247-A6DB-5B9F4B4E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00A088E-213B-18E2-4990-6B531010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D53DE1-BE85-A813-7F03-98A68BCA5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D109328-B530-FFF7-0B66-C095967EE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FD3A5688-A23E-AB13-298C-A18918A6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8141956C-9313-6D20-5453-59DE4B84D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D5F3556-0BEE-3F6A-2FEE-26B61A14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4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D02C438-9E3E-ED25-AFD8-38C161CCDC51}"/>
              </a:ext>
            </a:extLst>
          </p:cNvPr>
          <p:cNvSpPr txBox="1">
            <a:spLocks/>
          </p:cNvSpPr>
          <p:nvPr/>
        </p:nvSpPr>
        <p:spPr>
          <a:xfrm>
            <a:off x="-1229283" y="1527061"/>
            <a:ext cx="8947522" cy="1557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7679A-A684-AD4F-BF79-52CDF75D6628}"/>
              </a:ext>
            </a:extLst>
          </p:cNvPr>
          <p:cNvSpPr txBox="1"/>
          <p:nvPr/>
        </p:nvSpPr>
        <p:spPr>
          <a:xfrm>
            <a:off x="1103312" y="2428240"/>
            <a:ext cx="10418128" cy="4226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fontAlgn="base"/>
            <a:r>
              <a:rPr lang="en-GB" dirty="0">
                <a:latin typeface="Raleway" panose="020B0604020202020204" pitchFamily="2" charset="0"/>
              </a:rPr>
              <a:t>We provide </a:t>
            </a:r>
            <a:r>
              <a:rPr lang="en-GB" dirty="0">
                <a:latin typeface="Raleway" panose="020B0604020202020204" pitchFamily="2" charset="0"/>
                <a:hlinkClick r:id="rId3"/>
              </a:rPr>
              <a:t>some Python software</a:t>
            </a:r>
            <a:r>
              <a:rPr lang="en-GB" dirty="0">
                <a:latin typeface="Raleway" panose="020B0604020202020204" pitchFamily="2" charset="0"/>
              </a:rPr>
              <a:t>. To install your own Python software on top of these we recommend using a virtual environment. To create this:</a:t>
            </a:r>
            <a:endParaRPr lang="en-GB" dirty="0">
              <a:solidFill>
                <a:srgbClr val="212529"/>
              </a:solidFill>
              <a:latin typeface="Libre Franklin" panose="020B0604020202020204" pitchFamily="2" charset="0"/>
              <a:ea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Raleway" pitchFamily="2" charset="0"/>
              </a:rPr>
              <a:t> Load the required modules</a:t>
            </a:r>
          </a:p>
          <a:p>
            <a:pPr>
              <a:buFont typeface="+mj-lt"/>
              <a:buAutoNum type="arabicPeriod"/>
            </a:pPr>
            <a:r>
              <a:rPr lang="en-GB" dirty="0">
                <a:latin typeface="Raleway" pitchFamily="2" charset="0"/>
              </a:rPr>
              <a:t> In a suitable directory, create a virtual environment:</a:t>
            </a:r>
          </a:p>
          <a:p>
            <a:pPr>
              <a:buFont typeface="+mj-lt"/>
              <a:buAutoNum type="arabicPeriod"/>
            </a:pPr>
            <a:endParaRPr lang="en-GB" dirty="0">
              <a:latin typeface="Raleway" pitchFamily="2" charset="0"/>
            </a:endParaRPr>
          </a:p>
          <a:p>
            <a:pPr>
              <a:buFont typeface="+mj-lt"/>
              <a:buAutoNum type="arabicPeriod"/>
            </a:pPr>
            <a:endParaRPr lang="en-GB" dirty="0">
              <a:latin typeface="Raleway" pitchFamily="2" charset="0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Raleway" pitchFamily="2" charset="0"/>
              </a:rPr>
              <a:t> Activate the virtual environment.</a:t>
            </a:r>
          </a:p>
          <a:p>
            <a:pPr>
              <a:buFont typeface="+mj-lt"/>
              <a:buAutoNum type="arabicPeriod"/>
            </a:pPr>
            <a:endParaRPr lang="en-GB" dirty="0">
              <a:latin typeface="Raleway" pitchFamily="2" charset="0"/>
            </a:endParaRPr>
          </a:p>
          <a:p>
            <a:pPr>
              <a:buFont typeface="+mj-lt"/>
              <a:buAutoNum type="arabicPeriod"/>
            </a:pPr>
            <a:endParaRPr lang="en-GB" dirty="0">
              <a:latin typeface="Raleway" pitchFamily="2" charset="0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Raleway" pitchFamily="2" charset="0"/>
              </a:rPr>
              <a:t> Install your Python software, for example:</a:t>
            </a:r>
          </a:p>
          <a:p>
            <a:pPr>
              <a:buFont typeface="+mj-lt"/>
              <a:buAutoNum type="arabicPeriod"/>
            </a:pPr>
            <a:endParaRPr lang="en-GB" dirty="0">
              <a:latin typeface="Raleway" pitchFamily="2" charset="0"/>
            </a:endParaRPr>
          </a:p>
          <a:p>
            <a:pPr>
              <a:buFont typeface="+mj-lt"/>
              <a:buAutoNum type="arabicPeriod"/>
            </a:pPr>
            <a:endParaRPr lang="en-GB" dirty="0">
              <a:latin typeface="Raleway" pitchFamily="2" charset="0"/>
            </a:endParaRPr>
          </a:p>
          <a:p>
            <a:pPr>
              <a:buFont typeface="+mj-lt"/>
              <a:buAutoNum type="arabicPeriod"/>
            </a:pPr>
            <a:r>
              <a:rPr lang="en-GB" dirty="0"/>
              <a:t>A guide to using </a:t>
            </a:r>
            <a:r>
              <a:rPr lang="en-GB" dirty="0" err="1"/>
              <a:t>virtualenv</a:t>
            </a:r>
            <a:r>
              <a:rPr lang="en-GB" dirty="0"/>
              <a:t> can be found here :</a:t>
            </a:r>
          </a:p>
          <a:p>
            <a:pPr lvl="1"/>
            <a:r>
              <a:rPr lang="en-GB" dirty="0"/>
              <a:t> </a:t>
            </a:r>
            <a:r>
              <a:rPr lang="en-GB" dirty="0">
                <a:hlinkClick r:id="rId4"/>
              </a:rPr>
              <a:t>https://pypi.Python.org/pypi/virtualenv</a:t>
            </a:r>
            <a:endParaRPr lang="en-GB" dirty="0">
              <a:latin typeface="Raleway" pitchFamily="2" charset="0"/>
            </a:endParaRPr>
          </a:p>
          <a:p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85ABC-A6D6-0E75-CB23-27805C599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561" y="3506257"/>
            <a:ext cx="9326877" cy="3718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python -m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venv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--system-site-packages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venvname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3F5245-BBC1-FCE0-988D-E23AB770F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561" y="4267187"/>
            <a:ext cx="9326877" cy="3718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source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venvname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/bin/activate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32969B-3298-EC8F-A009-2AF6DCB21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3835" y="5004833"/>
            <a:ext cx="9326877" cy="3718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pip install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packagename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C878FB7-B500-AC7B-46FF-BA4C0527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 Common pip commands</a:t>
            </a:r>
            <a:br>
              <a:rPr lang="en-US" dirty="0">
                <a:solidFill>
                  <a:srgbClr val="FFFFFF"/>
                </a:solidFill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323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40ABD-5605-342C-ED0B-D960B87B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8779FDB-23B1-E6D2-A731-754D8DAAD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322FDC-81EE-6953-1C8F-E0B3CBC5A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BC6AD3B7-3083-2284-C2D1-829124D69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42B9D50E-0C8A-9107-FEF9-892FA0AB5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873935D4-3A99-007B-3551-0040CF7B5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9391F8C-CC90-AAE5-0ED4-F24524D6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5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1BE6EA6-2613-A7B1-83E6-6D90C7424138}"/>
              </a:ext>
            </a:extLst>
          </p:cNvPr>
          <p:cNvSpPr txBox="1">
            <a:spLocks/>
          </p:cNvSpPr>
          <p:nvPr/>
        </p:nvSpPr>
        <p:spPr>
          <a:xfrm>
            <a:off x="-1229283" y="1527061"/>
            <a:ext cx="8947522" cy="1557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6F332-B798-CD3A-9E79-8F1E5731240C}"/>
              </a:ext>
            </a:extLst>
          </p:cNvPr>
          <p:cNvSpPr txBox="1"/>
          <p:nvPr/>
        </p:nvSpPr>
        <p:spPr>
          <a:xfrm>
            <a:off x="1103312" y="2428240"/>
            <a:ext cx="10418128" cy="4226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In short, you can create a sandboxed version, in the directory of your choice (and if does not exist you must create one first) e.g. YOUR_PYTHON, of Python via: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Then activate this via: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and deactivate via: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You can get it to inherit the central packages via:</a:t>
            </a:r>
          </a:p>
          <a:p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44CE43-F3D5-6B77-883D-536AC288B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560" y="3158723"/>
            <a:ext cx="9326877" cy="3718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 err="1"/>
              <a:t>virtualenv</a:t>
            </a:r>
            <a:r>
              <a:rPr lang="en-GB" sz="2000" dirty="0"/>
              <a:t> YOUR_PYTHON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FDC7EF-8370-716C-8BB9-A3D0FFF2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3835" y="3919686"/>
            <a:ext cx="9326877" cy="3718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000" dirty="0"/>
              <a:t>source YOUR_PYTHON/bin/activate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735B40-78EB-AA6A-2836-4FAA39BB7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3835" y="4720823"/>
            <a:ext cx="9326877" cy="3718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deactivate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178F3162-B0F8-8705-4336-40BB14F19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 Common pip commands</a:t>
            </a:r>
            <a:br>
              <a:rPr lang="en-US" dirty="0">
                <a:solidFill>
                  <a:srgbClr val="FFFFFF"/>
                </a:solidFill>
              </a:rPr>
            </a:b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199AA-B440-D7EE-CE0C-9209E91F4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3835" y="5628863"/>
            <a:ext cx="9326877" cy="3718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 err="1"/>
              <a:t>virtualenv</a:t>
            </a:r>
            <a:r>
              <a:rPr lang="en-GB" sz="2000" dirty="0"/>
              <a:t> --system-site-packages YOUR_PYTHON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E1EEF2-EF0C-EABB-E795-353FB02C3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256" y="3209913"/>
            <a:ext cx="7531487" cy="4381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F7FCCD-A8CA-E2DF-83C9-B6D5817F5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256" y="3209913"/>
            <a:ext cx="7531487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96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9223E-70C6-57E4-04E0-34BEA46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3C93A1-BAA8-A8D2-539A-3B2BC3030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137316-F43A-92BE-08C0-D3DCB1C46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77BD9398-DABE-87B5-8B5F-DB4854E1E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4B762177-DDF3-9BFD-1B46-8E7A6B404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9AA56C-FC1C-253F-350B-887FB6E3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System Python on Login DAWN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75C5B-8B3A-C0F3-D5D2-84E3D80D4120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login nodes have python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EF10487C-2E46-AF98-9720-9E355500A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C39D65-F6F3-F541-1EF9-1DF800B0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6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AD2A7-D246-C73F-9480-1FC420914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55" y="3400619"/>
            <a:ext cx="5073911" cy="1619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FA48A5-E763-9816-8F91-7CFA808A1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987" y="2603392"/>
            <a:ext cx="2514729" cy="41404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CF830C-C777-A2AB-A741-1D7C8C260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555" y="5533830"/>
            <a:ext cx="4438878" cy="9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5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D5E1F-FE06-147B-320D-186BB2F5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68B753-32CA-457D-C1E6-FD04FF62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38B0A1-4091-3C3A-C0EA-1D0D1F073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F87A5F88-6447-5F77-E112-8EDD18D9E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5510846F-8A48-B53F-6E3B-1FA0BA10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D0E670-DEC3-4CD0-99EC-4151ED90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ModuleNotFoundError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8FD0F-8504-D602-09EA-649A4AFBA58B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fontAlgn="base"/>
            <a:r>
              <a:rPr lang="en-GB" dirty="0">
                <a:solidFill>
                  <a:srgbClr val="212529"/>
                </a:solidFill>
                <a:latin typeface="Libre Franklin" panose="020B0604020202020204" pitchFamily="2" charset="0"/>
              </a:rPr>
              <a:t>Python users can encounter the situation where a module is not found. For example:</a:t>
            </a:r>
            <a:endParaRPr lang="en-GB" dirty="0">
              <a:solidFill>
                <a:srgbClr val="212529"/>
              </a:solidFill>
              <a:latin typeface="Libre Franklin" panose="020B0604020202020204" pitchFamily="2" charset="0"/>
              <a:ea typeface="Times New Roman" panose="02020603050405020304" pitchFamily="18" charset="0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ED8DDC05-93CE-8E23-FFFE-8A9BEEBA0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D6430F-5D32-A83A-4515-A071BD16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7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0BBFE87-3BB5-077A-9EEB-3306A974A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2" y="3391362"/>
            <a:ext cx="10372725" cy="191075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import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bigCell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Traceback (most recent call last):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 File "&lt;stdin&gt;", line 1, in &lt;module&gt;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ModuleNotFoundError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No module named ‘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bigCell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'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43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F73BB-5397-00C0-966E-E61710C0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4F090C7-D4D6-17C9-1AD9-CCB086A14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20B175-13D8-2623-7B33-4D78700CFA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A4D2CA8-63F7-58D0-A6D5-3C9570700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AFE31EA7-7152-C175-AF0A-E7F377C5A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9611BB-46AD-528E-3D00-4DD1D9EB2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ModuleNotFoundError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6C836-1B93-E037-8791-F4EF765279A2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fontAlgn="base"/>
            <a:r>
              <a:rPr lang="en-GB" dirty="0">
                <a:solidFill>
                  <a:srgbClr val="212529"/>
                </a:solidFill>
                <a:latin typeface="Libre Franklin" panose="020B0604020202020204" pitchFamily="2" charset="0"/>
              </a:rPr>
              <a:t>To see where Python is looking for modules, run the following commands: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AD5FB577-0565-B43A-0506-A2DBC256F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FA3309-A1E7-A06F-0117-E591D2F7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8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0BBFE87-3BB5-077A-9EEB-3306A974A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99" y="3355885"/>
            <a:ext cx="10372725" cy="11720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$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import sys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print(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sys.path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183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E7E6B-1D36-6AED-37EE-E78522D85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80CF63-54F9-9CEE-D734-037F2973B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4F48D6-B180-CF9B-64A4-BD9ECAA88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DDE76292-C27D-8CA3-BE13-AE9E6A9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90D32B5-4729-E2B0-DC5C-59950DC4A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31039D-1685-D463-DDC8-445D2A392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ModuleNotFoundError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43DFB-F142-4857-22D8-18C0A0110C99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</a:rPr>
              <a:t>The search paths are stored in </a:t>
            </a:r>
            <a:r>
              <a:rPr lang="en-GB" dirty="0" err="1">
                <a:solidFill>
                  <a:srgbClr val="212529"/>
                </a:solidFill>
                <a:latin typeface="Libre Franklin" pitchFamily="2" charset="0"/>
              </a:rPr>
              <a:t>sys.path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</a:rPr>
              <a:t>. If your module is not found in those paths then you will encounter a </a:t>
            </a:r>
            <a:r>
              <a:rPr lang="en-GB" b="1" dirty="0" err="1">
                <a:solidFill>
                  <a:srgbClr val="212529"/>
                </a:solidFill>
                <a:latin typeface="Libre Franklin" pitchFamily="2" charset="0"/>
              </a:rPr>
              <a:t>ModuleNotFoundError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</a:rPr>
              <a:t>. The first entry in the list above (i.e., ' ') corresponds to the current directory. The most relevant path usually ends with "site-packages".</a:t>
            </a:r>
          </a:p>
          <a:p>
            <a:endParaRPr lang="en-GB" dirty="0">
              <a:solidFill>
                <a:srgbClr val="212529"/>
              </a:solidFill>
              <a:latin typeface="Libre Franklin" pitchFamily="2" charset="0"/>
            </a:endParaRP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</a:rPr>
              <a:t>Note that </a:t>
            </a:r>
            <a:r>
              <a:rPr lang="en-GB" dirty="0" err="1">
                <a:solidFill>
                  <a:srgbClr val="212529"/>
                </a:solidFill>
                <a:latin typeface="Libre Franklin" pitchFamily="2" charset="0"/>
              </a:rPr>
              <a:t>sys.path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</a:rPr>
              <a:t> is a Python list that can be modified to include an additional path: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CBB539A6-A008-7E07-1FA6-DC1FAB0F7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2B440A-2263-19E4-71B3-1A6AEFD0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9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C3BE72-FD9A-EC08-362A-ED54CB4C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14" y="5271240"/>
            <a:ext cx="10372725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sys.path.append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("/home/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aturing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mymodules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4002151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E6F38-87F0-2247-24E3-8A45F012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6EEA69-2D81-C7B2-FEAC-9E715454B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AACC6-2C35-3752-298D-D94E9AEB7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D7BD2AEA-6312-DF6F-E2B5-4516B38FD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143B52A8-BA5D-D793-E4B8-E967C5AFA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76767E-EE7F-2C71-6E06-766E114AD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Environment variables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DC3FB-1B04-63B8-F359-116A675F0931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n-GB" dirty="0">
              <a:solidFill>
                <a:srgbClr val="212529"/>
              </a:solidFill>
              <a:latin typeface="Libre Franklin" pitchFamily="2" charset="0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4A32A422-A260-A813-D637-0963217B7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EBF426-74F8-D25B-A703-04E6A72B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10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979DFD-DD79-8926-CBA1-FADA996B4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369" y="2652573"/>
            <a:ext cx="2562425" cy="154142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PYTHONUSERBASE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PYTHONPATH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PATH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LIBPAT</a:t>
            </a:r>
            <a:r>
              <a:rPr lang="en-GB" alt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H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372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01BC5-8B97-E63D-3453-6123D9CB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F805D2B-F35B-A18A-3D12-296392F69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FBDA2E-59B4-82CA-FBBF-22FF129BB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BC8BA4E-DFB8-1D33-DD92-EE0F06106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B9B33CB-7606-B680-9C61-CD8F3AF44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F6E106-845B-B359-9735-0D1CC5C4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ModuleNotFoundError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71753-2683-7FAE-DEE2-6B589786977C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</a:rPr>
              <a:t>One can also remove paths from </a:t>
            </a:r>
            <a:r>
              <a:rPr lang="en-GB" dirty="0" err="1">
                <a:solidFill>
                  <a:srgbClr val="212529"/>
                </a:solidFill>
                <a:latin typeface="Libre Franklin" pitchFamily="2" charset="0"/>
              </a:rPr>
              <a:t>sys.path</a:t>
            </a:r>
            <a:r>
              <a:rPr lang="en-GB" dirty="0">
                <a:solidFill>
                  <a:srgbClr val="212529"/>
                </a:solidFill>
                <a:latin typeface="Libre Franklin" pitchFamily="2" charset="0"/>
              </a:rPr>
              <a:t> if conflicting modules are being found in different directories.</a:t>
            </a:r>
          </a:p>
          <a:p>
            <a:r>
              <a:rPr lang="en-GB" dirty="0">
                <a:solidFill>
                  <a:srgbClr val="212529"/>
                </a:solidFill>
                <a:latin typeface="Libre Franklin" pitchFamily="2" charset="0"/>
              </a:rPr>
              <a:t>The PYTHONPATH environment variable can also be used to modify the Python search paths.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029CEF79-F0B9-2CFF-66C1-05ABAC244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986043-6B18-7057-3EB6-57FA977F3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11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C3BE72-FD9A-EC08-362A-ED54CB4C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7" y="4355365"/>
            <a:ext cx="10372725" cy="433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sys.path.remove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("/home/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aturing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mymodulesbad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018438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3A703-76EE-E6FD-055E-E4158DD5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2347374-D774-4387-4933-EC62D3C37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5C1114-7555-083D-C510-194815A2F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E57F281-25AA-9DFF-CC01-3086C720D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AF178D-401E-783A-02CC-BE068F01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4F4B8FA-6A17-872F-F464-2DFE6F61D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416C2AA-D1F9-98C1-3AE2-3B42C1347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0EA6B5-43B3-1E72-D7CE-CAE4152A1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4F75D5AD-414E-6663-38D8-26A2EA2D7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FB2985A6-B15D-2B3D-D0E3-F3DC43217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B7FA6E-11DA-D946-5F21-F5204A71F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C95CC-D40E-0BC5-F3F4-3542EEB4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12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Title 3">
            <a:extLst>
              <a:ext uri="{FF2B5EF4-FFF2-40B4-BE49-F238E27FC236}">
                <a16:creationId xmlns:a16="http://schemas.microsoft.com/office/drawing/2014/main" id="{3545111A-FEAF-C675-34B5-D8594909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8114096" y="3329724"/>
            <a:ext cx="5341687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Dawn Modules Environments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A43EC7-170A-0007-6CF0-508DF72DA438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Module files on Dawn provide a series of premade environments</a:t>
            </a:r>
            <a:r>
              <a:rPr lang="en-US" sz="1600" dirty="0"/>
              <a:t>.</a:t>
            </a:r>
          </a:p>
          <a:p>
            <a:r>
              <a:rPr lang="en-US" sz="1600" dirty="0"/>
              <a:t> These are available through the module load command.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EDCBD-7897-C805-26D4-E9F2BD93ED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894" y="3572461"/>
            <a:ext cx="7950609" cy="93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28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F584FD-23D2-4ADF-8806-EEFA9167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.</a:t>
            </a:r>
            <a:r>
              <a:rPr lang="en-US" dirty="0">
                <a:solidFill>
                  <a:srgbClr val="FFFFFF"/>
                </a:solidFill>
              </a:rPr>
              <a:t> Dawn Modules Environments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4B22D-FBE1-CFE5-884B-6159D232074A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</a:t>
            </a:r>
            <a:r>
              <a:rPr lang="en-US" sz="1600" dirty="0"/>
              <a:t>.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65058F8F-80B9-4060-2AD7-1D4F3C32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DE0F5F-DCFF-CF3D-D4D3-43ED9C0B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13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E38D7-69EB-CD84-C677-8510067DF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94" y="2603392"/>
            <a:ext cx="8739996" cy="358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00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C9521-E1C0-F1A1-FD8C-E3EDAEA6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D2E61BC-5FC1-77F8-155D-FA0718199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EE7D9-F484-7372-48C1-A95EEE22D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6B147757-92FB-5FF0-5C49-53659B8FE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F1FD00C6-7BAB-2C65-A2EB-923A65F50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21121C-7108-3231-D57D-88AD14F45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en-US" dirty="0">
                <a:solidFill>
                  <a:srgbClr val="FFFFFF"/>
                </a:solidFill>
              </a:rPr>
              <a:t>Dawn Modules Environments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9B4106FE-3239-9FC4-7C6A-4A205D95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DFA52E-ADE0-DDEC-D32D-1A8A17F0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14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3DFE24-941A-71D0-93DE-7A42705F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264" y="3429000"/>
            <a:ext cx="8458635" cy="10351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EE4FFF-7EC5-5DF2-D88C-AEE2D4ED3F17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`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base</a:t>
            </a:r>
            <a:r>
              <a:rPr lang="en-GB" dirty="0"/>
              <a:t>` environment does not have </a:t>
            </a:r>
            <a:r>
              <a:rPr lang="en-GB" dirty="0" err="1"/>
              <a:t>pytorch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4974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663B1-ADBD-7E9F-0259-559F5849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6D258D-F714-F43E-DC91-E65C40F8B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A4F2CE-E595-67D9-FF65-B9D7F663B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3A84B55-A88D-6509-1B76-E6C80652E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C84B756-8738-6AE5-4DBE-05914F35A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014306-B0B2-C694-AC61-E9F7BC7B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en-US" dirty="0">
                <a:solidFill>
                  <a:srgbClr val="FFFFFF"/>
                </a:solidFill>
              </a:rPr>
              <a:t>Dawn Modules Environments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D415C88F-2B97-2B23-EB52-8D4B46D17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B2F73E-84C3-7F2D-FA33-5C542A78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15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68BEF-9E7D-14F6-8AB1-E1B505ADA04B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`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pytorch-gpu-2.3.1</a:t>
            </a:r>
            <a:r>
              <a:rPr lang="en-GB" dirty="0"/>
              <a:t>` environment does have </a:t>
            </a:r>
            <a:r>
              <a:rPr lang="en-GB" dirty="0" err="1"/>
              <a:t>PyTorch</a:t>
            </a:r>
            <a:r>
              <a:rPr lang="en-US" sz="1600" dirty="0"/>
              <a:t>. In `</a:t>
            </a: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2-PytorchGPU.sh</a:t>
            </a:r>
            <a:r>
              <a:rPr lang="en-US" sz="1600" dirty="0"/>
              <a:t>` we load this prepared environment. And test it with a single line: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EA44E8-213A-5847-B83E-487D4A5BE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987" y="3615315"/>
            <a:ext cx="8541189" cy="24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31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C6280-64CC-7D72-4570-FC13B8C2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17750F4-7D73-3BC5-2038-CE05ED263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D289EC-29D2-1F62-4E8E-B8306A0AC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136E3E1-2F45-21D7-AF31-DC8906D77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3D68696-49D2-E4EB-0C44-7A3E278E9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F9B818-D807-E27E-7F50-E3DA6E80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en-US" dirty="0">
                <a:solidFill>
                  <a:srgbClr val="FFFFFF"/>
                </a:solidFill>
              </a:rPr>
              <a:t>Dawn Modules Environments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25FFEF18-08E7-9ED7-E6F3-A03E92D12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5B75AA3-771A-C2B7-8157-C14EA104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16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8980D-BC98-7C7B-60CE-4A94493AD939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Pytorch environment may take 5 mins to load but it will return: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1B796-9B19-C2B8-7A10-DDE520225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94" y="3162597"/>
            <a:ext cx="8515788" cy="234962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17FBE1-5DE6-11BD-0806-2723F38E326B}"/>
              </a:ext>
            </a:extLst>
          </p:cNvPr>
          <p:cNvCxnSpPr/>
          <p:nvPr/>
        </p:nvCxnSpPr>
        <p:spPr>
          <a:xfrm flipH="1">
            <a:off x="6270171" y="3690257"/>
            <a:ext cx="2242458" cy="39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1933FC99-8BEA-73F8-DD40-85608C32C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97" y="5848324"/>
            <a:ext cx="8783644" cy="51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21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58C98-E03D-AE2C-6EAD-6C370972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E95BA8B-E5CC-759D-6BB3-B59B7CAD9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DD0C6-449A-F70A-9E5A-83BDE06DE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95597CFF-63B5-D416-B8A6-F7AB201D5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6394CB2-7AE8-C75A-CCA0-E84D65FBE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7B8641-6473-3FEB-A57F-DDFB97779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. Deactivate</a:t>
            </a:r>
            <a:r>
              <a:rPr lang="en-US" dirty="0">
                <a:solidFill>
                  <a:srgbClr val="FFFFFF"/>
                </a:solidFill>
              </a:rPr>
              <a:t> Environments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0FCF6164-67E4-E741-C9DF-1AE8ACA0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F1C25-BCC2-C57D-B079-88841F58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17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ED53D-DB44-CF64-770B-C91D1CF2A604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Pytorch environment deactivate: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3D92AA-BFEF-EC18-AB22-B531C70FB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138" y="3346058"/>
            <a:ext cx="6077262" cy="88269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53C13F-C9AB-30A5-D9DE-699745F8480C}"/>
              </a:ext>
            </a:extLst>
          </p:cNvPr>
          <p:cNvCxnSpPr/>
          <p:nvPr/>
        </p:nvCxnSpPr>
        <p:spPr>
          <a:xfrm flipH="1">
            <a:off x="6686167" y="3196434"/>
            <a:ext cx="2242458" cy="39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012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0178D-FDB3-067B-2F8F-F34D3C18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E5E7595-1561-F245-6DDA-F3679B18D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224644-A618-FDDB-21C4-BD7E230B4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7C3BD85-5A80-FCAA-A4F3-A4F7BF86B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59642B04-24D9-5656-5831-0938F2FE2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3A8350-0973-945C-E81C-EE71A6B9F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en-US" dirty="0">
                <a:solidFill>
                  <a:srgbClr val="FFFFFF"/>
                </a:solidFill>
              </a:rPr>
              <a:t>Dawn Modules Environments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06048433-41E7-93C3-6883-A19BAB64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F47DF9-735B-1883-8770-950E3719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18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97A21-1E76-EB13-9ABC-2AF84BFBB99C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You can verify the current version of Python with:</a:t>
            </a:r>
          </a:p>
          <a:p>
            <a:endParaRPr lang="en-GB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dirty="0"/>
              <a:t>You can also verify the current version of </a:t>
            </a:r>
            <a:r>
              <a:rPr lang="en-GB" dirty="0" err="1"/>
              <a:t>conda</a:t>
            </a:r>
            <a:r>
              <a:rPr lang="en-GB" dirty="0"/>
              <a:t> with: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F7C5E0-DBA3-CE6A-293A-C7ED9981F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94" y="4707832"/>
            <a:ext cx="8721226" cy="6864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7F182B-7909-8258-5295-871250613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94" y="3162597"/>
            <a:ext cx="8721226" cy="7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36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71D05-0BE6-A74A-7676-BC7ECB1B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DD939CD-DC74-0A89-A1EA-B55553E6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B0A4FD-B4F9-0510-EB11-486049C76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0CF7D82D-2708-59B9-6B57-C0E82C719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237EB7CF-6332-1A58-783A-1C1DB7385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03A1C-F599-C667-AEC1-47F21EB7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Installing additional </a:t>
            </a:r>
            <a:r>
              <a:rPr lang="en-GB" dirty="0" err="1">
                <a:solidFill>
                  <a:srgbClr val="FFFFFF"/>
                </a:solidFill>
              </a:rPr>
              <a:t>conda</a:t>
            </a:r>
            <a:r>
              <a:rPr lang="en-GB" dirty="0">
                <a:solidFill>
                  <a:srgbClr val="FFFFFF"/>
                </a:solidFill>
              </a:rPr>
              <a:t> Python modules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82AD54CF-0409-C26B-44E1-115BEA990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02F516E-47D1-9729-4C8E-BC42C6AA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19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B2394-AA84-68A9-35F9-759FD7C79D4A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If the central `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base</a:t>
            </a:r>
            <a:r>
              <a:rPr lang="en-GB" dirty="0"/>
              <a:t>` installation does not have a package or module that you require, you can install this yourself by using </a:t>
            </a:r>
            <a:r>
              <a:rPr lang="en-GB" i="1" dirty="0" err="1"/>
              <a:t>conda</a:t>
            </a:r>
            <a:r>
              <a:rPr lang="en-GB" i="1" dirty="0"/>
              <a:t> environments</a:t>
            </a:r>
            <a:r>
              <a:rPr lang="en-GB" dirty="0"/>
              <a:t>.</a:t>
            </a:r>
          </a:p>
          <a:p>
            <a:r>
              <a:rPr lang="en-GB" dirty="0"/>
              <a:t>A </a:t>
            </a:r>
            <a:r>
              <a:rPr lang="en-GB" dirty="0" err="1"/>
              <a:t>conda</a:t>
            </a:r>
            <a:r>
              <a:rPr lang="en-GB" dirty="0"/>
              <a:t> environment is a local copy of the central install that you can then modify with additional modules/packages or even use different versions of existing packages.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Full documentation on using </a:t>
            </a:r>
            <a:r>
              <a:rPr lang="en-GB" dirty="0" err="1"/>
              <a:t>conda</a:t>
            </a:r>
            <a:r>
              <a:rPr lang="en-GB" dirty="0"/>
              <a:t> environments can be found online at </a:t>
            </a:r>
            <a:r>
              <a:rPr lang="en-GB" dirty="0">
                <a:hlinkClick r:id="rId3"/>
              </a:rPr>
              <a:t>Managing </a:t>
            </a:r>
            <a:r>
              <a:rPr lang="en-GB" dirty="0" err="1">
                <a:hlinkClick r:id="rId3"/>
              </a:rPr>
              <a:t>conda</a:t>
            </a:r>
            <a:r>
              <a:rPr lang="en-GB" dirty="0">
                <a:hlinkClick r:id="rId3"/>
              </a:rPr>
              <a:t> environments</a:t>
            </a:r>
            <a:r>
              <a:rPr lang="en-GB" dirty="0"/>
              <a:t>.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23263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BE3D6-853B-E656-6474-2152A5AC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03EDE7-E5F1-6ED2-FE6E-1204DF564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9BAA6A-0C34-F599-47C0-780E418C3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2A46BCE2-0E4C-FF4C-BBB0-8A955284F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55184883-B9EF-5A9D-32B5-B8AB376E2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63B052-C6B7-787E-C4E9-DE543969E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Installing additional </a:t>
            </a:r>
            <a:r>
              <a:rPr lang="en-GB" dirty="0" err="1">
                <a:solidFill>
                  <a:srgbClr val="FFFFFF"/>
                </a:solidFill>
              </a:rPr>
              <a:t>conda</a:t>
            </a:r>
            <a:r>
              <a:rPr lang="en-GB" dirty="0">
                <a:solidFill>
                  <a:srgbClr val="FFFFFF"/>
                </a:solidFill>
              </a:rPr>
              <a:t> Python modules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92C81374-204A-1E3D-3CB4-FF364815D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5B3CE0-4BB7-B1F3-E244-80B6D407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20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831CB-0084-0F59-98D6-C65EFA2F746E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n-GB" sz="1600" dirty="0"/>
          </a:p>
          <a:p>
            <a:endParaRPr lang="en-GB" sz="1600" dirty="0"/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30FBE2-47CF-DCF1-D483-51B96CAFB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527" y="3672218"/>
            <a:ext cx="9015642" cy="25362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52767B-C1F8-D921-FFF2-7C6896CA42EE}"/>
              </a:ext>
            </a:extLst>
          </p:cNvPr>
          <p:cNvSpPr txBox="1"/>
          <p:nvPr/>
        </p:nvSpPr>
        <p:spPr>
          <a:xfrm>
            <a:off x="1255712" y="29159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If you want you could install Pytorch 2.8 in a clone of the base environment: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1091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DB7E4-70C3-F309-29C7-934BE22C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3EFB889-21DB-4E67-28EF-65D6C144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64D162-35D4-EF73-E780-ABD5D0A18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AC0BB21-E1D1-4875-3447-4E0F17D6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102104-6CDF-E559-A360-E1BB2606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2AAFD5-FC94-CEE5-91A1-4E74442C8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8622AD0-C570-F4A4-625E-DB00A3107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2994A1-56EC-7B3D-5891-0859E393C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608F562E-A70E-C0D8-2A96-4C0390BBB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E62F10A-A2BB-0464-67BF-36FBB7A00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1A0082-C944-3DDE-5ACB-0C34C804C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31CD3-2C9D-15AD-BB5B-9E17A79D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21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Title 3">
            <a:extLst>
              <a:ext uri="{FF2B5EF4-FFF2-40B4-BE49-F238E27FC236}">
                <a16:creationId xmlns:a16="http://schemas.microsoft.com/office/drawing/2014/main" id="{6A9FEBC6-3DE3-A1B0-58BC-A77C7A9E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8114096" y="3329724"/>
            <a:ext cx="5341687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2. Install Script for </a:t>
            </a:r>
            <a:r>
              <a:rPr lang="en-US" dirty="0" err="1">
                <a:solidFill>
                  <a:srgbClr val="FFFFFF"/>
                </a:solidFill>
              </a:rPr>
              <a:t>Miniconda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DDFFC-02A0-9150-B4AD-C1FF9EEFDA97}"/>
              </a:ext>
            </a:extLst>
          </p:cNvPr>
          <p:cNvSpPr txBox="1"/>
          <p:nvPr/>
        </p:nvSpPr>
        <p:spPr>
          <a:xfrm>
            <a:off x="573234" y="727085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1600" dirty="0"/>
              <a:t>Script for </a:t>
            </a:r>
            <a:r>
              <a:rPr lang="en-GB" sz="1600" dirty="0" err="1"/>
              <a:t>Miniconda</a:t>
            </a:r>
            <a:r>
              <a:rPr lang="en-US" sz="1600" dirty="0"/>
              <a:t>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EF129D-CF76-1384-AED2-9085BE48F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2458" y="1289267"/>
            <a:ext cx="5483809" cy="443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2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F438F-F09A-E158-C601-9B99DEB9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2E1FD23-93E1-4035-3CCB-510B3AF93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642DC9-D28D-467C-67A1-B4920E978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DAD5E37-ACF1-1001-B3C9-F68F2E8AA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9B28D3B6-3F5F-15C4-FCD1-1F5F16327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DF7714-DAA5-0057-6775-3B91F2623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2. </a:t>
            </a:r>
            <a:r>
              <a:rPr lang="en-US" b="0" i="0" u="none" strike="noStrike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Miniconda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Install Script Environments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AB4A9-E7A4-B6DC-BEF9-737E322452A2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useful environment variable for where </a:t>
            </a:r>
            <a:r>
              <a:rPr lang="en-GB" dirty="0" err="1"/>
              <a:t>conda</a:t>
            </a:r>
            <a:r>
              <a:rPr lang="en-GB" dirty="0"/>
              <a:t> </a:t>
            </a:r>
            <a:r>
              <a:rPr lang="en-GB" sz="1600" dirty="0"/>
              <a:t>will still store its data (cache, Python installations, tools</a:t>
            </a:r>
            <a:r>
              <a:rPr lang="en-US" sz="1600" dirty="0"/>
              <a:t>.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Other useful Environment variables are: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16D6C2B4-EC24-F27F-B377-CBA77EFE0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44E85F-9C08-E0FC-D813-AE77E0E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22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5D8AE7-BC04-C323-6764-108989DD0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94" y="3393053"/>
            <a:ext cx="4940554" cy="4445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29C668-38EB-ECE7-F344-7A3969E76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94" y="4604657"/>
            <a:ext cx="6481594" cy="199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74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1A4B0-7403-B9F3-0F96-15BA1F8E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7148531-F010-6EF1-53DD-4EF7E4DF7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555EF7-0EC3-BAA5-3D77-C817E8662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824A1DE2-593A-70B8-3F27-45B3E8788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B9DDDA-7406-6D92-290D-F1B2A158C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B557016-64DC-1554-FDDB-30C47BAE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625CCE7-9B7B-3254-0D05-D4A2A6A1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496A9A-DD03-CCDD-163F-184E679AB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2AB6AC25-6036-A906-F94A-6E1346A38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87B01D2A-C9D2-3772-B683-0EBD7C63F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F67F53-5BFC-8D42-EA89-5DB0333A8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371DE-75BE-1C3F-E32F-C21DC952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23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Title 3">
            <a:extLst>
              <a:ext uri="{FF2B5EF4-FFF2-40B4-BE49-F238E27FC236}">
                <a16:creationId xmlns:a16="http://schemas.microsoft.com/office/drawing/2014/main" id="{A176B343-58A2-38DB-A19A-55DD1FA7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8114096" y="3329724"/>
            <a:ext cx="5341687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3. Install Script for UV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F375F3-1440-40AF-0F70-9CC8F7F6811A}"/>
              </a:ext>
            </a:extLst>
          </p:cNvPr>
          <p:cNvSpPr txBox="1"/>
          <p:nvPr/>
        </p:nvSpPr>
        <p:spPr>
          <a:xfrm>
            <a:off x="349395" y="213360"/>
            <a:ext cx="9028484" cy="6035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1600" dirty="0"/>
              <a:t>Script for UV Install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Here we use </a:t>
            </a:r>
            <a:r>
              <a:rPr lang="en-US" sz="1600" dirty="0" err="1"/>
              <a:t>wget</a:t>
            </a:r>
            <a:r>
              <a:rPr lang="en-US" sz="1600" dirty="0"/>
              <a:t> to download UV  and install: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Note: we use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To install UV into the directory in the variable </a:t>
            </a:r>
            <a:r>
              <a:rPr lang="en-US" sz="1600" dirty="0">
                <a:solidFill>
                  <a:srgbClr val="0070C0"/>
                </a:solidFill>
                <a:highlight>
                  <a:srgbClr val="000000"/>
                </a:highlight>
              </a:rPr>
              <a:t>UV_INSTALL_DIR </a:t>
            </a:r>
            <a:r>
              <a:rPr lang="en-US" sz="1600" dirty="0"/>
              <a:t>. </a:t>
            </a:r>
          </a:p>
          <a:p>
            <a:endParaRPr lang="en-US" sz="1600" dirty="0"/>
          </a:p>
          <a:p>
            <a:r>
              <a:rPr lang="en-GB" dirty="0"/>
              <a:t>Changing the installation path only affects where the UV binary is installed.</a:t>
            </a:r>
          </a:p>
          <a:p>
            <a:r>
              <a:rPr lang="en-GB" dirty="0"/>
              <a:t> UV will still store its data (cache, Python installations, tools, etc.) in the default locations.</a:t>
            </a:r>
          </a:p>
          <a:p>
            <a:r>
              <a:rPr lang="en-GB" dirty="0"/>
              <a:t>See the </a:t>
            </a:r>
            <a:r>
              <a:rPr lang="en-GB" dirty="0">
                <a:hlinkClick r:id="rId6"/>
              </a:rPr>
              <a:t>storage reference</a:t>
            </a:r>
            <a:r>
              <a:rPr lang="en-GB" dirty="0"/>
              <a:t> for details on these locations and how to customize them.</a:t>
            </a:r>
          </a:p>
          <a:p>
            <a:endParaRPr lang="en-US" sz="1600" dirty="0"/>
          </a:p>
          <a:p>
            <a:r>
              <a:rPr lang="en-US" sz="1600" dirty="0">
                <a:hlinkClick r:id="rId7"/>
              </a:rPr>
              <a:t>https://docs.astral.sh/uv/reference/installer/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CFB18B-FE63-C3CF-A21E-819461DCDA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292" y="1129739"/>
            <a:ext cx="7672586" cy="6235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CD297B-5CC8-0E66-1003-2FFFA8838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123" y="2490253"/>
            <a:ext cx="7672586" cy="37187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70C0"/>
                </a:solidFill>
              </a:rPr>
              <a:t>UV_UNMANAGED_INSTALL</a:t>
            </a:r>
            <a:r>
              <a:rPr lang="en-US" sz="2000" dirty="0">
                <a:solidFill>
                  <a:srgbClr val="BB60D5"/>
                </a:solidFill>
              </a:rPr>
              <a:t>=</a:t>
            </a:r>
            <a:r>
              <a:rPr lang="en-US" sz="2000" dirty="0">
                <a:solidFill>
                  <a:srgbClr val="0070C0"/>
                </a:solidFill>
              </a:rPr>
              <a:t>$UV_INSTALL_DIR </a:t>
            </a:r>
          </a:p>
        </p:txBody>
      </p:sp>
    </p:spTree>
    <p:extLst>
      <p:ext uri="{BB962C8B-B14F-4D97-AF65-F5344CB8AC3E}">
        <p14:creationId xmlns:p14="http://schemas.microsoft.com/office/powerpoint/2010/main" val="165529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2B378-008E-ABDB-BCC7-305DDF28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D4017BB-87B8-119F-CFED-5BA5D0F2A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B6856F-8E89-9AAF-673B-70973D6AF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3667198-3FDE-F991-03C8-162F9767C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388D42CC-BB40-9711-A094-9F61B9A28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8268C4-8B14-D251-BD35-EBB6F3BF3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3. </a:t>
            </a:r>
            <a:r>
              <a:rPr lang="en-US" dirty="0" err="1">
                <a:solidFill>
                  <a:srgbClr val="FFFFFF"/>
                </a:solidFill>
              </a:rPr>
              <a:t>project.toml</a:t>
            </a:r>
            <a:r>
              <a:rPr lang="en-US" dirty="0">
                <a:solidFill>
                  <a:srgbClr val="FFFFFF"/>
                </a:solidFill>
              </a:rPr>
              <a:t> example for UV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E47081-C1AA-DAF8-0BEA-D916FA652B6C}"/>
              </a:ext>
            </a:extLst>
          </p:cNvPr>
          <p:cNvSpPr txBox="1"/>
          <p:nvPr/>
        </p:nvSpPr>
        <p:spPr>
          <a:xfrm>
            <a:off x="1103312" y="2305966"/>
            <a:ext cx="8946541" cy="40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</a:t>
            </a:r>
            <a:r>
              <a:rPr lang="en-GB" dirty="0" err="1"/>
              <a:t>toml</a:t>
            </a:r>
            <a:r>
              <a:rPr lang="en-GB" dirty="0"/>
              <a:t> file for the project has an extra `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XPU</a:t>
            </a:r>
            <a:r>
              <a:rPr lang="en-GB" dirty="0"/>
              <a:t>` section for installing Pytorch on Dawn</a:t>
            </a:r>
            <a:r>
              <a:rPr lang="en-US" sz="1600" dirty="0"/>
              <a:t>.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see:</a:t>
            </a:r>
          </a:p>
          <a:p>
            <a:r>
              <a:rPr lang="en-US" sz="1600" dirty="0">
                <a:hlinkClick r:id="rId2"/>
              </a:rPr>
              <a:t>https://docs.astral.sh/uv/guides/integration/pytorch/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4000C57A-2DAE-A943-8014-CFDEE5692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AF9E8D2-38DD-5065-8399-05F6E130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24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3D14B-AFC7-11E5-880E-8A9E5AE99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147" y="2685862"/>
            <a:ext cx="5454930" cy="1301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0E73FB-8345-CB20-306D-3CA71FA1E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272" y="4007483"/>
            <a:ext cx="6349805" cy="200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35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FD3AC-510B-603E-E044-F27739E6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6F56D4F-2636-0205-CE59-8FCEB9307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6788A-2758-1CFE-F978-548EF708B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BDF15FF4-593C-8184-55B8-A85CB1832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90D6C938-8EA2-0E43-0179-1B12B62C6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F11EB1-D274-7E95-ACE1-3FC5E75D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4. </a:t>
            </a:r>
            <a:r>
              <a:rPr lang="en-US" dirty="0" err="1">
                <a:solidFill>
                  <a:srgbClr val="FFFFFF"/>
                </a:solidFill>
              </a:rPr>
              <a:t>WandB</a:t>
            </a:r>
            <a:r>
              <a:rPr lang="en-US" dirty="0">
                <a:solidFill>
                  <a:srgbClr val="FFFFFF"/>
                </a:solidFill>
              </a:rPr>
              <a:t> example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33CC8-357B-5AAC-EE14-28AA94C540C9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n-US" sz="1600" dirty="0"/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3B07F2FF-7F6B-1F1B-52A5-FC50CB990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961964-4DE7-CC6C-DDC5-2630407D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25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03BB32-2ED8-2509-AE08-5A5F810EE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831" y="2390815"/>
            <a:ext cx="8886135" cy="385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29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F90B8-2733-8275-6BB8-A82041D71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4AB025B-6C6A-8240-0731-858C52C73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BA5B49-5A86-6693-6B37-D869B9021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90A60372-1747-690C-9BA0-B60C74F59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DEFC80EE-0138-68CB-8E30-D8349A54D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4D90F4-511C-6407-D18B-318C2E99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Transformers and </a:t>
            </a:r>
            <a:r>
              <a:rPr lang="en-US" dirty="0" err="1">
                <a:solidFill>
                  <a:srgbClr val="FFFFFF"/>
                </a:solidFill>
              </a:rPr>
              <a:t>Huggingface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Environment errors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1C49BA96-B4D2-A4A5-6608-7F93801A6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2663E6-96E0-D5FC-924F-CF561152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26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4A085-F224-7006-961A-50E4487F20E5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The   Pytorch, Hugging Face Transformers can lead to errors like this:</a:t>
            </a:r>
          </a:p>
          <a:p>
            <a:endParaRPr lang="en-GB" sz="1600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   </a:t>
            </a:r>
            <a:r>
              <a:rPr lang="en-GB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RuntimeError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: operator </a:t>
            </a:r>
            <a:r>
              <a:rPr lang="en-GB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torchvision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::</a:t>
            </a:r>
            <a:r>
              <a:rPr lang="en-GB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nms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does not exist </a:t>
            </a:r>
          </a:p>
          <a:p>
            <a:endParaRPr lang="en-US" sz="1600" dirty="0"/>
          </a:p>
          <a:p>
            <a:r>
              <a:rPr lang="en-US" sz="1600" dirty="0"/>
              <a:t>This was seen when trying to use hugging face and using nanonets model.</a:t>
            </a:r>
          </a:p>
          <a:p>
            <a:r>
              <a:rPr lang="en-US" sz="1600" dirty="0"/>
              <a:t> The error was actually resolved by adding a constraint: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transformers[torch] &gt;=4.0,&lt;4.5.1</a:t>
            </a:r>
          </a:p>
        </p:txBody>
      </p:sp>
    </p:spTree>
    <p:extLst>
      <p:ext uri="{BB962C8B-B14F-4D97-AF65-F5344CB8AC3E}">
        <p14:creationId xmlns:p14="http://schemas.microsoft.com/office/powerpoint/2010/main" val="1091837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BEBE-18E8-4025-FF6F-EC0130CB4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794471"/>
            <a:ext cx="6974911" cy="861420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>
              <a:lnSpc>
                <a:spcPct val="90000"/>
              </a:lnSpc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support@HPC.cam.ac.uk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GB" dirty="0"/>
              <a:t>Thank You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7104D-40A7-4835-AB4E-9EE34E4F5962}"/>
              </a:ext>
            </a:extLst>
          </p:cNvPr>
          <p:cNvSpPr txBox="1"/>
          <p:nvPr/>
        </p:nvSpPr>
        <p:spPr>
          <a:xfrm>
            <a:off x="1154955" y="1320801"/>
            <a:ext cx="6820645" cy="169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When looking for answers try these </a:t>
            </a:r>
            <a:r>
              <a:rPr lang="en-US" altLang="en-US" sz="2000" dirty="0">
                <a:latin typeface="+mj-lt"/>
                <a:ea typeface="+mj-ea"/>
                <a:cs typeface="+mj-cs"/>
              </a:rPr>
              <a:t>pages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:</a:t>
            </a:r>
          </a:p>
          <a:p>
            <a:pPr marL="0" marR="0" lvl="0" indent="0" fontAlgn="base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dawn-intel-</a:t>
            </a:r>
            <a:r>
              <a:rPr kumimoji="0" lang="en-US" altLang="en-US" sz="2000" u="none" strike="noStrike" cap="none" normalizeH="0" baseline="0" dirty="0" err="1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gpu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-</a:t>
            </a:r>
            <a:r>
              <a:rPr kumimoji="0" lang="en-US" altLang="en-US" sz="2000" u="none" strike="noStrike" cap="none" normalizeH="0" baseline="0" dirty="0" err="1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pvc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-nodes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 </a:t>
            </a:r>
          </a:p>
          <a:p>
            <a:pPr marL="0" marR="0" lvl="0" indent="0" fontAlgn="base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2612BF0-F7D7-CBB7-2CF9-B95F0243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27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5066</TotalTime>
  <Words>1105</Words>
  <Application>Microsoft Office PowerPoint</Application>
  <PresentationFormat>Widescreen</PresentationFormat>
  <Paragraphs>218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Calibri</vt:lpstr>
      <vt:lpstr>Century Gothic</vt:lpstr>
      <vt:lpstr>Consolas</vt:lpstr>
      <vt:lpstr>Courier New</vt:lpstr>
      <vt:lpstr>Gill Sans Nova</vt:lpstr>
      <vt:lpstr>Libre Franklin</vt:lpstr>
      <vt:lpstr>Raleway</vt:lpstr>
      <vt:lpstr>Wingdings 3</vt:lpstr>
      <vt:lpstr>Ion</vt:lpstr>
      <vt:lpstr>Python Environments on Dawn </vt:lpstr>
      <vt:lpstr> Common pip commands</vt:lpstr>
      <vt:lpstr> Common pip commands</vt:lpstr>
      <vt:lpstr> Common pip commands </vt:lpstr>
      <vt:lpstr> Common pip commands </vt:lpstr>
      <vt:lpstr> System Python on Login DAWN</vt:lpstr>
      <vt:lpstr>ModuleNotFoundError</vt:lpstr>
      <vt:lpstr>ModuleNotFoundError</vt:lpstr>
      <vt:lpstr>ModuleNotFoundError</vt:lpstr>
      <vt:lpstr>Environment variables</vt:lpstr>
      <vt:lpstr>ModuleNotFoundError</vt:lpstr>
      <vt:lpstr>Dawn Modules Environments</vt:lpstr>
      <vt:lpstr>1. Dawn Modules Environments </vt:lpstr>
      <vt:lpstr>1. Dawn Modules Environments</vt:lpstr>
      <vt:lpstr>1. Dawn Modules Environments</vt:lpstr>
      <vt:lpstr>1. Dawn Modules Environments</vt:lpstr>
      <vt:lpstr>1. Deactivate Environments</vt:lpstr>
      <vt:lpstr>1. Dawn Modules Environments</vt:lpstr>
      <vt:lpstr>Installing additional conda Python modules</vt:lpstr>
      <vt:lpstr>Installing additional conda Python modules</vt:lpstr>
      <vt:lpstr>2. Install Script for Miniconda</vt:lpstr>
      <vt:lpstr>2. Miniconda Install Script Environments</vt:lpstr>
      <vt:lpstr>3. Install Script for UV</vt:lpstr>
      <vt:lpstr>3. project.toml example for UV</vt:lpstr>
      <vt:lpstr>4. WandB example</vt:lpstr>
      <vt:lpstr>Transformers and Huggingface Environment errors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Hartley</dc:creator>
  <cp:lastModifiedBy>Simon Hartley</cp:lastModifiedBy>
  <cp:revision>4</cp:revision>
  <dcterms:created xsi:type="dcterms:W3CDTF">2025-11-24T08:49:48Z</dcterms:created>
  <dcterms:modified xsi:type="dcterms:W3CDTF">2026-03-23T14:24:45Z</dcterms:modified>
</cp:coreProperties>
</file>