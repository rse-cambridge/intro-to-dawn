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8" r:id="rId1"/>
  </p:sldMasterIdLst>
  <p:notesMasterIdLst>
    <p:notesMasterId r:id="rId6"/>
  </p:notesMasterIdLst>
  <p:handoutMasterIdLst>
    <p:handoutMasterId r:id="rId7"/>
  </p:handoutMasterIdLst>
  <p:sldIdLst>
    <p:sldId id="272" r:id="rId2"/>
    <p:sldId id="929" r:id="rId3"/>
    <p:sldId id="955" r:id="rId4"/>
    <p:sldId id="28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4ED"/>
    <a:srgbClr val="AD5C4D"/>
    <a:srgbClr val="BB60D5"/>
    <a:srgbClr val="404040"/>
    <a:srgbClr val="D1D8B7"/>
    <a:srgbClr val="A09D79"/>
    <a:srgbClr val="543E35"/>
    <a:srgbClr val="637700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6113D-667B-41A8-85FB-B0501761F41B}" v="104" dt="2026-03-20T14:06:07.472"/>
  </p1510:revLst>
</p1510:revInfo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83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5" d="100"/>
        <a:sy n="135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artley" userId="ec1d4bd2-4db4-4fcf-9e9a-900b72c6bb46" providerId="ADAL" clId="{B4160541-181D-41F0-82EF-CBF481B4CC4C}"/>
    <pc:docChg chg="custSel addSld delSld modSld sldOrd">
      <pc:chgData name="Simon Hartley" userId="ec1d4bd2-4db4-4fcf-9e9a-900b72c6bb46" providerId="ADAL" clId="{B4160541-181D-41F0-82EF-CBF481B4CC4C}" dt="2026-03-20T14:13:09.907" v="720" actId="47"/>
      <pc:docMkLst>
        <pc:docMk/>
      </pc:docMkLst>
      <pc:sldChg chg="modSp mod">
        <pc:chgData name="Simon Hartley" userId="ec1d4bd2-4db4-4fcf-9e9a-900b72c6bb46" providerId="ADAL" clId="{B4160541-181D-41F0-82EF-CBF481B4CC4C}" dt="2026-03-20T14:06:07.472" v="707" actId="20577"/>
        <pc:sldMkLst>
          <pc:docMk/>
          <pc:sldMk cId="417536504" sldId="272"/>
        </pc:sldMkLst>
        <pc:spChg chg="mod">
          <ac:chgData name="Simon Hartley" userId="ec1d4bd2-4db4-4fcf-9e9a-900b72c6bb46" providerId="ADAL" clId="{B4160541-181D-41F0-82EF-CBF481B4CC4C}" dt="2026-03-20T14:06:07.472" v="707" actId="20577"/>
          <ac:spMkLst>
            <pc:docMk/>
            <pc:sldMk cId="417536504" sldId="272"/>
            <ac:spMk id="2" creationId="{43B8BB83-CA62-C813-5584-9F9C32557A2B}"/>
          </ac:spMkLst>
        </pc:spChg>
      </pc:sldChg>
      <pc:sldChg chg="addSp delSp modSp mod ord">
        <pc:chgData name="Simon Hartley" userId="ec1d4bd2-4db4-4fcf-9e9a-900b72c6bb46" providerId="ADAL" clId="{B4160541-181D-41F0-82EF-CBF481B4CC4C}" dt="2026-03-20T10:41:10.872" v="108"/>
        <pc:sldMkLst>
          <pc:docMk/>
          <pc:sldMk cId="2574300826" sldId="929"/>
        </pc:sldMkLst>
        <pc:spChg chg="mod">
          <ac:chgData name="Simon Hartley" userId="ec1d4bd2-4db4-4fcf-9e9a-900b72c6bb46" providerId="ADAL" clId="{B4160541-181D-41F0-82EF-CBF481B4CC4C}" dt="2026-03-20T10:36:49.770" v="38" actId="20577"/>
          <ac:spMkLst>
            <pc:docMk/>
            <pc:sldMk cId="2574300826" sldId="929"/>
            <ac:spMk id="4" creationId="{0FF584FD-23D2-4ADF-8806-EEFA9167CCAE}"/>
          </ac:spMkLst>
        </pc:spChg>
        <pc:spChg chg="mod">
          <ac:chgData name="Simon Hartley" userId="ec1d4bd2-4db4-4fcf-9e9a-900b72c6bb46" providerId="ADAL" clId="{B4160541-181D-41F0-82EF-CBF481B4CC4C}" dt="2026-03-20T10:41:10.872" v="108"/>
          <ac:spMkLst>
            <pc:docMk/>
            <pc:sldMk cId="2574300826" sldId="929"/>
            <ac:spMk id="6" creationId="{C064B22D-FBE1-CFE5-884B-6159D232074A}"/>
          </ac:spMkLst>
        </pc:spChg>
        <pc:picChg chg="del">
          <ac:chgData name="Simon Hartley" userId="ec1d4bd2-4db4-4fcf-9e9a-900b72c6bb46" providerId="ADAL" clId="{B4160541-181D-41F0-82EF-CBF481B4CC4C}" dt="2026-03-20T10:36:59.854" v="39" actId="478"/>
          <ac:picMkLst>
            <pc:docMk/>
            <pc:sldMk cId="2574300826" sldId="929"/>
            <ac:picMk id="5" creationId="{0E41A3F2-51D9-7FF5-AC66-75157C987B0F}"/>
          </ac:picMkLst>
        </pc:picChg>
        <pc:picChg chg="add del mod">
          <ac:chgData name="Simon Hartley" userId="ec1d4bd2-4db4-4fcf-9e9a-900b72c6bb46" providerId="ADAL" clId="{B4160541-181D-41F0-82EF-CBF481B4CC4C}" dt="2026-03-20T10:40:11.678" v="105" actId="478"/>
          <ac:picMkLst>
            <pc:docMk/>
            <pc:sldMk cId="2574300826" sldId="929"/>
            <ac:picMk id="8" creationId="{C3CA714A-2C75-E61C-26B2-C4A38346ADDE}"/>
          </ac:picMkLst>
        </pc:picChg>
      </pc:sldChg>
      <pc:sldChg chg="del">
        <pc:chgData name="Simon Hartley" userId="ec1d4bd2-4db4-4fcf-9e9a-900b72c6bb46" providerId="ADAL" clId="{B4160541-181D-41F0-82EF-CBF481B4CC4C}" dt="2026-03-19T17:09:40.624" v="25" actId="47"/>
        <pc:sldMkLst>
          <pc:docMk/>
          <pc:sldMk cId="3691922093" sldId="952"/>
        </pc:sldMkLst>
      </pc:sldChg>
      <pc:sldChg chg="delSp del mod delAnim">
        <pc:chgData name="Simon Hartley" userId="ec1d4bd2-4db4-4fcf-9e9a-900b72c6bb46" providerId="ADAL" clId="{B4160541-181D-41F0-82EF-CBF481B4CC4C}" dt="2026-03-20T14:13:09.907" v="720" actId="47"/>
        <pc:sldMkLst>
          <pc:docMk/>
          <pc:sldMk cId="4221623154" sldId="953"/>
        </pc:sldMkLst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12" creationId="{B4D69156-E888-5377-3E41-5048BB4DBE6C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14" creationId="{4BFF4B90-5507-B15A-A0EA-64449553074C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18" creationId="{26ECE1F3-CA8D-6CFF-255E-65C08E27D4EF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20" creationId="{565D5527-A830-3A15-7575-9B29E3EF265D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26" creationId="{C9BC0C03-D1C6-5DA4-3785-AF6778033FDC}"/>
          </ac:spMkLst>
        </pc:spChg>
        <pc:spChg chg="del">
          <ac:chgData name="Simon Hartley" userId="ec1d4bd2-4db4-4fcf-9e9a-900b72c6bb46" providerId="ADAL" clId="{B4160541-181D-41F0-82EF-CBF481B4CC4C}" dt="2026-03-20T10:34:13.591" v="26" actId="478"/>
          <ac:spMkLst>
            <pc:docMk/>
            <pc:sldMk cId="4221623154" sldId="953"/>
            <ac:spMk id="45" creationId="{A0DD5054-9FD3-9468-0C05-CCC0D9112527}"/>
          </ac:spMkLst>
        </pc:sp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2" creationId="{C6EC2372-04EA-F48A-0F3C-5F86B5F45762}"/>
          </ac:picMkLst>
        </pc:pic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7" creationId="{5C54E8D7-BD7C-439E-5EFF-A729F126E1CB}"/>
          </ac:picMkLst>
        </pc:pic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9" creationId="{EEFB4C61-6EDD-586F-31D7-1FD429AF5F0D}"/>
          </ac:picMkLst>
        </pc:picChg>
        <pc:picChg chg="del">
          <ac:chgData name="Simon Hartley" userId="ec1d4bd2-4db4-4fcf-9e9a-900b72c6bb46" providerId="ADAL" clId="{B4160541-181D-41F0-82EF-CBF481B4CC4C}" dt="2026-03-20T10:34:13.591" v="26" actId="478"/>
          <ac:picMkLst>
            <pc:docMk/>
            <pc:sldMk cId="4221623154" sldId="953"/>
            <ac:picMk id="10" creationId="{09DE5574-F8E1-D86E-70C1-FB14AEA80B42}"/>
          </ac:picMkLst>
        </pc:picChg>
      </pc:sldChg>
      <pc:sldChg chg="modSp add del mod">
        <pc:chgData name="Simon Hartley" userId="ec1d4bd2-4db4-4fcf-9e9a-900b72c6bb46" providerId="ADAL" clId="{B4160541-181D-41F0-82EF-CBF481B4CC4C}" dt="2026-03-20T14:12:48.530" v="708" actId="47"/>
        <pc:sldMkLst>
          <pc:docMk/>
          <pc:sldMk cId="2456894211" sldId="954"/>
        </pc:sldMkLst>
        <pc:spChg chg="mod">
          <ac:chgData name="Simon Hartley" userId="ec1d4bd2-4db4-4fcf-9e9a-900b72c6bb46" providerId="ADAL" clId="{B4160541-181D-41F0-82EF-CBF481B4CC4C}" dt="2026-03-20T10:39:49.252" v="99" actId="20577"/>
          <ac:spMkLst>
            <pc:docMk/>
            <pc:sldMk cId="2456894211" sldId="954"/>
            <ac:spMk id="4" creationId="{7EAD0938-7E01-0115-88A8-9E2E4BC347F7}"/>
          </ac:spMkLst>
        </pc:sp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038903838" sldId="954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550403831" sldId="955"/>
        </pc:sldMkLst>
      </pc:sldChg>
      <pc:sldChg chg="add">
        <pc:chgData name="Simon Hartley" userId="ec1d4bd2-4db4-4fcf-9e9a-900b72c6bb46" providerId="ADAL" clId="{B4160541-181D-41F0-82EF-CBF481B4CC4C}" dt="2026-03-20T10:39:23.474" v="70" actId="2890"/>
        <pc:sldMkLst>
          <pc:docMk/>
          <pc:sldMk cId="3926928587" sldId="955"/>
        </pc:sldMkLst>
      </pc:sldChg>
      <pc:sldChg chg="addSp modSp add del mod">
        <pc:chgData name="Simon Hartley" userId="ec1d4bd2-4db4-4fcf-9e9a-900b72c6bb46" providerId="ADAL" clId="{B4160541-181D-41F0-82EF-CBF481B4CC4C}" dt="2026-03-20T14:12:51.085" v="709" actId="47"/>
        <pc:sldMkLst>
          <pc:docMk/>
          <pc:sldMk cId="1603765277" sldId="956"/>
        </pc:sldMkLst>
        <pc:spChg chg="add">
          <ac:chgData name="Simon Hartley" userId="ec1d4bd2-4db4-4fcf-9e9a-900b72c6bb46" providerId="ADAL" clId="{B4160541-181D-41F0-82EF-CBF481B4CC4C}" dt="2026-03-20T10:41:56.949" v="112"/>
          <ac:spMkLst>
            <pc:docMk/>
            <pc:sldMk cId="1603765277" sldId="956"/>
            <ac:spMk id="3" creationId="{89A97A1B-D0C5-4A4E-6405-C4D574196923}"/>
          </ac:spMkLst>
        </pc:spChg>
        <pc:spChg chg="mod">
          <ac:chgData name="Simon Hartley" userId="ec1d4bd2-4db4-4fcf-9e9a-900b72c6bb46" providerId="ADAL" clId="{B4160541-181D-41F0-82EF-CBF481B4CC4C}" dt="2026-03-20T10:42:35.164" v="154" actId="20577"/>
          <ac:spMkLst>
            <pc:docMk/>
            <pc:sldMk cId="1603765277" sldId="956"/>
            <ac:spMk id="4" creationId="{2FCED9F4-6FFE-A038-3639-A85EB2B71A03}"/>
          </ac:spMkLst>
        </pc:spChg>
        <pc:spChg chg="mod">
          <ac:chgData name="Simon Hartley" userId="ec1d4bd2-4db4-4fcf-9e9a-900b72c6bb46" providerId="ADAL" clId="{B4160541-181D-41F0-82EF-CBF481B4CC4C}" dt="2026-03-20T10:41:26.153" v="111" actId="20577"/>
          <ac:spMkLst>
            <pc:docMk/>
            <pc:sldMk cId="1603765277" sldId="956"/>
            <ac:spMk id="6" creationId="{345F9BF8-AB33-B526-C679-B76A4686F336}"/>
          </ac:spMkLst>
        </pc:spChg>
        <pc:picChg chg="add mod">
          <ac:chgData name="Simon Hartley" userId="ec1d4bd2-4db4-4fcf-9e9a-900b72c6bb46" providerId="ADAL" clId="{B4160541-181D-41F0-82EF-CBF481B4CC4C}" dt="2026-03-20T10:42:43.321" v="155" actId="14100"/>
          <ac:picMkLst>
            <pc:docMk/>
            <pc:sldMk cId="1603765277" sldId="956"/>
            <ac:picMk id="5" creationId="{82007862-D718-A9D2-8A8D-178882D9A87D}"/>
          </ac:picMkLst>
        </pc:picChg>
      </pc:sldChg>
      <pc:sldChg chg="addSp modSp add del mod ord">
        <pc:chgData name="Simon Hartley" userId="ec1d4bd2-4db4-4fcf-9e9a-900b72c6bb46" providerId="ADAL" clId="{B4160541-181D-41F0-82EF-CBF481B4CC4C}" dt="2026-03-20T14:12:53.302" v="710" actId="47"/>
        <pc:sldMkLst>
          <pc:docMk/>
          <pc:sldMk cId="1192841503" sldId="957"/>
        </pc:sldMkLst>
        <pc:spChg chg="mod">
          <ac:chgData name="Simon Hartley" userId="ec1d4bd2-4db4-4fcf-9e9a-900b72c6bb46" providerId="ADAL" clId="{B4160541-181D-41F0-82EF-CBF481B4CC4C}" dt="2026-03-20T10:44:36.125" v="211" actId="20577"/>
          <ac:spMkLst>
            <pc:docMk/>
            <pc:sldMk cId="1192841503" sldId="957"/>
            <ac:spMk id="4" creationId="{6F9BAB7A-AE0D-FB18-1243-5EAF19A24822}"/>
          </ac:spMkLst>
        </pc:spChg>
        <pc:spChg chg="mod">
          <ac:chgData name="Simon Hartley" userId="ec1d4bd2-4db4-4fcf-9e9a-900b72c6bb46" providerId="ADAL" clId="{B4160541-181D-41F0-82EF-CBF481B4CC4C}" dt="2026-03-20T10:44:16.768" v="184" actId="14100"/>
          <ac:spMkLst>
            <pc:docMk/>
            <pc:sldMk cId="1192841503" sldId="957"/>
            <ac:spMk id="6" creationId="{FB78CC0F-5997-8DA3-516A-45454FE89AF9}"/>
          </ac:spMkLst>
        </pc:spChg>
        <pc:picChg chg="add mod">
          <ac:chgData name="Simon Hartley" userId="ec1d4bd2-4db4-4fcf-9e9a-900b72c6bb46" providerId="ADAL" clId="{B4160541-181D-41F0-82EF-CBF481B4CC4C}" dt="2026-03-20T10:45:01.682" v="215" actId="1076"/>
          <ac:picMkLst>
            <pc:docMk/>
            <pc:sldMk cId="1192841503" sldId="957"/>
            <ac:picMk id="3" creationId="{00B790F6-EF64-DCDC-D754-AB4F0E3F8765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0T10:45:20.691" v="218"/>
        <pc:sldMkLst>
          <pc:docMk/>
          <pc:sldMk cId="1298350502" sldId="958"/>
        </pc:sldMkLst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1" creationId="{258AEEC6-5251-85B9-C22C-52B7A493CF93}"/>
          </ac:spMkLst>
        </pc:spChg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3" creationId="{2B26452E-FF4A-21AE-61FF-F6EC4D3521E1}"/>
          </ac:spMkLst>
        </pc:spChg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5" creationId="{552C739F-DE68-D1F9-34E9-71E12006BA1A}"/>
          </ac:spMkLst>
        </pc:spChg>
        <pc:spChg chg="add del">
          <ac:chgData name="Simon Hartley" userId="ec1d4bd2-4db4-4fcf-9e9a-900b72c6bb46" providerId="ADAL" clId="{B4160541-181D-41F0-82EF-CBF481B4CC4C}" dt="2026-03-20T10:45:20.691" v="218"/>
          <ac:spMkLst>
            <pc:docMk/>
            <pc:sldMk cId="1298350502" sldId="958"/>
            <ac:spMk id="17" creationId="{610CACA2-1C75-3579-E886-919F9437A1A1}"/>
          </ac:spMkLst>
        </pc:spChg>
      </pc:sldChg>
      <pc:sldChg chg="addSp delSp modSp add del mod ord">
        <pc:chgData name="Simon Hartley" userId="ec1d4bd2-4db4-4fcf-9e9a-900b72c6bb46" providerId="ADAL" clId="{B4160541-181D-41F0-82EF-CBF481B4CC4C}" dt="2026-03-20T14:12:55.062" v="711" actId="47"/>
        <pc:sldMkLst>
          <pc:docMk/>
          <pc:sldMk cId="2270137418" sldId="958"/>
        </pc:sldMkLst>
        <pc:spChg chg="mod">
          <ac:chgData name="Simon Hartley" userId="ec1d4bd2-4db4-4fcf-9e9a-900b72c6bb46" providerId="ADAL" clId="{B4160541-181D-41F0-82EF-CBF481B4CC4C}" dt="2026-03-20T10:46:59.984" v="264" actId="6549"/>
          <ac:spMkLst>
            <pc:docMk/>
            <pc:sldMk cId="2270137418" sldId="958"/>
            <ac:spMk id="4" creationId="{1BDA4F3C-E191-2B3C-A80A-46C90032E51A}"/>
          </ac:spMkLst>
        </pc:spChg>
        <pc:spChg chg="del mod">
          <ac:chgData name="Simon Hartley" userId="ec1d4bd2-4db4-4fcf-9e9a-900b72c6bb46" providerId="ADAL" clId="{B4160541-181D-41F0-82EF-CBF481B4CC4C}" dt="2026-03-20T10:47:12.454" v="269" actId="478"/>
          <ac:spMkLst>
            <pc:docMk/>
            <pc:sldMk cId="2270137418" sldId="958"/>
            <ac:spMk id="6" creationId="{8545AFCB-5400-A5AD-D3F0-B19B9121A434}"/>
          </ac:spMkLst>
        </pc:spChg>
        <pc:picChg chg="add mod">
          <ac:chgData name="Simon Hartley" userId="ec1d4bd2-4db4-4fcf-9e9a-900b72c6bb46" providerId="ADAL" clId="{B4160541-181D-41F0-82EF-CBF481B4CC4C}" dt="2026-03-20T10:47:27.197" v="303" actId="1038"/>
          <ac:picMkLst>
            <pc:docMk/>
            <pc:sldMk cId="2270137418" sldId="958"/>
            <ac:picMk id="3" creationId="{A273F533-8C34-DAF1-86B6-CCDB5B72D3CB}"/>
          </ac:picMkLst>
        </pc:pic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85889260" sldId="958"/>
        </pc:sldMkLst>
      </pc:sldChg>
      <pc:sldChg chg="modSp add del mod ord">
        <pc:chgData name="Simon Hartley" userId="ec1d4bd2-4db4-4fcf-9e9a-900b72c6bb46" providerId="ADAL" clId="{B4160541-181D-41F0-82EF-CBF481B4CC4C}" dt="2026-03-20T14:12:56.238" v="712" actId="47"/>
        <pc:sldMkLst>
          <pc:docMk/>
          <pc:sldMk cId="133825541" sldId="959"/>
        </pc:sldMkLst>
        <pc:spChg chg="mod">
          <ac:chgData name="Simon Hartley" userId="ec1d4bd2-4db4-4fcf-9e9a-900b72c6bb46" providerId="ADAL" clId="{B4160541-181D-41F0-82EF-CBF481B4CC4C}" dt="2026-03-20T11:35:08.967" v="414" actId="20577"/>
          <ac:spMkLst>
            <pc:docMk/>
            <pc:sldMk cId="133825541" sldId="959"/>
            <ac:spMk id="4" creationId="{399D561F-288F-C2E4-5EE9-74B318E8E403}"/>
          </ac:spMkLst>
        </pc:spChg>
        <pc:spChg chg="mod">
          <ac:chgData name="Simon Hartley" userId="ec1d4bd2-4db4-4fcf-9e9a-900b72c6bb46" providerId="ADAL" clId="{B4160541-181D-41F0-82EF-CBF481B4CC4C}" dt="2026-03-20T10:49:15.342" v="312" actId="20577"/>
          <ac:spMkLst>
            <pc:docMk/>
            <pc:sldMk cId="133825541" sldId="959"/>
            <ac:spMk id="6" creationId="{3DF3610F-DC6E-F78B-8879-81BF4E58F498}"/>
          </ac:spMkLst>
        </pc:sp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1052647893" sldId="959"/>
        </pc:sldMkLst>
      </pc:sldChg>
      <pc:sldChg chg="addSp modSp add del mod ord">
        <pc:chgData name="Simon Hartley" userId="ec1d4bd2-4db4-4fcf-9e9a-900b72c6bb46" providerId="ADAL" clId="{B4160541-181D-41F0-82EF-CBF481B4CC4C}" dt="2026-03-20T14:12:57.474" v="713" actId="47"/>
        <pc:sldMkLst>
          <pc:docMk/>
          <pc:sldMk cId="755589788" sldId="960"/>
        </pc:sldMkLst>
        <pc:spChg chg="add mod">
          <ac:chgData name="Simon Hartley" userId="ec1d4bd2-4db4-4fcf-9e9a-900b72c6bb46" providerId="ADAL" clId="{B4160541-181D-41F0-82EF-CBF481B4CC4C}" dt="2026-03-20T11:42:29.658" v="533" actId="20577"/>
          <ac:spMkLst>
            <pc:docMk/>
            <pc:sldMk cId="755589788" sldId="960"/>
            <ac:spMk id="3" creationId="{2EFD07A2-E2DB-14ED-9430-8F96B41A6F7F}"/>
          </ac:spMkLst>
        </pc:spChg>
        <pc:spChg chg="mod">
          <ac:chgData name="Simon Hartley" userId="ec1d4bd2-4db4-4fcf-9e9a-900b72c6bb46" providerId="ADAL" clId="{B4160541-181D-41F0-82EF-CBF481B4CC4C}" dt="2026-03-20T10:51:24.119" v="381" actId="20577"/>
          <ac:spMkLst>
            <pc:docMk/>
            <pc:sldMk cId="755589788" sldId="960"/>
            <ac:spMk id="4" creationId="{A8D57954-40A6-D0A4-AD4F-A696081B3D6A}"/>
          </ac:spMkLst>
        </pc:spChg>
        <pc:spChg chg="mod">
          <ac:chgData name="Simon Hartley" userId="ec1d4bd2-4db4-4fcf-9e9a-900b72c6bb46" providerId="ADAL" clId="{B4160541-181D-41F0-82EF-CBF481B4CC4C}" dt="2026-03-20T11:39:54.038" v="459" actId="27636"/>
          <ac:spMkLst>
            <pc:docMk/>
            <pc:sldMk cId="755589788" sldId="960"/>
            <ac:spMk id="6" creationId="{29DB557B-0A02-EF4F-29D5-C6A210DE303A}"/>
          </ac:spMkLst>
        </pc:sp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531806826" sldId="960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1098195265" sldId="961"/>
        </pc:sldMkLst>
      </pc:sldChg>
      <pc:sldChg chg="addSp modSp add del mod ord">
        <pc:chgData name="Simon Hartley" userId="ec1d4bd2-4db4-4fcf-9e9a-900b72c6bb46" providerId="ADAL" clId="{B4160541-181D-41F0-82EF-CBF481B4CC4C}" dt="2026-03-20T14:12:58.776" v="714" actId="47"/>
        <pc:sldMkLst>
          <pc:docMk/>
          <pc:sldMk cId="3528922960" sldId="961"/>
        </pc:sldMkLst>
        <pc:spChg chg="mod">
          <ac:chgData name="Simon Hartley" userId="ec1d4bd2-4db4-4fcf-9e9a-900b72c6bb46" providerId="ADAL" clId="{B4160541-181D-41F0-82EF-CBF481B4CC4C}" dt="2026-03-20T11:43:26.322" v="543" actId="20577"/>
          <ac:spMkLst>
            <pc:docMk/>
            <pc:sldMk cId="3528922960" sldId="961"/>
            <ac:spMk id="4" creationId="{8B75D62D-0AA2-1E8B-0A76-ADCED69F048D}"/>
          </ac:spMkLst>
        </pc:spChg>
        <pc:spChg chg="mod">
          <ac:chgData name="Simon Hartley" userId="ec1d4bd2-4db4-4fcf-9e9a-900b72c6bb46" providerId="ADAL" clId="{B4160541-181D-41F0-82EF-CBF481B4CC4C}" dt="2026-03-20T11:38:16.188" v="442"/>
          <ac:spMkLst>
            <pc:docMk/>
            <pc:sldMk cId="3528922960" sldId="961"/>
            <ac:spMk id="6" creationId="{D675BF36-4AB1-3B95-C327-860D7719EF53}"/>
          </ac:spMkLst>
        </pc:spChg>
        <pc:picChg chg="add mod">
          <ac:chgData name="Simon Hartley" userId="ec1d4bd2-4db4-4fcf-9e9a-900b72c6bb46" providerId="ADAL" clId="{B4160541-181D-41F0-82EF-CBF481B4CC4C}" dt="2026-03-20T11:37:52.968" v="432" actId="14100"/>
          <ac:picMkLst>
            <pc:docMk/>
            <pc:sldMk cId="3528922960" sldId="961"/>
            <ac:picMk id="2050" creationId="{028AE6A7-3429-11DF-E960-3879DBAFDE5D}"/>
          </ac:picMkLst>
        </pc:picChg>
        <pc:picChg chg="add mod">
          <ac:chgData name="Simon Hartley" userId="ec1d4bd2-4db4-4fcf-9e9a-900b72c6bb46" providerId="ADAL" clId="{B4160541-181D-41F0-82EF-CBF481B4CC4C}" dt="2026-03-20T11:38:34.475" v="445" actId="1076"/>
          <ac:picMkLst>
            <pc:docMk/>
            <pc:sldMk cId="3528922960" sldId="961"/>
            <ac:picMk id="2052" creationId="{EF10ECDB-6FAF-83DE-D00A-730E1CF304BA}"/>
          </ac:picMkLst>
        </pc:pic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87306302" sldId="962"/>
        </pc:sldMkLst>
      </pc:sldChg>
      <pc:sldChg chg="addSp modSp add del mod ord">
        <pc:chgData name="Simon Hartley" userId="ec1d4bd2-4db4-4fcf-9e9a-900b72c6bb46" providerId="ADAL" clId="{B4160541-181D-41F0-82EF-CBF481B4CC4C}" dt="2026-03-20T14:13:00.219" v="715" actId="47"/>
        <pc:sldMkLst>
          <pc:docMk/>
          <pc:sldMk cId="3103502399" sldId="962"/>
        </pc:sldMkLst>
        <pc:spChg chg="mod">
          <ac:chgData name="Simon Hartley" userId="ec1d4bd2-4db4-4fcf-9e9a-900b72c6bb46" providerId="ADAL" clId="{B4160541-181D-41F0-82EF-CBF481B4CC4C}" dt="2026-03-20T11:49:26.330" v="582" actId="6549"/>
          <ac:spMkLst>
            <pc:docMk/>
            <pc:sldMk cId="3103502399" sldId="962"/>
            <ac:spMk id="4" creationId="{62AD2138-CD62-ACB8-E314-F8C82630609A}"/>
          </ac:spMkLst>
        </pc:spChg>
        <pc:spChg chg="mod">
          <ac:chgData name="Simon Hartley" userId="ec1d4bd2-4db4-4fcf-9e9a-900b72c6bb46" providerId="ADAL" clId="{B4160541-181D-41F0-82EF-CBF481B4CC4C}" dt="2026-03-20T11:43:06.069" v="537"/>
          <ac:spMkLst>
            <pc:docMk/>
            <pc:sldMk cId="3103502399" sldId="962"/>
            <ac:spMk id="6" creationId="{CE55D5F3-06E9-F146-32E4-9FFF18DC4AFA}"/>
          </ac:spMkLst>
        </pc:spChg>
        <pc:picChg chg="add mod">
          <ac:chgData name="Simon Hartley" userId="ec1d4bd2-4db4-4fcf-9e9a-900b72c6bb46" providerId="ADAL" clId="{B4160541-181D-41F0-82EF-CBF481B4CC4C}" dt="2026-03-20T11:44:06.839" v="547" actId="14100"/>
          <ac:picMkLst>
            <pc:docMk/>
            <pc:sldMk cId="3103502399" sldId="962"/>
            <ac:picMk id="3" creationId="{D0E6DF47-1FC4-395F-4139-785857BA0760}"/>
          </ac:picMkLst>
        </pc:picChg>
      </pc:sldChg>
      <pc:sldChg chg="addSp modSp add del mod ord">
        <pc:chgData name="Simon Hartley" userId="ec1d4bd2-4db4-4fcf-9e9a-900b72c6bb46" providerId="ADAL" clId="{B4160541-181D-41F0-82EF-CBF481B4CC4C}" dt="2026-03-20T14:13:01.651" v="716" actId="47"/>
        <pc:sldMkLst>
          <pc:docMk/>
          <pc:sldMk cId="1037543438" sldId="963"/>
        </pc:sldMkLst>
        <pc:spChg chg="mod">
          <ac:chgData name="Simon Hartley" userId="ec1d4bd2-4db4-4fcf-9e9a-900b72c6bb46" providerId="ADAL" clId="{B4160541-181D-41F0-82EF-CBF481B4CC4C}" dt="2026-03-20T11:50:44.120" v="610" actId="20577"/>
          <ac:spMkLst>
            <pc:docMk/>
            <pc:sldMk cId="1037543438" sldId="963"/>
            <ac:spMk id="4" creationId="{B797B7CE-8853-63CE-8628-BED3745F6119}"/>
          </ac:spMkLst>
        </pc:spChg>
        <pc:spChg chg="mod">
          <ac:chgData name="Simon Hartley" userId="ec1d4bd2-4db4-4fcf-9e9a-900b72c6bb46" providerId="ADAL" clId="{B4160541-181D-41F0-82EF-CBF481B4CC4C}" dt="2026-03-20T11:51:01.265" v="615"/>
          <ac:spMkLst>
            <pc:docMk/>
            <pc:sldMk cId="1037543438" sldId="963"/>
            <ac:spMk id="6" creationId="{524E2C99-4B88-4C25-B7D8-89D35757C8D5}"/>
          </ac:spMkLst>
        </pc:spChg>
        <pc:picChg chg="add mod">
          <ac:chgData name="Simon Hartley" userId="ec1d4bd2-4db4-4fcf-9e9a-900b72c6bb46" providerId="ADAL" clId="{B4160541-181D-41F0-82EF-CBF481B4CC4C}" dt="2026-03-20T11:50:33.870" v="594" actId="14100"/>
          <ac:picMkLst>
            <pc:docMk/>
            <pc:sldMk cId="1037543438" sldId="963"/>
            <ac:picMk id="3074" creationId="{01EC51F8-C8F1-8FD2-7D0D-2B4651F57FDF}"/>
          </ac:picMkLst>
        </pc:pic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435442707" sldId="963"/>
        </pc:sldMkLst>
      </pc:sldChg>
      <pc:sldChg chg="addSp modSp add del mod ord">
        <pc:chgData name="Simon Hartley" userId="ec1d4bd2-4db4-4fcf-9e9a-900b72c6bb46" providerId="ADAL" clId="{B4160541-181D-41F0-82EF-CBF481B4CC4C}" dt="2026-03-20T14:13:06.569" v="717" actId="47"/>
        <pc:sldMkLst>
          <pc:docMk/>
          <pc:sldMk cId="512820880" sldId="964"/>
        </pc:sldMkLst>
        <pc:spChg chg="mod">
          <ac:chgData name="Simon Hartley" userId="ec1d4bd2-4db4-4fcf-9e9a-900b72c6bb46" providerId="ADAL" clId="{B4160541-181D-41F0-82EF-CBF481B4CC4C}" dt="2026-03-20T11:51:19.610" v="619" actId="20577"/>
          <ac:spMkLst>
            <pc:docMk/>
            <pc:sldMk cId="512820880" sldId="964"/>
            <ac:spMk id="4" creationId="{9FBA45BC-D4CA-2A92-5988-F586C6CC92FD}"/>
          </ac:spMkLst>
        </pc:spChg>
        <pc:spChg chg="mod">
          <ac:chgData name="Simon Hartley" userId="ec1d4bd2-4db4-4fcf-9e9a-900b72c6bb46" providerId="ADAL" clId="{B4160541-181D-41F0-82EF-CBF481B4CC4C}" dt="2026-03-20T11:52:03.599" v="623" actId="20577"/>
          <ac:spMkLst>
            <pc:docMk/>
            <pc:sldMk cId="512820880" sldId="964"/>
            <ac:spMk id="6" creationId="{805630B0-DDA7-9247-1187-3350938E49BA}"/>
          </ac:spMkLst>
        </pc:spChg>
        <pc:picChg chg="add mod">
          <ac:chgData name="Simon Hartley" userId="ec1d4bd2-4db4-4fcf-9e9a-900b72c6bb46" providerId="ADAL" clId="{B4160541-181D-41F0-82EF-CBF481B4CC4C}" dt="2026-03-20T11:52:32.583" v="627" actId="1076"/>
          <ac:picMkLst>
            <pc:docMk/>
            <pc:sldMk cId="512820880" sldId="964"/>
            <ac:picMk id="4098" creationId="{5C081034-8653-8527-7346-2F121FC64F3B}"/>
          </ac:picMkLst>
        </pc:pic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730574194" sldId="964"/>
        </pc:sldMkLst>
      </pc:sldChg>
      <pc:sldChg chg="addSp delSp modSp add del mod ord">
        <pc:chgData name="Simon Hartley" userId="ec1d4bd2-4db4-4fcf-9e9a-900b72c6bb46" providerId="ADAL" clId="{B4160541-181D-41F0-82EF-CBF481B4CC4C}" dt="2026-03-20T14:13:08.066" v="718" actId="47"/>
        <pc:sldMkLst>
          <pc:docMk/>
          <pc:sldMk cId="1457665044" sldId="965"/>
        </pc:sldMkLst>
        <pc:spChg chg="mod">
          <ac:chgData name="Simon Hartley" userId="ec1d4bd2-4db4-4fcf-9e9a-900b72c6bb46" providerId="ADAL" clId="{B4160541-181D-41F0-82EF-CBF481B4CC4C}" dt="2026-03-20T11:56:26.234" v="666" actId="6549"/>
          <ac:spMkLst>
            <pc:docMk/>
            <pc:sldMk cId="1457665044" sldId="965"/>
            <ac:spMk id="4" creationId="{3D97F6E2-4BA6-BCF8-065C-802B129F9788}"/>
          </ac:spMkLst>
        </pc:spChg>
        <pc:picChg chg="add del mod">
          <ac:chgData name="Simon Hartley" userId="ec1d4bd2-4db4-4fcf-9e9a-900b72c6bb46" providerId="ADAL" clId="{B4160541-181D-41F0-82EF-CBF481B4CC4C}" dt="2026-03-20T11:55:53.025" v="637" actId="478"/>
          <ac:picMkLst>
            <pc:docMk/>
            <pc:sldMk cId="1457665044" sldId="965"/>
            <ac:picMk id="3" creationId="{A212905B-6C55-3940-39E8-34B2165DE857}"/>
          </ac:picMkLst>
        </pc:picChg>
        <pc:picChg chg="add mod">
          <ac:chgData name="Simon Hartley" userId="ec1d4bd2-4db4-4fcf-9e9a-900b72c6bb46" providerId="ADAL" clId="{B4160541-181D-41F0-82EF-CBF481B4CC4C}" dt="2026-03-20T11:56:58.748" v="669" actId="1076"/>
          <ac:picMkLst>
            <pc:docMk/>
            <pc:sldMk cId="1457665044" sldId="965"/>
            <ac:picMk id="5" creationId="{6CE9ED60-4D26-6340-5F6F-0DA5B0CB9703}"/>
          </ac:picMkLst>
        </pc:picChg>
        <pc:picChg chg="add del mod">
          <ac:chgData name="Simon Hartley" userId="ec1d4bd2-4db4-4fcf-9e9a-900b72c6bb46" providerId="ADAL" clId="{B4160541-181D-41F0-82EF-CBF481B4CC4C}" dt="2026-03-20T11:56:55.499" v="668" actId="478"/>
          <ac:picMkLst>
            <pc:docMk/>
            <pc:sldMk cId="1457665044" sldId="965"/>
            <ac:picMk id="5122" creationId="{A9CADC20-7DE6-2A91-119D-5462FF293AFD}"/>
          </ac:picMkLst>
        </pc:picChg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520931273" sldId="965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673139874" sldId="966"/>
        </pc:sldMkLst>
      </pc:sldChg>
      <pc:sldChg chg="add del ord">
        <pc:chgData name="Simon Hartley" userId="ec1d4bd2-4db4-4fcf-9e9a-900b72c6bb46" providerId="ADAL" clId="{B4160541-181D-41F0-82EF-CBF481B4CC4C}" dt="2026-03-20T14:13:08.830" v="719" actId="47"/>
        <pc:sldMkLst>
          <pc:docMk/>
          <pc:sldMk cId="3934873756" sldId="966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25340116" sldId="967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78020788" sldId="968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83000181" sldId="969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187337239" sldId="970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404194481" sldId="971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872206800" sldId="972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292623407" sldId="973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2848801588" sldId="976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005150997" sldId="977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4016791898" sldId="979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607719039" sldId="981"/>
        </pc:sldMkLst>
      </pc:sldChg>
      <pc:sldChg chg="del">
        <pc:chgData name="Simon Hartley" userId="ec1d4bd2-4db4-4fcf-9e9a-900b72c6bb46" providerId="ADAL" clId="{B4160541-181D-41F0-82EF-CBF481B4CC4C}" dt="2026-03-19T17:09:31.809" v="24" actId="47"/>
        <pc:sldMkLst>
          <pc:docMk/>
          <pc:sldMk cId="3971364657" sldId="98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AE6F21-F9AA-B804-F44A-0E1CBE7D10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D913024-4032-4B4F-8680-09D5E08EDB6E}" type="datetimeFigureOut">
              <a:rPr lang="en-GB" smtClean="0"/>
              <a:t>20/03/2026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9E357A0-8177-46BC-BFCE-19D99E3453C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2AE225E-43E0-7047-8ADB-DD9EBB41B4D0}" type="datetimeFigureOut">
              <a:rPr lang="en-GB" noProof="0" smtClean="0"/>
              <a:t>20/03/2026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7C366290-4595-5745-A50F-D5EC13BAC604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89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50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E48223-F4A1-8F60-AA22-EBDDC42E5A48}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59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7D37D5C-3AEC-BF8C-8DD4-4B7F569B5123}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4B053A-CAF8-DF97-BD72-A4DA6E275029}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24B72E-9F13-C9C7-4309-EE5C54929E9B}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065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5ABD66-23DB-A7AE-959F-8E7F41C4D663}"/>
              </a:ext>
            </a:extLst>
          </p:cNvPr>
          <p:cNvSpPr/>
          <p:nvPr userDrawn="1"/>
        </p:nvSpPr>
        <p:spPr>
          <a:xfrm>
            <a:off x="8645826" y="0"/>
            <a:ext cx="3546175" cy="4669896"/>
          </a:xfrm>
          <a:custGeom>
            <a:avLst/>
            <a:gdLst>
              <a:gd name="connsiteX0" fmla="*/ 196669 w 3546175"/>
              <a:gd name="connsiteY0" fmla="*/ 0 h 4669896"/>
              <a:gd name="connsiteX1" fmla="*/ 3546175 w 3546175"/>
              <a:gd name="connsiteY1" fmla="*/ 0 h 4669896"/>
              <a:gd name="connsiteX2" fmla="*/ 3546175 w 3546175"/>
              <a:gd name="connsiteY2" fmla="*/ 4669896 h 4669896"/>
              <a:gd name="connsiteX3" fmla="*/ 3301022 w 3546175"/>
              <a:gd name="connsiteY3" fmla="*/ 4559120 h 4669896"/>
              <a:gd name="connsiteX4" fmla="*/ 294600 w 3546175"/>
              <a:gd name="connsiteY4" fmla="*/ 2329081 h 4669896"/>
              <a:gd name="connsiteX5" fmla="*/ 758 w 3546175"/>
              <a:gd name="connsiteY5" fmla="*/ 920518 h 4669896"/>
              <a:gd name="connsiteX6" fmla="*/ 124987 w 3546175"/>
              <a:gd name="connsiteY6" fmla="*/ 162828 h 4669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6175" h="4669896">
                <a:moveTo>
                  <a:pt x="196669" y="0"/>
                </a:moveTo>
                <a:lnTo>
                  <a:pt x="3546175" y="0"/>
                </a:lnTo>
                <a:lnTo>
                  <a:pt x="3546175" y="4669896"/>
                </a:lnTo>
                <a:lnTo>
                  <a:pt x="3301022" y="4559120"/>
                </a:lnTo>
                <a:cubicBezTo>
                  <a:pt x="1737541" y="3850476"/>
                  <a:pt x="786681" y="3370244"/>
                  <a:pt x="294600" y="2329081"/>
                </a:cubicBezTo>
                <a:cubicBezTo>
                  <a:pt x="26188" y="1761108"/>
                  <a:pt x="-5879" y="1237338"/>
                  <a:pt x="758" y="920518"/>
                </a:cubicBezTo>
                <a:cubicBezTo>
                  <a:pt x="-1092" y="722283"/>
                  <a:pt x="18818" y="445104"/>
                  <a:pt x="124987" y="162828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3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6DE5F8-6F75-3A93-0611-68422360713F}"/>
              </a:ext>
            </a:extLst>
          </p:cNvPr>
          <p:cNvSpPr/>
          <p:nvPr userDrawn="1"/>
        </p:nvSpPr>
        <p:spPr>
          <a:xfrm>
            <a:off x="9843584" y="1681979"/>
            <a:ext cx="2357774" cy="5185045"/>
          </a:xfrm>
          <a:custGeom>
            <a:avLst/>
            <a:gdLst>
              <a:gd name="connsiteX0" fmla="*/ 1569604 w 2355896"/>
              <a:gd name="connsiteY0" fmla="*/ 930 h 5176020"/>
              <a:gd name="connsiteX1" fmla="*/ 2294545 w 2355896"/>
              <a:gd name="connsiteY1" fmla="*/ 262206 h 5176020"/>
              <a:gd name="connsiteX2" fmla="*/ 2355896 w 2355896"/>
              <a:gd name="connsiteY2" fmla="*/ 305299 h 5176020"/>
              <a:gd name="connsiteX3" fmla="*/ 2355896 w 2355896"/>
              <a:gd name="connsiteY3" fmla="*/ 5176020 h 5176020"/>
              <a:gd name="connsiteX4" fmla="*/ 1257259 w 2355896"/>
              <a:gd name="connsiteY4" fmla="*/ 5176020 h 5176020"/>
              <a:gd name="connsiteX5" fmla="*/ 1235764 w 2355896"/>
              <a:gd name="connsiteY5" fmla="*/ 5150921 h 5176020"/>
              <a:gd name="connsiteX6" fmla="*/ 706756 w 2355896"/>
              <a:gd name="connsiteY6" fmla="*/ 4186633 h 5176020"/>
              <a:gd name="connsiteX7" fmla="*/ 87362 w 2355896"/>
              <a:gd name="connsiteY7" fmla="*/ 1347390 h 5176020"/>
              <a:gd name="connsiteX8" fmla="*/ 604815 w 2355896"/>
              <a:gd name="connsiteY8" fmla="*/ 465087 h 5176020"/>
              <a:gd name="connsiteX9" fmla="*/ 1426482 w 2355896"/>
              <a:gd name="connsiteY9" fmla="*/ 5354 h 5176020"/>
              <a:gd name="connsiteX10" fmla="*/ 1569604 w 2355896"/>
              <a:gd name="connsiteY10" fmla="*/ 930 h 5176020"/>
              <a:gd name="connsiteX0" fmla="*/ 2355896 w 2445269"/>
              <a:gd name="connsiteY0" fmla="*/ 305299 h 5176020"/>
              <a:gd name="connsiteX1" fmla="*/ 2355896 w 2445269"/>
              <a:gd name="connsiteY1" fmla="*/ 5176020 h 5176020"/>
              <a:gd name="connsiteX2" fmla="*/ 1257259 w 2445269"/>
              <a:gd name="connsiteY2" fmla="*/ 5176020 h 5176020"/>
              <a:gd name="connsiteX3" fmla="*/ 1235764 w 2445269"/>
              <a:gd name="connsiteY3" fmla="*/ 5150921 h 5176020"/>
              <a:gd name="connsiteX4" fmla="*/ 706756 w 2445269"/>
              <a:gd name="connsiteY4" fmla="*/ 4186633 h 5176020"/>
              <a:gd name="connsiteX5" fmla="*/ 87362 w 2445269"/>
              <a:gd name="connsiteY5" fmla="*/ 1347390 h 5176020"/>
              <a:gd name="connsiteX6" fmla="*/ 604815 w 2445269"/>
              <a:gd name="connsiteY6" fmla="*/ 465087 h 5176020"/>
              <a:gd name="connsiteX7" fmla="*/ 1426482 w 2445269"/>
              <a:gd name="connsiteY7" fmla="*/ 5354 h 5176020"/>
              <a:gd name="connsiteX8" fmla="*/ 1569604 w 2445269"/>
              <a:gd name="connsiteY8" fmla="*/ 930 h 5176020"/>
              <a:gd name="connsiteX9" fmla="*/ 2294545 w 2445269"/>
              <a:gd name="connsiteY9" fmla="*/ 262206 h 5176020"/>
              <a:gd name="connsiteX10" fmla="*/ 2445269 w 2445269"/>
              <a:gd name="connsiteY10" fmla="*/ 396137 h 5176020"/>
              <a:gd name="connsiteX0" fmla="*/ 2355896 w 2445269"/>
              <a:gd name="connsiteY0" fmla="*/ 5176020 h 5176020"/>
              <a:gd name="connsiteX1" fmla="*/ 1257259 w 2445269"/>
              <a:gd name="connsiteY1" fmla="*/ 5176020 h 5176020"/>
              <a:gd name="connsiteX2" fmla="*/ 1235764 w 2445269"/>
              <a:gd name="connsiteY2" fmla="*/ 5150921 h 5176020"/>
              <a:gd name="connsiteX3" fmla="*/ 706756 w 2445269"/>
              <a:gd name="connsiteY3" fmla="*/ 4186633 h 5176020"/>
              <a:gd name="connsiteX4" fmla="*/ 87362 w 2445269"/>
              <a:gd name="connsiteY4" fmla="*/ 1347390 h 5176020"/>
              <a:gd name="connsiteX5" fmla="*/ 604815 w 2445269"/>
              <a:gd name="connsiteY5" fmla="*/ 465087 h 5176020"/>
              <a:gd name="connsiteX6" fmla="*/ 1426482 w 2445269"/>
              <a:gd name="connsiteY6" fmla="*/ 5354 h 5176020"/>
              <a:gd name="connsiteX7" fmla="*/ 1569604 w 2445269"/>
              <a:gd name="connsiteY7" fmla="*/ 930 h 5176020"/>
              <a:gd name="connsiteX8" fmla="*/ 2294545 w 2445269"/>
              <a:gd name="connsiteY8" fmla="*/ 262206 h 5176020"/>
              <a:gd name="connsiteX9" fmla="*/ 2445269 w 2445269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294545 w 2440304"/>
              <a:gd name="connsiteY8" fmla="*/ 262206 h 5176020"/>
              <a:gd name="connsiteX9" fmla="*/ 2440304 w 2440304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304475 w 2440304"/>
              <a:gd name="connsiteY8" fmla="*/ 274822 h 5176020"/>
              <a:gd name="connsiteX9" fmla="*/ 2440304 w 2440304"/>
              <a:gd name="connsiteY9" fmla="*/ 396137 h 5176020"/>
              <a:gd name="connsiteX0" fmla="*/ 2355896 w 2355896"/>
              <a:gd name="connsiteY0" fmla="*/ 5176020 h 5176020"/>
              <a:gd name="connsiteX1" fmla="*/ 1257259 w 2355896"/>
              <a:gd name="connsiteY1" fmla="*/ 5176020 h 5176020"/>
              <a:gd name="connsiteX2" fmla="*/ 1235764 w 2355896"/>
              <a:gd name="connsiteY2" fmla="*/ 5150921 h 5176020"/>
              <a:gd name="connsiteX3" fmla="*/ 706756 w 2355896"/>
              <a:gd name="connsiteY3" fmla="*/ 4186633 h 5176020"/>
              <a:gd name="connsiteX4" fmla="*/ 87362 w 2355896"/>
              <a:gd name="connsiteY4" fmla="*/ 1347390 h 5176020"/>
              <a:gd name="connsiteX5" fmla="*/ 604815 w 2355896"/>
              <a:gd name="connsiteY5" fmla="*/ 465087 h 5176020"/>
              <a:gd name="connsiteX6" fmla="*/ 1426482 w 2355896"/>
              <a:gd name="connsiteY6" fmla="*/ 5354 h 5176020"/>
              <a:gd name="connsiteX7" fmla="*/ 1569604 w 2355896"/>
              <a:gd name="connsiteY7" fmla="*/ 930 h 5176020"/>
              <a:gd name="connsiteX8" fmla="*/ 2304475 w 2355896"/>
              <a:gd name="connsiteY8" fmla="*/ 274822 h 5176020"/>
              <a:gd name="connsiteX0" fmla="*/ 1257259 w 2304475"/>
              <a:gd name="connsiteY0" fmla="*/ 5176020 h 5176020"/>
              <a:gd name="connsiteX1" fmla="*/ 1235764 w 2304475"/>
              <a:gd name="connsiteY1" fmla="*/ 5150921 h 5176020"/>
              <a:gd name="connsiteX2" fmla="*/ 706756 w 2304475"/>
              <a:gd name="connsiteY2" fmla="*/ 4186633 h 5176020"/>
              <a:gd name="connsiteX3" fmla="*/ 87362 w 2304475"/>
              <a:gd name="connsiteY3" fmla="*/ 1347390 h 5176020"/>
              <a:gd name="connsiteX4" fmla="*/ 604815 w 2304475"/>
              <a:gd name="connsiteY4" fmla="*/ 465087 h 5176020"/>
              <a:gd name="connsiteX5" fmla="*/ 1426482 w 2304475"/>
              <a:gd name="connsiteY5" fmla="*/ 5354 h 5176020"/>
              <a:gd name="connsiteX6" fmla="*/ 1569604 w 2304475"/>
              <a:gd name="connsiteY6" fmla="*/ 930 h 5176020"/>
              <a:gd name="connsiteX7" fmla="*/ 2304475 w 2304475"/>
              <a:gd name="connsiteY7" fmla="*/ 274822 h 5176020"/>
              <a:gd name="connsiteX0" fmla="*/ 1235764 w 2304475"/>
              <a:gd name="connsiteY0" fmla="*/ 5150921 h 5150921"/>
              <a:gd name="connsiteX1" fmla="*/ 706756 w 2304475"/>
              <a:gd name="connsiteY1" fmla="*/ 4186633 h 5150921"/>
              <a:gd name="connsiteX2" fmla="*/ 87362 w 2304475"/>
              <a:gd name="connsiteY2" fmla="*/ 1347390 h 5150921"/>
              <a:gd name="connsiteX3" fmla="*/ 604815 w 2304475"/>
              <a:gd name="connsiteY3" fmla="*/ 465087 h 5150921"/>
              <a:gd name="connsiteX4" fmla="*/ 1426482 w 2304475"/>
              <a:gd name="connsiteY4" fmla="*/ 5354 h 5150921"/>
              <a:gd name="connsiteX5" fmla="*/ 1569604 w 2304475"/>
              <a:gd name="connsiteY5" fmla="*/ 930 h 5150921"/>
              <a:gd name="connsiteX6" fmla="*/ 2304475 w 2304475"/>
              <a:gd name="connsiteY6" fmla="*/ 274822 h 5150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04475" h="5150921">
                <a:moveTo>
                  <a:pt x="1235764" y="5150921"/>
                </a:moveTo>
                <a:cubicBezTo>
                  <a:pt x="1089744" y="4970003"/>
                  <a:pt x="919633" y="4675268"/>
                  <a:pt x="706756" y="4186633"/>
                </a:cubicBezTo>
                <a:cubicBezTo>
                  <a:pt x="159927" y="2931459"/>
                  <a:pt x="-166151" y="2182975"/>
                  <a:pt x="87362" y="1347390"/>
                </a:cubicBezTo>
                <a:cubicBezTo>
                  <a:pt x="217029" y="920066"/>
                  <a:pt x="450111" y="628826"/>
                  <a:pt x="604815" y="465087"/>
                </a:cubicBezTo>
                <a:cubicBezTo>
                  <a:pt x="754631" y="296578"/>
                  <a:pt x="1030250" y="48187"/>
                  <a:pt x="1426482" y="5354"/>
                </a:cubicBezTo>
                <a:cubicBezTo>
                  <a:pt x="1473780" y="240"/>
                  <a:pt x="1521538" y="-1153"/>
                  <a:pt x="1569604" y="930"/>
                </a:cubicBezTo>
                <a:cubicBezTo>
                  <a:pt x="1809933" y="11345"/>
                  <a:pt x="2067880" y="121265"/>
                  <a:pt x="2304475" y="274822"/>
                </a:cubicBezTo>
              </a:path>
            </a:pathLst>
          </a:custGeom>
          <a:noFill/>
          <a:ln w="69850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4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354E6D-E1F4-CCC1-CE42-79916D03C780}"/>
              </a:ext>
            </a:extLst>
          </p:cNvPr>
          <p:cNvSpPr/>
          <p:nvPr userDrawn="1"/>
        </p:nvSpPr>
        <p:spPr>
          <a:xfrm>
            <a:off x="1" y="1454554"/>
            <a:ext cx="7279953" cy="5403446"/>
          </a:xfrm>
          <a:custGeom>
            <a:avLst/>
            <a:gdLst>
              <a:gd name="connsiteX0" fmla="*/ 2849225 w 7279953"/>
              <a:gd name="connsiteY0" fmla="*/ 1991 h 5403446"/>
              <a:gd name="connsiteX1" fmla="*/ 5787175 w 7279953"/>
              <a:gd name="connsiteY1" fmla="*/ 802235 h 5403446"/>
              <a:gd name="connsiteX2" fmla="*/ 7222098 w 7279953"/>
              <a:gd name="connsiteY2" fmla="*/ 5257058 h 5403446"/>
              <a:gd name="connsiteX3" fmla="*/ 7198134 w 7279953"/>
              <a:gd name="connsiteY3" fmla="*/ 5403446 h 5403446"/>
              <a:gd name="connsiteX4" fmla="*/ 0 w 7279953"/>
              <a:gd name="connsiteY4" fmla="*/ 5403446 h 5403446"/>
              <a:gd name="connsiteX5" fmla="*/ 0 w 7279953"/>
              <a:gd name="connsiteY5" fmla="*/ 593527 h 5403446"/>
              <a:gd name="connsiteX6" fmla="*/ 151492 w 7279953"/>
              <a:gd name="connsiteY6" fmla="*/ 533307 h 5403446"/>
              <a:gd name="connsiteX7" fmla="*/ 2849225 w 7279953"/>
              <a:gd name="connsiteY7" fmla="*/ 1991 h 54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79953" h="5403446">
                <a:moveTo>
                  <a:pt x="2849225" y="1991"/>
                </a:moveTo>
                <a:cubicBezTo>
                  <a:pt x="3990388" y="-25010"/>
                  <a:pt x="5049890" y="221659"/>
                  <a:pt x="5787175" y="802235"/>
                </a:cubicBezTo>
                <a:cubicBezTo>
                  <a:pt x="6927689" y="1700322"/>
                  <a:pt x="7466345" y="3530716"/>
                  <a:pt x="7222098" y="5257058"/>
                </a:cubicBezTo>
                <a:lnTo>
                  <a:pt x="7198134" y="5403446"/>
                </a:lnTo>
                <a:lnTo>
                  <a:pt x="0" y="5403446"/>
                </a:lnTo>
                <a:lnTo>
                  <a:pt x="0" y="593527"/>
                </a:lnTo>
                <a:lnTo>
                  <a:pt x="151492" y="533307"/>
                </a:lnTo>
                <a:cubicBezTo>
                  <a:pt x="1024681" y="209544"/>
                  <a:pt x="1961653" y="22991"/>
                  <a:pt x="2849225" y="1991"/>
                </a:cubicBezTo>
                <a:close/>
              </a:path>
            </a:pathLst>
          </a:custGeom>
          <a:solidFill>
            <a:schemeClr val="accent2">
              <a:lumMod val="75000"/>
              <a:alpha val="58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C57BD73-8DAD-5762-B57C-177ECEEACFC6}"/>
              </a:ext>
            </a:extLst>
          </p:cNvPr>
          <p:cNvSpPr/>
          <p:nvPr userDrawn="1"/>
        </p:nvSpPr>
        <p:spPr>
          <a:xfrm>
            <a:off x="1" y="1"/>
            <a:ext cx="5306847" cy="4114703"/>
          </a:xfrm>
          <a:custGeom>
            <a:avLst/>
            <a:gdLst>
              <a:gd name="connsiteX0" fmla="*/ 1128214 w 5306847"/>
              <a:gd name="connsiteY0" fmla="*/ 3116019 h 4114703"/>
              <a:gd name="connsiteX1" fmla="*/ 835809 w 5306847"/>
              <a:gd name="connsiteY1" fmla="*/ 3193860 h 4114703"/>
              <a:gd name="connsiteX2" fmla="*/ 1244658 w 5306847"/>
              <a:gd name="connsiteY2" fmla="*/ 3132653 h 4114703"/>
              <a:gd name="connsiteX3" fmla="*/ 1128214 w 5306847"/>
              <a:gd name="connsiteY3" fmla="*/ 3116019 h 4114703"/>
              <a:gd name="connsiteX4" fmla="*/ 593382 w 5306847"/>
              <a:gd name="connsiteY4" fmla="*/ 3062082 h 4114703"/>
              <a:gd name="connsiteX5" fmla="*/ 746859 w 5306847"/>
              <a:gd name="connsiteY5" fmla="*/ 3073079 h 4114703"/>
              <a:gd name="connsiteX6" fmla="*/ 593382 w 5306847"/>
              <a:gd name="connsiteY6" fmla="*/ 3062082 h 4114703"/>
              <a:gd name="connsiteX7" fmla="*/ 0 w 5306847"/>
              <a:gd name="connsiteY7" fmla="*/ 2705805 h 4114703"/>
              <a:gd name="connsiteX8" fmla="*/ 793045 w 5306847"/>
              <a:gd name="connsiteY8" fmla="*/ 2775067 h 4114703"/>
              <a:gd name="connsiteX9" fmla="*/ 1031840 w 5306847"/>
              <a:gd name="connsiteY9" fmla="*/ 2810847 h 4114703"/>
              <a:gd name="connsiteX10" fmla="*/ 1026371 w 5306847"/>
              <a:gd name="connsiteY10" fmla="*/ 2848980 h 4114703"/>
              <a:gd name="connsiteX11" fmla="*/ 59068 w 5306847"/>
              <a:gd name="connsiteY11" fmla="*/ 2811901 h 4114703"/>
              <a:gd name="connsiteX12" fmla="*/ 50283 w 5306847"/>
              <a:gd name="connsiteY12" fmla="*/ 2852290 h 4114703"/>
              <a:gd name="connsiteX13" fmla="*/ 316347 w 5306847"/>
              <a:gd name="connsiteY13" fmla="*/ 2928972 h 4114703"/>
              <a:gd name="connsiteX14" fmla="*/ 1075878 w 5306847"/>
              <a:gd name="connsiteY14" fmla="*/ 2984948 h 4114703"/>
              <a:gd name="connsiteX15" fmla="*/ 1383585 w 5306847"/>
              <a:gd name="connsiteY15" fmla="*/ 2941791 h 4114703"/>
              <a:gd name="connsiteX16" fmla="*/ 1495153 w 5306847"/>
              <a:gd name="connsiteY16" fmla="*/ 3004988 h 4114703"/>
              <a:gd name="connsiteX17" fmla="*/ 1311595 w 5306847"/>
              <a:gd name="connsiteY17" fmla="*/ 3096004 h 4114703"/>
              <a:gd name="connsiteX18" fmla="*/ 1793219 w 5306847"/>
              <a:gd name="connsiteY18" fmla="*/ 3146904 h 4114703"/>
              <a:gd name="connsiteX19" fmla="*/ 1246095 w 5306847"/>
              <a:gd name="connsiteY19" fmla="*/ 3233913 h 4114703"/>
              <a:gd name="connsiteX20" fmla="*/ 1243573 w 5306847"/>
              <a:gd name="connsiteY20" fmla="*/ 3281681 h 4114703"/>
              <a:gd name="connsiteX21" fmla="*/ 1569927 w 5306847"/>
              <a:gd name="connsiteY21" fmla="*/ 3348255 h 4114703"/>
              <a:gd name="connsiteX22" fmla="*/ 1898220 w 5306847"/>
              <a:gd name="connsiteY22" fmla="*/ 3518678 h 4114703"/>
              <a:gd name="connsiteX23" fmla="*/ 1379583 w 5306847"/>
              <a:gd name="connsiteY23" fmla="*/ 3393314 h 4114703"/>
              <a:gd name="connsiteX24" fmla="*/ 1365854 w 5306847"/>
              <a:gd name="connsiteY24" fmla="*/ 3430365 h 4114703"/>
              <a:gd name="connsiteX25" fmla="*/ 1899877 w 5306847"/>
              <a:gd name="connsiteY25" fmla="*/ 3756354 h 4114703"/>
              <a:gd name="connsiteX26" fmla="*/ 1390394 w 5306847"/>
              <a:gd name="connsiteY26" fmla="*/ 3559368 h 4114703"/>
              <a:gd name="connsiteX27" fmla="*/ 1652019 w 5306847"/>
              <a:gd name="connsiteY27" fmla="*/ 3834080 h 4114703"/>
              <a:gd name="connsiteX28" fmla="*/ 1277598 w 5306847"/>
              <a:gd name="connsiteY28" fmla="*/ 3652747 h 4114703"/>
              <a:gd name="connsiteX29" fmla="*/ 1363636 w 5306847"/>
              <a:gd name="connsiteY29" fmla="*/ 4114703 h 4114703"/>
              <a:gd name="connsiteX30" fmla="*/ 1003785 w 5306847"/>
              <a:gd name="connsiteY30" fmla="*/ 3536203 h 4114703"/>
              <a:gd name="connsiteX31" fmla="*/ 1137175 w 5306847"/>
              <a:gd name="connsiteY31" fmla="*/ 3932544 h 4114703"/>
              <a:gd name="connsiteX32" fmla="*/ 1092633 w 5306847"/>
              <a:gd name="connsiteY32" fmla="*/ 3954634 h 4114703"/>
              <a:gd name="connsiteX33" fmla="*/ 981708 w 5306847"/>
              <a:gd name="connsiteY33" fmla="*/ 3767746 h 4114703"/>
              <a:gd name="connsiteX34" fmla="*/ 816353 w 5306847"/>
              <a:gd name="connsiteY34" fmla="*/ 3458203 h 4114703"/>
              <a:gd name="connsiteX35" fmla="*/ 612237 w 5306847"/>
              <a:gd name="connsiteY35" fmla="*/ 3330261 h 4114703"/>
              <a:gd name="connsiteX36" fmla="*/ 782209 w 5306847"/>
              <a:gd name="connsiteY36" fmla="*/ 3785035 h 4114703"/>
              <a:gd name="connsiteX37" fmla="*/ 359536 w 5306847"/>
              <a:gd name="connsiteY37" fmla="*/ 3187049 h 4114703"/>
              <a:gd name="connsiteX38" fmla="*/ 316861 w 5306847"/>
              <a:gd name="connsiteY38" fmla="*/ 3207700 h 4114703"/>
              <a:gd name="connsiteX39" fmla="*/ 519543 w 5306847"/>
              <a:gd name="connsiteY39" fmla="*/ 3770012 h 4114703"/>
              <a:gd name="connsiteX40" fmla="*/ 119870 w 5306847"/>
              <a:gd name="connsiteY40" fmla="*/ 3080521 h 4114703"/>
              <a:gd name="connsiteX41" fmla="*/ 155937 w 5306847"/>
              <a:gd name="connsiteY41" fmla="*/ 3674683 h 4114703"/>
              <a:gd name="connsiteX42" fmla="*/ 39600 w 5306847"/>
              <a:gd name="connsiteY42" fmla="*/ 3316729 h 4114703"/>
              <a:gd name="connsiteX43" fmla="*/ 0 w 5306847"/>
              <a:gd name="connsiteY43" fmla="*/ 3138695 h 4114703"/>
              <a:gd name="connsiteX44" fmla="*/ 0 w 5306847"/>
              <a:gd name="connsiteY44" fmla="*/ 2448197 h 4114703"/>
              <a:gd name="connsiteX45" fmla="*/ 55485 w 5306847"/>
              <a:gd name="connsiteY45" fmla="*/ 2448349 h 4114703"/>
              <a:gd name="connsiteX46" fmla="*/ 127415 w 5306847"/>
              <a:gd name="connsiteY46" fmla="*/ 2484330 h 4114703"/>
              <a:gd name="connsiteX47" fmla="*/ 35102 w 5306847"/>
              <a:gd name="connsiteY47" fmla="*/ 2503119 h 4114703"/>
              <a:gd name="connsiteX48" fmla="*/ 0 w 5306847"/>
              <a:gd name="connsiteY48" fmla="*/ 2507241 h 4114703"/>
              <a:gd name="connsiteX49" fmla="*/ 0 w 5306847"/>
              <a:gd name="connsiteY49" fmla="*/ 1951810 h 4114703"/>
              <a:gd name="connsiteX50" fmla="*/ 65069 w 5306847"/>
              <a:gd name="connsiteY50" fmla="*/ 1993449 h 4114703"/>
              <a:gd name="connsiteX51" fmla="*/ 541335 w 5306847"/>
              <a:gd name="connsiteY51" fmla="*/ 2322212 h 4114703"/>
              <a:gd name="connsiteX52" fmla="*/ 95359 w 5306847"/>
              <a:gd name="connsiteY52" fmla="*/ 2112344 h 4114703"/>
              <a:gd name="connsiteX53" fmla="*/ 0 w 5306847"/>
              <a:gd name="connsiteY53" fmla="*/ 2070199 h 4114703"/>
              <a:gd name="connsiteX54" fmla="*/ 1493216 w 5306847"/>
              <a:gd name="connsiteY54" fmla="*/ 1252887 h 4114703"/>
              <a:gd name="connsiteX55" fmla="*/ 774195 w 5306847"/>
              <a:gd name="connsiteY55" fmla="*/ 1512992 h 4114703"/>
              <a:gd name="connsiteX56" fmla="*/ 1493216 w 5306847"/>
              <a:gd name="connsiteY56" fmla="*/ 1252887 h 4114703"/>
              <a:gd name="connsiteX57" fmla="*/ 76255 w 5306847"/>
              <a:gd name="connsiteY57" fmla="*/ 1097450 h 4114703"/>
              <a:gd name="connsiteX58" fmla="*/ 33618 w 5306847"/>
              <a:gd name="connsiteY58" fmla="*/ 1349175 h 4114703"/>
              <a:gd name="connsiteX59" fmla="*/ 0 w 5306847"/>
              <a:gd name="connsiteY59" fmla="*/ 1432332 h 4114703"/>
              <a:gd name="connsiteX60" fmla="*/ 0 w 5306847"/>
              <a:gd name="connsiteY60" fmla="*/ 1189112 h 4114703"/>
              <a:gd name="connsiteX61" fmla="*/ 2029776 w 5306847"/>
              <a:gd name="connsiteY61" fmla="*/ 932082 h 4114703"/>
              <a:gd name="connsiteX62" fmla="*/ 1584547 w 5306847"/>
              <a:gd name="connsiteY62" fmla="*/ 1035281 h 4114703"/>
              <a:gd name="connsiteX63" fmla="*/ 1855741 w 5306847"/>
              <a:gd name="connsiteY63" fmla="*/ 1119025 h 4114703"/>
              <a:gd name="connsiteX64" fmla="*/ 2029776 w 5306847"/>
              <a:gd name="connsiteY64" fmla="*/ 932082 h 4114703"/>
              <a:gd name="connsiteX65" fmla="*/ 2172757 w 5306847"/>
              <a:gd name="connsiteY65" fmla="*/ 756549 h 4114703"/>
              <a:gd name="connsiteX66" fmla="*/ 1449360 w 5306847"/>
              <a:gd name="connsiteY66" fmla="*/ 944440 h 4114703"/>
              <a:gd name="connsiteX67" fmla="*/ 1465019 w 5306847"/>
              <a:gd name="connsiteY67" fmla="*/ 953215 h 4114703"/>
              <a:gd name="connsiteX68" fmla="*/ 2108011 w 5306847"/>
              <a:gd name="connsiteY68" fmla="*/ 848645 h 4114703"/>
              <a:gd name="connsiteX69" fmla="*/ 2172757 w 5306847"/>
              <a:gd name="connsiteY69" fmla="*/ 756549 h 4114703"/>
              <a:gd name="connsiteX70" fmla="*/ 4252658 w 5306847"/>
              <a:gd name="connsiteY70" fmla="*/ 150792 h 4114703"/>
              <a:gd name="connsiteX71" fmla="*/ 3931686 w 5306847"/>
              <a:gd name="connsiteY71" fmla="*/ 459776 h 4114703"/>
              <a:gd name="connsiteX72" fmla="*/ 4132278 w 5306847"/>
              <a:gd name="connsiteY72" fmla="*/ 351481 h 4114703"/>
              <a:gd name="connsiteX73" fmla="*/ 4283202 w 5306847"/>
              <a:gd name="connsiteY73" fmla="*/ 178164 h 4114703"/>
              <a:gd name="connsiteX74" fmla="*/ 4252658 w 5306847"/>
              <a:gd name="connsiteY74" fmla="*/ 150792 h 4114703"/>
              <a:gd name="connsiteX75" fmla="*/ 3325439 w 5306847"/>
              <a:gd name="connsiteY75" fmla="*/ 0 h 4114703"/>
              <a:gd name="connsiteX76" fmla="*/ 3418746 w 5306847"/>
              <a:gd name="connsiteY76" fmla="*/ 0 h 4114703"/>
              <a:gd name="connsiteX77" fmla="*/ 3419677 w 5306847"/>
              <a:gd name="connsiteY77" fmla="*/ 8956 h 4114703"/>
              <a:gd name="connsiteX78" fmla="*/ 3293135 w 5306847"/>
              <a:gd name="connsiteY78" fmla="*/ 286266 h 4114703"/>
              <a:gd name="connsiteX79" fmla="*/ 3118350 w 5306847"/>
              <a:gd name="connsiteY79" fmla="*/ 657091 h 4114703"/>
              <a:gd name="connsiteX80" fmla="*/ 3329162 w 5306847"/>
              <a:gd name="connsiteY80" fmla="*/ 590326 h 4114703"/>
              <a:gd name="connsiteX81" fmla="*/ 3639279 w 5306847"/>
              <a:gd name="connsiteY81" fmla="*/ 4623 h 4114703"/>
              <a:gd name="connsiteX82" fmla="*/ 3642347 w 5306847"/>
              <a:gd name="connsiteY82" fmla="*/ 0 h 4114703"/>
              <a:gd name="connsiteX83" fmla="*/ 3767243 w 5306847"/>
              <a:gd name="connsiteY83" fmla="*/ 0 h 4114703"/>
              <a:gd name="connsiteX84" fmla="*/ 3613382 w 5306847"/>
              <a:gd name="connsiteY84" fmla="*/ 253431 h 4114703"/>
              <a:gd name="connsiteX85" fmla="*/ 3417993 w 5306847"/>
              <a:gd name="connsiteY85" fmla="*/ 575207 h 4114703"/>
              <a:gd name="connsiteX86" fmla="*/ 3686405 w 5306847"/>
              <a:gd name="connsiteY86" fmla="*/ 478980 h 4114703"/>
              <a:gd name="connsiteX87" fmla="*/ 3866549 w 5306847"/>
              <a:gd name="connsiteY87" fmla="*/ 110874 h 4114703"/>
              <a:gd name="connsiteX88" fmla="*/ 3929931 w 5306847"/>
              <a:gd name="connsiteY88" fmla="*/ 0 h 4114703"/>
              <a:gd name="connsiteX89" fmla="*/ 4126959 w 5306847"/>
              <a:gd name="connsiteY89" fmla="*/ 0 h 4114703"/>
              <a:gd name="connsiteX90" fmla="*/ 4117244 w 5306847"/>
              <a:gd name="connsiteY90" fmla="*/ 13877 h 4114703"/>
              <a:gd name="connsiteX91" fmla="*/ 4042900 w 5306847"/>
              <a:gd name="connsiteY91" fmla="*/ 153958 h 4114703"/>
              <a:gd name="connsiteX92" fmla="*/ 4386860 w 5306847"/>
              <a:gd name="connsiteY92" fmla="*/ 73668 h 4114703"/>
              <a:gd name="connsiteX93" fmla="*/ 4454900 w 5306847"/>
              <a:gd name="connsiteY93" fmla="*/ 0 h 4114703"/>
              <a:gd name="connsiteX94" fmla="*/ 4550359 w 5306847"/>
              <a:gd name="connsiteY94" fmla="*/ 0 h 4114703"/>
              <a:gd name="connsiteX95" fmla="*/ 4527388 w 5306847"/>
              <a:gd name="connsiteY95" fmla="*/ 31847 h 4114703"/>
              <a:gd name="connsiteX96" fmla="*/ 4376382 w 5306847"/>
              <a:gd name="connsiteY96" fmla="*/ 240637 h 4114703"/>
              <a:gd name="connsiteX97" fmla="*/ 4663766 w 5306847"/>
              <a:gd name="connsiteY97" fmla="*/ 12858 h 4114703"/>
              <a:gd name="connsiteX98" fmla="*/ 4679372 w 5306847"/>
              <a:gd name="connsiteY98" fmla="*/ 0 h 4114703"/>
              <a:gd name="connsiteX99" fmla="*/ 4869273 w 5306847"/>
              <a:gd name="connsiteY99" fmla="*/ 0 h 4114703"/>
              <a:gd name="connsiteX100" fmla="*/ 4683376 w 5306847"/>
              <a:gd name="connsiteY100" fmla="*/ 138589 h 4114703"/>
              <a:gd name="connsiteX101" fmla="*/ 4443736 w 5306847"/>
              <a:gd name="connsiteY101" fmla="*/ 322099 h 4114703"/>
              <a:gd name="connsiteX102" fmla="*/ 4371506 w 5306847"/>
              <a:gd name="connsiteY102" fmla="*/ 403295 h 4114703"/>
              <a:gd name="connsiteX103" fmla="*/ 5289989 w 5306847"/>
              <a:gd name="connsiteY103" fmla="*/ 73257 h 4114703"/>
              <a:gd name="connsiteX104" fmla="*/ 5306847 w 5306847"/>
              <a:gd name="connsiteY104" fmla="*/ 129614 h 4114703"/>
              <a:gd name="connsiteX105" fmla="*/ 4722826 w 5306847"/>
              <a:gd name="connsiteY105" fmla="*/ 358107 h 4114703"/>
              <a:gd name="connsiteX106" fmla="*/ 4732656 w 5306847"/>
              <a:gd name="connsiteY106" fmla="*/ 394876 h 4114703"/>
              <a:gd name="connsiteX107" fmla="*/ 5154856 w 5306847"/>
              <a:gd name="connsiteY107" fmla="*/ 369219 h 4114703"/>
              <a:gd name="connsiteX108" fmla="*/ 5086105 w 5306847"/>
              <a:gd name="connsiteY108" fmla="*/ 476601 h 4114703"/>
              <a:gd name="connsiteX109" fmla="*/ 4749699 w 5306847"/>
              <a:gd name="connsiteY109" fmla="*/ 535007 h 4114703"/>
              <a:gd name="connsiteX110" fmla="*/ 5008733 w 5306847"/>
              <a:gd name="connsiteY110" fmla="*/ 672153 h 4114703"/>
              <a:gd name="connsiteX111" fmla="*/ 4655581 w 5306847"/>
              <a:gd name="connsiteY111" fmla="*/ 652691 h 4114703"/>
              <a:gd name="connsiteX112" fmla="*/ 4644466 w 5306847"/>
              <a:gd name="connsiteY112" fmla="*/ 683862 h 4114703"/>
              <a:gd name="connsiteX113" fmla="*/ 4964410 w 5306847"/>
              <a:gd name="connsiteY113" fmla="*/ 830658 h 4114703"/>
              <a:gd name="connsiteX114" fmla="*/ 4658386 w 5306847"/>
              <a:gd name="connsiteY114" fmla="*/ 788605 h 4114703"/>
              <a:gd name="connsiteX115" fmla="*/ 4333885 w 5306847"/>
              <a:gd name="connsiteY115" fmla="*/ 723281 h 4114703"/>
              <a:gd name="connsiteX116" fmla="*/ 4008791 w 5306847"/>
              <a:gd name="connsiteY116" fmla="*/ 732211 h 4114703"/>
              <a:gd name="connsiteX117" fmla="*/ 4598281 w 5306847"/>
              <a:gd name="connsiteY117" fmla="*/ 981875 h 4114703"/>
              <a:gd name="connsiteX118" fmla="*/ 4465159 w 5306847"/>
              <a:gd name="connsiteY118" fmla="*/ 970683 h 4114703"/>
              <a:gd name="connsiteX119" fmla="*/ 3747111 w 5306847"/>
              <a:gd name="connsiteY119" fmla="*/ 785763 h 4114703"/>
              <a:gd name="connsiteX120" fmla="*/ 3529957 w 5306847"/>
              <a:gd name="connsiteY120" fmla="*/ 800574 h 4114703"/>
              <a:gd name="connsiteX121" fmla="*/ 4239375 w 5306847"/>
              <a:gd name="connsiteY121" fmla="*/ 1115034 h 4114703"/>
              <a:gd name="connsiteX122" fmla="*/ 4280974 w 5306847"/>
              <a:gd name="connsiteY122" fmla="*/ 1202039 h 4114703"/>
              <a:gd name="connsiteX123" fmla="*/ 3849984 w 5306847"/>
              <a:gd name="connsiteY123" fmla="*/ 1030627 h 4114703"/>
              <a:gd name="connsiteX124" fmla="*/ 3409429 w 5306847"/>
              <a:gd name="connsiteY124" fmla="*/ 870743 h 4114703"/>
              <a:gd name="connsiteX125" fmla="*/ 3000741 w 5306847"/>
              <a:gd name="connsiteY125" fmla="*/ 841661 h 4114703"/>
              <a:gd name="connsiteX126" fmla="*/ 3001634 w 5306847"/>
              <a:gd name="connsiteY126" fmla="*/ 868350 h 4114703"/>
              <a:gd name="connsiteX127" fmla="*/ 3977926 w 5306847"/>
              <a:gd name="connsiteY127" fmla="*/ 1183583 h 4114703"/>
              <a:gd name="connsiteX128" fmla="*/ 3987416 w 5306847"/>
              <a:gd name="connsiteY128" fmla="*/ 1246207 h 4114703"/>
              <a:gd name="connsiteX129" fmla="*/ 2715015 w 5306847"/>
              <a:gd name="connsiteY129" fmla="*/ 1008947 h 4114703"/>
              <a:gd name="connsiteX130" fmla="*/ 3348065 w 5306847"/>
              <a:gd name="connsiteY130" fmla="*/ 1206626 h 4114703"/>
              <a:gd name="connsiteX131" fmla="*/ 3259910 w 5306847"/>
              <a:gd name="connsiteY131" fmla="*/ 1230747 h 4114703"/>
              <a:gd name="connsiteX132" fmla="*/ 3182468 w 5306847"/>
              <a:gd name="connsiteY132" fmla="*/ 1221624 h 4114703"/>
              <a:gd name="connsiteX133" fmla="*/ 2536035 w 5306847"/>
              <a:gd name="connsiteY133" fmla="*/ 1073823 h 4114703"/>
              <a:gd name="connsiteX134" fmla="*/ 2329567 w 5306847"/>
              <a:gd name="connsiteY134" fmla="*/ 1080109 h 4114703"/>
              <a:gd name="connsiteX135" fmla="*/ 1490638 w 5306847"/>
              <a:gd name="connsiteY135" fmla="*/ 1410800 h 4114703"/>
              <a:gd name="connsiteX136" fmla="*/ 1579656 w 5306847"/>
              <a:gd name="connsiteY136" fmla="*/ 1399406 h 4114703"/>
              <a:gd name="connsiteX137" fmla="*/ 2568862 w 5306847"/>
              <a:gd name="connsiteY137" fmla="*/ 1198528 h 4114703"/>
              <a:gd name="connsiteX138" fmla="*/ 2724042 w 5306847"/>
              <a:gd name="connsiteY138" fmla="*/ 1259695 h 4114703"/>
              <a:gd name="connsiteX139" fmla="*/ 2265993 w 5306847"/>
              <a:gd name="connsiteY139" fmla="*/ 1324555 h 4114703"/>
              <a:gd name="connsiteX140" fmla="*/ 3218786 w 5306847"/>
              <a:gd name="connsiteY140" fmla="*/ 1449876 h 4114703"/>
              <a:gd name="connsiteX141" fmla="*/ 2197564 w 5306847"/>
              <a:gd name="connsiteY141" fmla="*/ 1469480 h 4114703"/>
              <a:gd name="connsiteX142" fmla="*/ 3519100 w 5306847"/>
              <a:gd name="connsiteY142" fmla="*/ 1755212 h 4114703"/>
              <a:gd name="connsiteX143" fmla="*/ 3508692 w 5306847"/>
              <a:gd name="connsiteY143" fmla="*/ 1809348 h 4114703"/>
              <a:gd name="connsiteX144" fmla="*/ 2986339 w 5306847"/>
              <a:gd name="connsiteY144" fmla="*/ 1722848 h 4114703"/>
              <a:gd name="connsiteX145" fmla="*/ 2984790 w 5306847"/>
              <a:gd name="connsiteY145" fmla="*/ 1742491 h 4114703"/>
              <a:gd name="connsiteX146" fmla="*/ 3571283 w 5306847"/>
              <a:gd name="connsiteY146" fmla="*/ 2031955 h 4114703"/>
              <a:gd name="connsiteX147" fmla="*/ 3615118 w 5306847"/>
              <a:gd name="connsiteY147" fmla="*/ 2086291 h 4114703"/>
              <a:gd name="connsiteX148" fmla="*/ 2708513 w 5306847"/>
              <a:gd name="connsiteY148" fmla="*/ 1781688 h 4114703"/>
              <a:gd name="connsiteX149" fmla="*/ 3172418 w 5306847"/>
              <a:gd name="connsiteY149" fmla="*/ 2199742 h 4114703"/>
              <a:gd name="connsiteX150" fmla="*/ 2132197 w 5306847"/>
              <a:gd name="connsiteY150" fmla="*/ 1641209 h 4114703"/>
              <a:gd name="connsiteX151" fmla="*/ 2630167 w 5306847"/>
              <a:gd name="connsiteY151" fmla="*/ 2204145 h 4114703"/>
              <a:gd name="connsiteX152" fmla="*/ 2599847 w 5306847"/>
              <a:gd name="connsiteY152" fmla="*/ 2233140 h 4114703"/>
              <a:gd name="connsiteX153" fmla="*/ 2069682 w 5306847"/>
              <a:gd name="connsiteY153" fmla="*/ 1761346 h 4114703"/>
              <a:gd name="connsiteX154" fmla="*/ 2051614 w 5306847"/>
              <a:gd name="connsiteY154" fmla="*/ 1778826 h 4114703"/>
              <a:gd name="connsiteX155" fmla="*/ 2278737 w 5306847"/>
              <a:gd name="connsiteY155" fmla="*/ 2072065 h 4114703"/>
              <a:gd name="connsiteX156" fmla="*/ 2250256 w 5306847"/>
              <a:gd name="connsiteY156" fmla="*/ 2105001 h 4114703"/>
              <a:gd name="connsiteX157" fmla="*/ 2154719 w 5306847"/>
              <a:gd name="connsiteY157" fmla="*/ 2038687 h 4114703"/>
              <a:gd name="connsiteX158" fmla="*/ 1707849 w 5306847"/>
              <a:gd name="connsiteY158" fmla="*/ 1603352 h 4114703"/>
              <a:gd name="connsiteX159" fmla="*/ 1525666 w 5306847"/>
              <a:gd name="connsiteY159" fmla="*/ 1568923 h 4114703"/>
              <a:gd name="connsiteX160" fmla="*/ 1930439 w 5306847"/>
              <a:gd name="connsiteY160" fmla="*/ 2152124 h 4114703"/>
              <a:gd name="connsiteX161" fmla="*/ 1452634 w 5306847"/>
              <a:gd name="connsiteY161" fmla="*/ 1665318 h 4114703"/>
              <a:gd name="connsiteX162" fmla="*/ 1219821 w 5306847"/>
              <a:gd name="connsiteY162" fmla="*/ 1571963 h 4114703"/>
              <a:gd name="connsiteX163" fmla="*/ 1050195 w 5306847"/>
              <a:gd name="connsiteY163" fmla="*/ 1546914 h 4114703"/>
              <a:gd name="connsiteX164" fmla="*/ 1034486 w 5306847"/>
              <a:gd name="connsiteY164" fmla="*/ 1587574 h 4114703"/>
              <a:gd name="connsiteX165" fmla="*/ 1481611 w 5306847"/>
              <a:gd name="connsiteY165" fmla="*/ 1894459 h 4114703"/>
              <a:gd name="connsiteX166" fmla="*/ 1469161 w 5306847"/>
              <a:gd name="connsiteY166" fmla="*/ 1924278 h 4114703"/>
              <a:gd name="connsiteX167" fmla="*/ 1377537 w 5306847"/>
              <a:gd name="connsiteY167" fmla="*/ 1900183 h 4114703"/>
              <a:gd name="connsiteX168" fmla="*/ 999407 w 5306847"/>
              <a:gd name="connsiteY168" fmla="*/ 1697006 h 4114703"/>
              <a:gd name="connsiteX169" fmla="*/ 805960 w 5306847"/>
              <a:gd name="connsiteY169" fmla="*/ 1643277 h 4114703"/>
              <a:gd name="connsiteX170" fmla="*/ 793467 w 5306847"/>
              <a:gd name="connsiteY170" fmla="*/ 1681164 h 4114703"/>
              <a:gd name="connsiteX171" fmla="*/ 1024949 w 5306847"/>
              <a:gd name="connsiteY171" fmla="*/ 1811845 h 4114703"/>
              <a:gd name="connsiteX172" fmla="*/ 1212262 w 5306847"/>
              <a:gd name="connsiteY172" fmla="*/ 1972065 h 4114703"/>
              <a:gd name="connsiteX173" fmla="*/ 398553 w 5306847"/>
              <a:gd name="connsiteY173" fmla="*/ 1745032 h 4114703"/>
              <a:gd name="connsiteX174" fmla="*/ 824711 w 5306847"/>
              <a:gd name="connsiteY174" fmla="*/ 2090377 h 4114703"/>
              <a:gd name="connsiteX175" fmla="*/ 343018 w 5306847"/>
              <a:gd name="connsiteY175" fmla="*/ 1854143 h 4114703"/>
              <a:gd name="connsiteX176" fmla="*/ 17025 w 5306847"/>
              <a:gd name="connsiteY176" fmla="*/ 1831006 h 4114703"/>
              <a:gd name="connsiteX177" fmla="*/ 0 w 5306847"/>
              <a:gd name="connsiteY177" fmla="*/ 1837998 h 4114703"/>
              <a:gd name="connsiteX178" fmla="*/ 0 w 5306847"/>
              <a:gd name="connsiteY178" fmla="*/ 1569479 h 4114703"/>
              <a:gd name="connsiteX179" fmla="*/ 14353 w 5306847"/>
              <a:gd name="connsiteY179" fmla="*/ 1564248 h 4114703"/>
              <a:gd name="connsiteX180" fmla="*/ 94549 w 5306847"/>
              <a:gd name="connsiteY180" fmla="*/ 1453845 h 4114703"/>
              <a:gd name="connsiteX181" fmla="*/ 303185 w 5306847"/>
              <a:gd name="connsiteY181" fmla="*/ 713266 h 4114703"/>
              <a:gd name="connsiteX182" fmla="*/ 371403 w 5306847"/>
              <a:gd name="connsiteY182" fmla="*/ 807454 h 4114703"/>
              <a:gd name="connsiteX183" fmla="*/ 281093 w 5306847"/>
              <a:gd name="connsiteY183" fmla="*/ 1245667 h 4114703"/>
              <a:gd name="connsiteX184" fmla="*/ 235045 w 5306847"/>
              <a:gd name="connsiteY184" fmla="*/ 1398061 h 4114703"/>
              <a:gd name="connsiteX185" fmla="*/ 503757 w 5306847"/>
              <a:gd name="connsiteY185" fmla="*/ 1085268 h 4114703"/>
              <a:gd name="connsiteX186" fmla="*/ 543798 w 5306847"/>
              <a:gd name="connsiteY186" fmla="*/ 598266 h 4114703"/>
              <a:gd name="connsiteX187" fmla="*/ 585451 w 5306847"/>
              <a:gd name="connsiteY187" fmla="*/ 456397 h 4114703"/>
              <a:gd name="connsiteX188" fmla="*/ 630810 w 5306847"/>
              <a:gd name="connsiteY188" fmla="*/ 833318 h 4114703"/>
              <a:gd name="connsiteX189" fmla="*/ 605863 w 5306847"/>
              <a:gd name="connsiteY189" fmla="*/ 1179852 h 4114703"/>
              <a:gd name="connsiteX190" fmla="*/ 737759 w 5306847"/>
              <a:gd name="connsiteY190" fmla="*/ 1049453 h 4114703"/>
              <a:gd name="connsiteX191" fmla="*/ 860592 w 5306847"/>
              <a:gd name="connsiteY191" fmla="*/ 516272 h 4114703"/>
              <a:gd name="connsiteX192" fmla="*/ 919291 w 5306847"/>
              <a:gd name="connsiteY192" fmla="*/ 335094 h 4114703"/>
              <a:gd name="connsiteX193" fmla="*/ 935687 w 5306847"/>
              <a:gd name="connsiteY193" fmla="*/ 678965 h 4114703"/>
              <a:gd name="connsiteX194" fmla="*/ 843787 w 5306847"/>
              <a:gd name="connsiteY194" fmla="*/ 1045497 h 4114703"/>
              <a:gd name="connsiteX195" fmla="*/ 1055830 w 5306847"/>
              <a:gd name="connsiteY195" fmla="*/ 841497 h 4114703"/>
              <a:gd name="connsiteX196" fmla="*/ 1167925 w 5306847"/>
              <a:gd name="connsiteY196" fmla="*/ 148157 h 4114703"/>
              <a:gd name="connsiteX197" fmla="*/ 1224921 w 5306847"/>
              <a:gd name="connsiteY197" fmla="*/ 16199 h 4114703"/>
              <a:gd name="connsiteX198" fmla="*/ 1192163 w 5306847"/>
              <a:gd name="connsiteY198" fmla="*/ 811235 h 4114703"/>
              <a:gd name="connsiteX199" fmla="*/ 1288968 w 5306847"/>
              <a:gd name="connsiteY199" fmla="*/ 693566 h 4114703"/>
              <a:gd name="connsiteX200" fmla="*/ 1514227 w 5306847"/>
              <a:gd name="connsiteY200" fmla="*/ 173786 h 4114703"/>
              <a:gd name="connsiteX201" fmla="*/ 1591631 w 5306847"/>
              <a:gd name="connsiteY201" fmla="*/ 11535 h 4114703"/>
              <a:gd name="connsiteX202" fmla="*/ 1607996 w 5306847"/>
              <a:gd name="connsiteY202" fmla="*/ 242054 h 4114703"/>
              <a:gd name="connsiteX203" fmla="*/ 1512804 w 5306847"/>
              <a:gd name="connsiteY203" fmla="*/ 486736 h 4114703"/>
              <a:gd name="connsiteX204" fmla="*/ 2008275 w 5306847"/>
              <a:gd name="connsiteY204" fmla="*/ 120194 h 4114703"/>
              <a:gd name="connsiteX205" fmla="*/ 1694687 w 5306847"/>
              <a:gd name="connsiteY205" fmla="*/ 538951 h 4114703"/>
              <a:gd name="connsiteX206" fmla="*/ 1973612 w 5306847"/>
              <a:gd name="connsiteY206" fmla="*/ 427786 h 4114703"/>
              <a:gd name="connsiteX207" fmla="*/ 2252888 w 5306847"/>
              <a:gd name="connsiteY207" fmla="*/ 368128 h 4114703"/>
              <a:gd name="connsiteX208" fmla="*/ 1577384 w 5306847"/>
              <a:gd name="connsiteY208" fmla="*/ 763755 h 4114703"/>
              <a:gd name="connsiteX209" fmla="*/ 2290626 w 5306847"/>
              <a:gd name="connsiteY209" fmla="*/ 581598 h 4114703"/>
              <a:gd name="connsiteX210" fmla="*/ 2361773 w 5306847"/>
              <a:gd name="connsiteY210" fmla="*/ 450651 h 4114703"/>
              <a:gd name="connsiteX211" fmla="*/ 2428281 w 5306847"/>
              <a:gd name="connsiteY211" fmla="*/ 436648 h 4114703"/>
              <a:gd name="connsiteX212" fmla="*/ 2459792 w 5306847"/>
              <a:gd name="connsiteY212" fmla="*/ 496603 h 4114703"/>
              <a:gd name="connsiteX213" fmla="*/ 2342604 w 5306847"/>
              <a:gd name="connsiteY213" fmla="*/ 719236 h 4114703"/>
              <a:gd name="connsiteX214" fmla="*/ 2156442 w 5306847"/>
              <a:gd name="connsiteY214" fmla="*/ 992882 h 4114703"/>
              <a:gd name="connsiteX215" fmla="*/ 2377128 w 5306847"/>
              <a:gd name="connsiteY215" fmla="*/ 855431 h 4114703"/>
              <a:gd name="connsiteX216" fmla="*/ 2657869 w 5306847"/>
              <a:gd name="connsiteY216" fmla="*/ 275977 h 4114703"/>
              <a:gd name="connsiteX217" fmla="*/ 2717845 w 5306847"/>
              <a:gd name="connsiteY217" fmla="*/ 186956 h 4114703"/>
              <a:gd name="connsiteX218" fmla="*/ 2765311 w 5306847"/>
              <a:gd name="connsiteY218" fmla="*/ 317949 h 4114703"/>
              <a:gd name="connsiteX219" fmla="*/ 2594672 w 5306847"/>
              <a:gd name="connsiteY219" fmla="*/ 646600 h 4114703"/>
              <a:gd name="connsiteX220" fmla="*/ 2479362 w 5306847"/>
              <a:gd name="connsiteY220" fmla="*/ 845766 h 4114703"/>
              <a:gd name="connsiteX221" fmla="*/ 2760035 w 5306847"/>
              <a:gd name="connsiteY221" fmla="*/ 696655 h 4114703"/>
              <a:gd name="connsiteX222" fmla="*/ 3075725 w 5306847"/>
              <a:gd name="connsiteY222" fmla="*/ 112019 h 4114703"/>
              <a:gd name="connsiteX223" fmla="*/ 3201798 w 5306847"/>
              <a:gd name="connsiteY223" fmla="*/ 48294 h 4114703"/>
              <a:gd name="connsiteX224" fmla="*/ 2921347 w 5306847"/>
              <a:gd name="connsiteY224" fmla="*/ 651331 h 4114703"/>
              <a:gd name="connsiteX225" fmla="*/ 3060603 w 5306847"/>
              <a:gd name="connsiteY225" fmla="*/ 556032 h 4114703"/>
              <a:gd name="connsiteX226" fmla="*/ 3300399 w 5306847"/>
              <a:gd name="connsiteY226" fmla="*/ 42022 h 4114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</a:cxnLst>
            <a:rect l="l" t="t" r="r" b="b"/>
            <a:pathLst>
              <a:path w="5306847" h="4114703">
                <a:moveTo>
                  <a:pt x="1128214" y="3116019"/>
                </a:moveTo>
                <a:cubicBezTo>
                  <a:pt x="1020407" y="3112849"/>
                  <a:pt x="934621" y="3147254"/>
                  <a:pt x="835809" y="3193860"/>
                </a:cubicBezTo>
                <a:cubicBezTo>
                  <a:pt x="991711" y="3275302"/>
                  <a:pt x="1093677" y="3197996"/>
                  <a:pt x="1244658" y="3132653"/>
                </a:cubicBezTo>
                <a:cubicBezTo>
                  <a:pt x="1202531" y="3122307"/>
                  <a:pt x="1164149" y="3117076"/>
                  <a:pt x="1128214" y="3116019"/>
                </a:cubicBezTo>
                <a:close/>
                <a:moveTo>
                  <a:pt x="593382" y="3062082"/>
                </a:moveTo>
                <a:cubicBezTo>
                  <a:pt x="666221" y="3122063"/>
                  <a:pt x="666221" y="3122063"/>
                  <a:pt x="746859" y="3073079"/>
                </a:cubicBezTo>
                <a:cubicBezTo>
                  <a:pt x="685821" y="3068289"/>
                  <a:pt x="639551" y="3064927"/>
                  <a:pt x="593382" y="3062082"/>
                </a:cubicBezTo>
                <a:close/>
                <a:moveTo>
                  <a:pt x="0" y="2705805"/>
                </a:moveTo>
                <a:lnTo>
                  <a:pt x="793045" y="2775067"/>
                </a:lnTo>
                <a:cubicBezTo>
                  <a:pt x="872771" y="2782134"/>
                  <a:pt x="952141" y="2798402"/>
                  <a:pt x="1031840" y="2810847"/>
                </a:cubicBezTo>
                <a:cubicBezTo>
                  <a:pt x="1030016" y="2823558"/>
                  <a:pt x="1028194" y="2836269"/>
                  <a:pt x="1026371" y="2848980"/>
                </a:cubicBezTo>
                <a:cubicBezTo>
                  <a:pt x="704076" y="2836414"/>
                  <a:pt x="381363" y="2824467"/>
                  <a:pt x="59068" y="2811901"/>
                </a:cubicBezTo>
                <a:cubicBezTo>
                  <a:pt x="56312" y="2825330"/>
                  <a:pt x="53039" y="2838860"/>
                  <a:pt x="50283" y="2852290"/>
                </a:cubicBezTo>
                <a:cubicBezTo>
                  <a:pt x="138689" y="2879159"/>
                  <a:pt x="225990" y="2919674"/>
                  <a:pt x="316347" y="2928972"/>
                </a:cubicBezTo>
                <a:cubicBezTo>
                  <a:pt x="568414" y="2955726"/>
                  <a:pt x="822478" y="2976182"/>
                  <a:pt x="1075878" y="2984948"/>
                </a:cubicBezTo>
                <a:cubicBezTo>
                  <a:pt x="1177425" y="2988311"/>
                  <a:pt x="1280417" y="2952174"/>
                  <a:pt x="1383585" y="2941791"/>
                </a:cubicBezTo>
                <a:cubicBezTo>
                  <a:pt x="1419871" y="2937961"/>
                  <a:pt x="1457682" y="2958548"/>
                  <a:pt x="1495153" y="3004988"/>
                </a:cubicBezTo>
                <a:cubicBezTo>
                  <a:pt x="1442322" y="3031375"/>
                  <a:pt x="1389908" y="3057143"/>
                  <a:pt x="1311595" y="3096004"/>
                </a:cubicBezTo>
                <a:cubicBezTo>
                  <a:pt x="1483118" y="3133579"/>
                  <a:pt x="1639406" y="3001661"/>
                  <a:pt x="1793219" y="3146904"/>
                </a:cubicBezTo>
                <a:cubicBezTo>
                  <a:pt x="1595919" y="3178271"/>
                  <a:pt x="1420957" y="3205833"/>
                  <a:pt x="1246095" y="3233913"/>
                </a:cubicBezTo>
                <a:cubicBezTo>
                  <a:pt x="1245393" y="3249629"/>
                  <a:pt x="1244275" y="3265964"/>
                  <a:pt x="1243573" y="3281681"/>
                </a:cubicBezTo>
                <a:cubicBezTo>
                  <a:pt x="1352463" y="3303493"/>
                  <a:pt x="1462717" y="3321280"/>
                  <a:pt x="1569927" y="3348255"/>
                </a:cubicBezTo>
                <a:cubicBezTo>
                  <a:pt x="1677755" y="3375648"/>
                  <a:pt x="1800706" y="3375924"/>
                  <a:pt x="1898220" y="3518678"/>
                </a:cubicBezTo>
                <a:cubicBezTo>
                  <a:pt x="1702261" y="3471349"/>
                  <a:pt x="1541180" y="3432280"/>
                  <a:pt x="1379583" y="3393314"/>
                </a:cubicBezTo>
                <a:cubicBezTo>
                  <a:pt x="1374974" y="3405492"/>
                  <a:pt x="1370464" y="3418188"/>
                  <a:pt x="1365854" y="3430365"/>
                </a:cubicBezTo>
                <a:cubicBezTo>
                  <a:pt x="1540506" y="3542009"/>
                  <a:pt x="1762365" y="3576246"/>
                  <a:pt x="1899877" y="3756354"/>
                </a:cubicBezTo>
                <a:cubicBezTo>
                  <a:pt x="1729844" y="3690553"/>
                  <a:pt x="1560427" y="3625170"/>
                  <a:pt x="1390394" y="3559368"/>
                </a:cubicBezTo>
                <a:cubicBezTo>
                  <a:pt x="1455755" y="3666468"/>
                  <a:pt x="1602337" y="3672359"/>
                  <a:pt x="1652019" y="3834080"/>
                </a:cubicBezTo>
                <a:cubicBezTo>
                  <a:pt x="1517524" y="3768894"/>
                  <a:pt x="1411475" y="3717517"/>
                  <a:pt x="1277598" y="3652747"/>
                </a:cubicBezTo>
                <a:cubicBezTo>
                  <a:pt x="1304152" y="3811443"/>
                  <a:pt x="1438682" y="3929273"/>
                  <a:pt x="1363636" y="4114703"/>
                </a:cubicBezTo>
                <a:cubicBezTo>
                  <a:pt x="1272875" y="3885215"/>
                  <a:pt x="1192331" y="3677917"/>
                  <a:pt x="1003785" y="3536203"/>
                </a:cubicBezTo>
                <a:cubicBezTo>
                  <a:pt x="1048248" y="3668317"/>
                  <a:pt x="1092712" y="3800431"/>
                  <a:pt x="1137175" y="3932544"/>
                </a:cubicBezTo>
                <a:cubicBezTo>
                  <a:pt x="1121949" y="3939802"/>
                  <a:pt x="1107341" y="3947477"/>
                  <a:pt x="1092633" y="3954634"/>
                </a:cubicBezTo>
                <a:cubicBezTo>
                  <a:pt x="1055347" y="3892578"/>
                  <a:pt x="1016610" y="3831341"/>
                  <a:pt x="981708" y="3767746"/>
                </a:cubicBezTo>
                <a:cubicBezTo>
                  <a:pt x="925311" y="3665351"/>
                  <a:pt x="872750" y="3560598"/>
                  <a:pt x="816353" y="3458203"/>
                </a:cubicBezTo>
                <a:cubicBezTo>
                  <a:pt x="777054" y="3385793"/>
                  <a:pt x="717247" y="3343158"/>
                  <a:pt x="612237" y="3330261"/>
                </a:cubicBezTo>
                <a:cubicBezTo>
                  <a:pt x="672664" y="3492043"/>
                  <a:pt x="727487" y="3638798"/>
                  <a:pt x="782209" y="3785035"/>
                </a:cubicBezTo>
                <a:cubicBezTo>
                  <a:pt x="572042" y="3628721"/>
                  <a:pt x="552638" y="3346680"/>
                  <a:pt x="359536" y="3187049"/>
                </a:cubicBezTo>
                <a:cubicBezTo>
                  <a:pt x="345345" y="3194105"/>
                  <a:pt x="331052" y="3200644"/>
                  <a:pt x="316861" y="3207700"/>
                </a:cubicBezTo>
                <a:cubicBezTo>
                  <a:pt x="384388" y="3394965"/>
                  <a:pt x="452015" y="3582747"/>
                  <a:pt x="519543" y="3770012"/>
                </a:cubicBezTo>
                <a:cubicBezTo>
                  <a:pt x="317129" y="3592849"/>
                  <a:pt x="270637" y="3334341"/>
                  <a:pt x="119870" y="3080521"/>
                </a:cubicBezTo>
                <a:cubicBezTo>
                  <a:pt x="133778" y="3306683"/>
                  <a:pt x="144807" y="3490424"/>
                  <a:pt x="155937" y="3674683"/>
                </a:cubicBezTo>
                <a:cubicBezTo>
                  <a:pt x="79119" y="3565244"/>
                  <a:pt x="60423" y="3440074"/>
                  <a:pt x="39600" y="3316729"/>
                </a:cubicBezTo>
                <a:lnTo>
                  <a:pt x="0" y="3138695"/>
                </a:lnTo>
                <a:close/>
                <a:moveTo>
                  <a:pt x="0" y="2448197"/>
                </a:moveTo>
                <a:lnTo>
                  <a:pt x="55485" y="2448349"/>
                </a:lnTo>
                <a:cubicBezTo>
                  <a:pt x="79143" y="2448585"/>
                  <a:pt x="102949" y="2460612"/>
                  <a:pt x="127415" y="2484330"/>
                </a:cubicBezTo>
                <a:cubicBezTo>
                  <a:pt x="96804" y="2492161"/>
                  <a:pt x="66039" y="2498292"/>
                  <a:pt x="35102" y="2503119"/>
                </a:cubicBezTo>
                <a:lnTo>
                  <a:pt x="0" y="2507241"/>
                </a:lnTo>
                <a:close/>
                <a:moveTo>
                  <a:pt x="0" y="1951810"/>
                </a:moveTo>
                <a:lnTo>
                  <a:pt x="65069" y="1993449"/>
                </a:lnTo>
                <a:cubicBezTo>
                  <a:pt x="234655" y="2093527"/>
                  <a:pt x="417878" y="2161264"/>
                  <a:pt x="541335" y="2322212"/>
                </a:cubicBezTo>
                <a:cubicBezTo>
                  <a:pt x="393021" y="2252189"/>
                  <a:pt x="244921" y="2180513"/>
                  <a:pt x="95359" y="2112344"/>
                </a:cubicBezTo>
                <a:lnTo>
                  <a:pt x="0" y="2070199"/>
                </a:lnTo>
                <a:close/>
                <a:moveTo>
                  <a:pt x="1493216" y="1252887"/>
                </a:moveTo>
                <a:cubicBezTo>
                  <a:pt x="1220896" y="1246187"/>
                  <a:pt x="976054" y="1320104"/>
                  <a:pt x="774195" y="1512992"/>
                </a:cubicBezTo>
                <a:cubicBezTo>
                  <a:pt x="1013835" y="1426118"/>
                  <a:pt x="1253575" y="1339762"/>
                  <a:pt x="1493216" y="1252887"/>
                </a:cubicBezTo>
                <a:close/>
                <a:moveTo>
                  <a:pt x="76255" y="1097450"/>
                </a:moveTo>
                <a:cubicBezTo>
                  <a:pt x="86992" y="1188574"/>
                  <a:pt x="64019" y="1269865"/>
                  <a:pt x="33618" y="1349175"/>
                </a:cubicBezTo>
                <a:lnTo>
                  <a:pt x="0" y="1432332"/>
                </a:lnTo>
                <a:lnTo>
                  <a:pt x="0" y="1189112"/>
                </a:lnTo>
                <a:close/>
                <a:moveTo>
                  <a:pt x="2029776" y="932082"/>
                </a:moveTo>
                <a:cubicBezTo>
                  <a:pt x="1883920" y="965807"/>
                  <a:pt x="1753992" y="995897"/>
                  <a:pt x="1584547" y="1035281"/>
                </a:cubicBezTo>
                <a:cubicBezTo>
                  <a:pt x="1704917" y="1074740"/>
                  <a:pt x="1779707" y="1117150"/>
                  <a:pt x="1855741" y="1119025"/>
                </a:cubicBezTo>
                <a:cubicBezTo>
                  <a:pt x="1949029" y="1121307"/>
                  <a:pt x="2015358" y="1062211"/>
                  <a:pt x="2029776" y="932082"/>
                </a:cubicBezTo>
                <a:close/>
                <a:moveTo>
                  <a:pt x="2172757" y="756549"/>
                </a:moveTo>
                <a:cubicBezTo>
                  <a:pt x="1970568" y="754483"/>
                  <a:pt x="1576148" y="862311"/>
                  <a:pt x="1449360" y="944440"/>
                </a:cubicBezTo>
                <a:cubicBezTo>
                  <a:pt x="1454818" y="947677"/>
                  <a:pt x="1460264" y="953603"/>
                  <a:pt x="1465019" y="953215"/>
                </a:cubicBezTo>
                <a:cubicBezTo>
                  <a:pt x="1681267" y="933746"/>
                  <a:pt x="1879501" y="802270"/>
                  <a:pt x="2108011" y="848645"/>
                </a:cubicBezTo>
                <a:cubicBezTo>
                  <a:pt x="2119676" y="850676"/>
                  <a:pt x="2142252" y="801159"/>
                  <a:pt x="2172757" y="756549"/>
                </a:cubicBezTo>
                <a:close/>
                <a:moveTo>
                  <a:pt x="4252658" y="150792"/>
                </a:moveTo>
                <a:cubicBezTo>
                  <a:pt x="4149128" y="250428"/>
                  <a:pt x="4046016" y="349445"/>
                  <a:pt x="3931686" y="459776"/>
                </a:cubicBezTo>
                <a:cubicBezTo>
                  <a:pt x="4064182" y="511921"/>
                  <a:pt x="4082927" y="404053"/>
                  <a:pt x="4132278" y="351481"/>
                </a:cubicBezTo>
                <a:cubicBezTo>
                  <a:pt x="4184746" y="295617"/>
                  <a:pt x="4233306" y="236214"/>
                  <a:pt x="4283202" y="178164"/>
                </a:cubicBezTo>
                <a:cubicBezTo>
                  <a:pt x="4272815" y="168900"/>
                  <a:pt x="4263045" y="160055"/>
                  <a:pt x="4252658" y="150792"/>
                </a:cubicBezTo>
                <a:close/>
                <a:moveTo>
                  <a:pt x="3325439" y="0"/>
                </a:moveTo>
                <a:lnTo>
                  <a:pt x="3418746" y="0"/>
                </a:lnTo>
                <a:lnTo>
                  <a:pt x="3419677" y="8956"/>
                </a:lnTo>
                <a:cubicBezTo>
                  <a:pt x="3407198" y="112089"/>
                  <a:pt x="3333136" y="193875"/>
                  <a:pt x="3293135" y="286266"/>
                </a:cubicBezTo>
                <a:cubicBezTo>
                  <a:pt x="3239068" y="411208"/>
                  <a:pt x="3176956" y="533415"/>
                  <a:pt x="3118350" y="657091"/>
                </a:cubicBezTo>
                <a:cubicBezTo>
                  <a:pt x="3259221" y="708146"/>
                  <a:pt x="3272278" y="700772"/>
                  <a:pt x="3329162" y="590326"/>
                </a:cubicBezTo>
                <a:cubicBezTo>
                  <a:pt x="3429991" y="393974"/>
                  <a:pt x="3533709" y="198674"/>
                  <a:pt x="3639279" y="4623"/>
                </a:cubicBezTo>
                <a:lnTo>
                  <a:pt x="3642347" y="0"/>
                </a:lnTo>
                <a:lnTo>
                  <a:pt x="3767243" y="0"/>
                </a:lnTo>
                <a:lnTo>
                  <a:pt x="3613382" y="253431"/>
                </a:lnTo>
                <a:cubicBezTo>
                  <a:pt x="3548391" y="360484"/>
                  <a:pt x="3483856" y="466776"/>
                  <a:pt x="3417993" y="575207"/>
                </a:cubicBezTo>
                <a:cubicBezTo>
                  <a:pt x="3606999" y="608847"/>
                  <a:pt x="3625945" y="601403"/>
                  <a:pt x="3686405" y="478980"/>
                </a:cubicBezTo>
                <a:cubicBezTo>
                  <a:pt x="3746865" y="356556"/>
                  <a:pt x="3795788" y="227242"/>
                  <a:pt x="3866549" y="110874"/>
                </a:cubicBezTo>
                <a:lnTo>
                  <a:pt x="3929931" y="0"/>
                </a:lnTo>
                <a:lnTo>
                  <a:pt x="4126959" y="0"/>
                </a:lnTo>
                <a:lnTo>
                  <a:pt x="4117244" y="13877"/>
                </a:lnTo>
                <a:cubicBezTo>
                  <a:pt x="4088992" y="57697"/>
                  <a:pt x="4063180" y="103679"/>
                  <a:pt x="4042900" y="153958"/>
                </a:cubicBezTo>
                <a:cubicBezTo>
                  <a:pt x="4165646" y="133859"/>
                  <a:pt x="4232472" y="-80058"/>
                  <a:pt x="4386860" y="73668"/>
                </a:cubicBezTo>
                <a:lnTo>
                  <a:pt x="4454900" y="0"/>
                </a:lnTo>
                <a:lnTo>
                  <a:pt x="4550359" y="0"/>
                </a:lnTo>
                <a:lnTo>
                  <a:pt x="4527388" y="31847"/>
                </a:lnTo>
                <a:cubicBezTo>
                  <a:pt x="4475179" y="97331"/>
                  <a:pt x="4414739" y="156356"/>
                  <a:pt x="4376382" y="240637"/>
                </a:cubicBezTo>
                <a:cubicBezTo>
                  <a:pt x="4472143" y="164539"/>
                  <a:pt x="4566568" y="87088"/>
                  <a:pt x="4663766" y="12858"/>
                </a:cubicBezTo>
                <a:lnTo>
                  <a:pt x="4679372" y="0"/>
                </a:lnTo>
                <a:lnTo>
                  <a:pt x="4869273" y="0"/>
                </a:lnTo>
                <a:lnTo>
                  <a:pt x="4683376" y="138589"/>
                </a:lnTo>
                <a:cubicBezTo>
                  <a:pt x="4603308" y="199482"/>
                  <a:pt x="4523612" y="260907"/>
                  <a:pt x="4443736" y="322099"/>
                </a:cubicBezTo>
                <a:cubicBezTo>
                  <a:pt x="4423613" y="337293"/>
                  <a:pt x="4409754" y="359865"/>
                  <a:pt x="4371506" y="403295"/>
                </a:cubicBezTo>
                <a:cubicBezTo>
                  <a:pt x="4705179" y="314259"/>
                  <a:pt x="4963400" y="71734"/>
                  <a:pt x="5289989" y="73257"/>
                </a:cubicBezTo>
                <a:cubicBezTo>
                  <a:pt x="5295781" y="92010"/>
                  <a:pt x="5301056" y="110862"/>
                  <a:pt x="5306847" y="129614"/>
                </a:cubicBezTo>
                <a:cubicBezTo>
                  <a:pt x="5111795" y="205673"/>
                  <a:pt x="4917360" y="282148"/>
                  <a:pt x="4722826" y="358107"/>
                </a:cubicBezTo>
                <a:cubicBezTo>
                  <a:pt x="4725758" y="370429"/>
                  <a:pt x="4729207" y="382653"/>
                  <a:pt x="4732656" y="394876"/>
                </a:cubicBezTo>
                <a:cubicBezTo>
                  <a:pt x="4874768" y="386056"/>
                  <a:pt x="5016981" y="377753"/>
                  <a:pt x="5154856" y="369219"/>
                </a:cubicBezTo>
                <a:cubicBezTo>
                  <a:pt x="5172895" y="456506"/>
                  <a:pt x="5142444" y="471022"/>
                  <a:pt x="5086105" y="476601"/>
                </a:cubicBezTo>
                <a:cubicBezTo>
                  <a:pt x="4973843" y="487140"/>
                  <a:pt x="4855128" y="467236"/>
                  <a:pt x="4749699" y="535007"/>
                </a:cubicBezTo>
                <a:cubicBezTo>
                  <a:pt x="4818316" y="611925"/>
                  <a:pt x="4965226" y="495261"/>
                  <a:pt x="5008733" y="672153"/>
                </a:cubicBezTo>
                <a:cubicBezTo>
                  <a:pt x="4879619" y="665016"/>
                  <a:pt x="4767341" y="658904"/>
                  <a:pt x="4655581" y="652691"/>
                </a:cubicBezTo>
                <a:cubicBezTo>
                  <a:pt x="4651703" y="663115"/>
                  <a:pt x="4648343" y="673438"/>
                  <a:pt x="4644466" y="683862"/>
                </a:cubicBezTo>
                <a:cubicBezTo>
                  <a:pt x="4742284" y="728780"/>
                  <a:pt x="4840720" y="774115"/>
                  <a:pt x="4964410" y="830658"/>
                </a:cubicBezTo>
                <a:cubicBezTo>
                  <a:pt x="4825152" y="906616"/>
                  <a:pt x="4748385" y="807106"/>
                  <a:pt x="4658386" y="788605"/>
                </a:cubicBezTo>
                <a:cubicBezTo>
                  <a:pt x="4550430" y="766073"/>
                  <a:pt x="4443019" y="738062"/>
                  <a:pt x="4333885" y="723281"/>
                </a:cubicBezTo>
                <a:cubicBezTo>
                  <a:pt x="4235282" y="710213"/>
                  <a:pt x="4133400" y="671995"/>
                  <a:pt x="4008791" y="732211"/>
                </a:cubicBezTo>
                <a:cubicBezTo>
                  <a:pt x="4212201" y="837191"/>
                  <a:pt x="4433679" y="825299"/>
                  <a:pt x="4598281" y="981875"/>
                </a:cubicBezTo>
                <a:cubicBezTo>
                  <a:pt x="4554179" y="978629"/>
                  <a:pt x="4507982" y="981161"/>
                  <a:pt x="4465159" y="970683"/>
                </a:cubicBezTo>
                <a:cubicBezTo>
                  <a:pt x="4225455" y="910902"/>
                  <a:pt x="3986498" y="846679"/>
                  <a:pt x="3747111" y="785763"/>
                </a:cubicBezTo>
                <a:cubicBezTo>
                  <a:pt x="3674263" y="767152"/>
                  <a:pt x="3598698" y="734563"/>
                  <a:pt x="3529957" y="800574"/>
                </a:cubicBezTo>
                <a:cubicBezTo>
                  <a:pt x="3767152" y="905433"/>
                  <a:pt x="4004046" y="1008738"/>
                  <a:pt x="4239375" y="1115034"/>
                </a:cubicBezTo>
                <a:cubicBezTo>
                  <a:pt x="4251744" y="1120688"/>
                  <a:pt x="4255022" y="1145839"/>
                  <a:pt x="4280974" y="1202039"/>
                </a:cubicBezTo>
                <a:cubicBezTo>
                  <a:pt x="4115795" y="1136369"/>
                  <a:pt x="3983414" y="1082053"/>
                  <a:pt x="3849984" y="1030627"/>
                </a:cubicBezTo>
                <a:cubicBezTo>
                  <a:pt x="3703769" y="974163"/>
                  <a:pt x="3560511" y="905307"/>
                  <a:pt x="3409429" y="870743"/>
                </a:cubicBezTo>
                <a:cubicBezTo>
                  <a:pt x="3277956" y="840425"/>
                  <a:pt x="3137597" y="849979"/>
                  <a:pt x="3000741" y="841661"/>
                </a:cubicBezTo>
                <a:cubicBezTo>
                  <a:pt x="3000583" y="851899"/>
                  <a:pt x="3001045" y="862555"/>
                  <a:pt x="3001634" y="868350"/>
                </a:cubicBezTo>
                <a:cubicBezTo>
                  <a:pt x="3327376" y="973188"/>
                  <a:pt x="3653018" y="1077509"/>
                  <a:pt x="3977926" y="1183583"/>
                </a:cubicBezTo>
                <a:cubicBezTo>
                  <a:pt x="3983083" y="1185267"/>
                  <a:pt x="3981736" y="1205944"/>
                  <a:pt x="3987416" y="1246207"/>
                </a:cubicBezTo>
                <a:cubicBezTo>
                  <a:pt x="3562053" y="1145154"/>
                  <a:pt x="3161932" y="958607"/>
                  <a:pt x="2715015" y="1008947"/>
                </a:cubicBezTo>
                <a:cubicBezTo>
                  <a:pt x="2913892" y="1071290"/>
                  <a:pt x="3112670" y="1133115"/>
                  <a:pt x="3348065" y="1206626"/>
                </a:cubicBezTo>
                <a:cubicBezTo>
                  <a:pt x="3297258" y="1221338"/>
                  <a:pt x="3278613" y="1230335"/>
                  <a:pt x="3259910" y="1230747"/>
                </a:cubicBezTo>
                <a:cubicBezTo>
                  <a:pt x="3234183" y="1230912"/>
                  <a:pt x="3207751" y="1227454"/>
                  <a:pt x="3182468" y="1221624"/>
                </a:cubicBezTo>
                <a:cubicBezTo>
                  <a:pt x="2967301" y="1172117"/>
                  <a:pt x="2752780" y="1117650"/>
                  <a:pt x="2536035" y="1073823"/>
                </a:cubicBezTo>
                <a:cubicBezTo>
                  <a:pt x="2469667" y="1060936"/>
                  <a:pt x="2391980" y="1058844"/>
                  <a:pt x="2329567" y="1080109"/>
                </a:cubicBezTo>
                <a:cubicBezTo>
                  <a:pt x="2046689" y="1176463"/>
                  <a:pt x="1767377" y="1282868"/>
                  <a:pt x="1490638" y="1410800"/>
                </a:cubicBezTo>
                <a:cubicBezTo>
                  <a:pt x="1520617" y="1407659"/>
                  <a:pt x="1553455" y="1410945"/>
                  <a:pt x="1579656" y="1399406"/>
                </a:cubicBezTo>
                <a:cubicBezTo>
                  <a:pt x="1895696" y="1263834"/>
                  <a:pt x="2231071" y="1224969"/>
                  <a:pt x="2568862" y="1198528"/>
                </a:cubicBezTo>
                <a:cubicBezTo>
                  <a:pt x="2620130" y="1194472"/>
                  <a:pt x="2673542" y="1215249"/>
                  <a:pt x="2724042" y="1259695"/>
                </a:cubicBezTo>
                <a:cubicBezTo>
                  <a:pt x="2571530" y="1281281"/>
                  <a:pt x="2418503" y="1302968"/>
                  <a:pt x="2265993" y="1324555"/>
                </a:cubicBezTo>
                <a:cubicBezTo>
                  <a:pt x="2569176" y="1396172"/>
                  <a:pt x="2881348" y="1329044"/>
                  <a:pt x="3218786" y="1449876"/>
                </a:cubicBezTo>
                <a:cubicBezTo>
                  <a:pt x="2848240" y="1456896"/>
                  <a:pt x="2523160" y="1463138"/>
                  <a:pt x="2197564" y="1469480"/>
                </a:cubicBezTo>
                <a:cubicBezTo>
                  <a:pt x="2634364" y="1596247"/>
                  <a:pt x="3093386" y="1602651"/>
                  <a:pt x="3519100" y="1755212"/>
                </a:cubicBezTo>
                <a:cubicBezTo>
                  <a:pt x="3515698" y="1773602"/>
                  <a:pt x="3512195" y="1791475"/>
                  <a:pt x="3508692" y="1809348"/>
                </a:cubicBezTo>
                <a:cubicBezTo>
                  <a:pt x="3334541" y="1780341"/>
                  <a:pt x="3160491" y="1751854"/>
                  <a:pt x="2986339" y="1722848"/>
                </a:cubicBezTo>
                <a:cubicBezTo>
                  <a:pt x="2985995" y="1729362"/>
                  <a:pt x="2985134" y="1735976"/>
                  <a:pt x="2984790" y="1742491"/>
                </a:cubicBezTo>
                <a:cubicBezTo>
                  <a:pt x="3180599" y="1838739"/>
                  <a:pt x="3376308" y="1934470"/>
                  <a:pt x="3571283" y="2031955"/>
                </a:cubicBezTo>
                <a:cubicBezTo>
                  <a:pt x="3590246" y="2041162"/>
                  <a:pt x="3604298" y="2060996"/>
                  <a:pt x="3615118" y="2086291"/>
                </a:cubicBezTo>
                <a:cubicBezTo>
                  <a:pt x="3315979" y="1971984"/>
                  <a:pt x="3021953" y="1848086"/>
                  <a:pt x="2708513" y="1781688"/>
                </a:cubicBezTo>
                <a:cubicBezTo>
                  <a:pt x="2851625" y="1938142"/>
                  <a:pt x="3056208" y="2016031"/>
                  <a:pt x="3172418" y="2199742"/>
                </a:cubicBezTo>
                <a:cubicBezTo>
                  <a:pt x="2837500" y="2011804"/>
                  <a:pt x="2530831" y="1775932"/>
                  <a:pt x="2132197" y="1641209"/>
                </a:cubicBezTo>
                <a:cubicBezTo>
                  <a:pt x="2297210" y="1857876"/>
                  <a:pt x="2515461" y="1989518"/>
                  <a:pt x="2630167" y="2204145"/>
                </a:cubicBezTo>
                <a:cubicBezTo>
                  <a:pt x="2620199" y="2213603"/>
                  <a:pt x="2609815" y="2223681"/>
                  <a:pt x="2599847" y="2233140"/>
                </a:cubicBezTo>
                <a:cubicBezTo>
                  <a:pt x="2423365" y="2076186"/>
                  <a:pt x="2246266" y="1918816"/>
                  <a:pt x="2069682" y="1761346"/>
                </a:cubicBezTo>
                <a:cubicBezTo>
                  <a:pt x="2063866" y="1767312"/>
                  <a:pt x="2057531" y="1773378"/>
                  <a:pt x="2051614" y="1778826"/>
                </a:cubicBezTo>
                <a:cubicBezTo>
                  <a:pt x="2127561" y="1876885"/>
                  <a:pt x="2202890" y="1974525"/>
                  <a:pt x="2278737" y="2072065"/>
                </a:cubicBezTo>
                <a:cubicBezTo>
                  <a:pt x="2269071" y="2083077"/>
                  <a:pt x="2259922" y="2093989"/>
                  <a:pt x="2250256" y="2105001"/>
                </a:cubicBezTo>
                <a:cubicBezTo>
                  <a:pt x="2218132" y="2083308"/>
                  <a:pt x="2182376" y="2065008"/>
                  <a:pt x="2154719" y="2038687"/>
                </a:cubicBezTo>
                <a:cubicBezTo>
                  <a:pt x="2004929" y="1894811"/>
                  <a:pt x="1856806" y="1748464"/>
                  <a:pt x="1707849" y="1603352"/>
                </a:cubicBezTo>
                <a:cubicBezTo>
                  <a:pt x="1660151" y="1556751"/>
                  <a:pt x="1608475" y="1520056"/>
                  <a:pt x="1525666" y="1568923"/>
                </a:cubicBezTo>
                <a:cubicBezTo>
                  <a:pt x="1644305" y="1762370"/>
                  <a:pt x="1861291" y="1879215"/>
                  <a:pt x="1930439" y="2152124"/>
                </a:cubicBezTo>
                <a:cubicBezTo>
                  <a:pt x="1749961" y="1969085"/>
                  <a:pt x="1599063" y="1819516"/>
                  <a:pt x="1452634" y="1665318"/>
                </a:cubicBezTo>
                <a:cubicBezTo>
                  <a:pt x="1387177" y="1596381"/>
                  <a:pt x="1332323" y="1535053"/>
                  <a:pt x="1219821" y="1571963"/>
                </a:cubicBezTo>
                <a:cubicBezTo>
                  <a:pt x="1171385" y="1587826"/>
                  <a:pt x="1107384" y="1556750"/>
                  <a:pt x="1050195" y="1546914"/>
                </a:cubicBezTo>
                <a:cubicBezTo>
                  <a:pt x="1044753" y="1560328"/>
                  <a:pt x="1039928" y="1574160"/>
                  <a:pt x="1034486" y="1587574"/>
                </a:cubicBezTo>
                <a:cubicBezTo>
                  <a:pt x="1183149" y="1689764"/>
                  <a:pt x="1332431" y="1792370"/>
                  <a:pt x="1481611" y="1894459"/>
                </a:cubicBezTo>
                <a:cubicBezTo>
                  <a:pt x="1477633" y="1904365"/>
                  <a:pt x="1473139" y="1914372"/>
                  <a:pt x="1469161" y="1924278"/>
                </a:cubicBezTo>
                <a:cubicBezTo>
                  <a:pt x="1438720" y="1916764"/>
                  <a:pt x="1405048" y="1914714"/>
                  <a:pt x="1377537" y="1900183"/>
                </a:cubicBezTo>
                <a:cubicBezTo>
                  <a:pt x="1250800" y="1833487"/>
                  <a:pt x="1128026" y="1759575"/>
                  <a:pt x="999407" y="1697006"/>
                </a:cubicBezTo>
                <a:cubicBezTo>
                  <a:pt x="940148" y="1668231"/>
                  <a:pt x="870548" y="1660808"/>
                  <a:pt x="805960" y="1643277"/>
                </a:cubicBezTo>
                <a:cubicBezTo>
                  <a:pt x="801451" y="1655973"/>
                  <a:pt x="797459" y="1668568"/>
                  <a:pt x="793467" y="1681164"/>
                </a:cubicBezTo>
                <a:cubicBezTo>
                  <a:pt x="870528" y="1724206"/>
                  <a:pt x="949771" y="1764676"/>
                  <a:pt x="1024949" y="1811845"/>
                </a:cubicBezTo>
                <a:cubicBezTo>
                  <a:pt x="1093334" y="1854426"/>
                  <a:pt x="1157236" y="1904325"/>
                  <a:pt x="1212262" y="1972065"/>
                </a:cubicBezTo>
                <a:cubicBezTo>
                  <a:pt x="950723" y="1899338"/>
                  <a:pt x="731111" y="1691672"/>
                  <a:pt x="398553" y="1745032"/>
                </a:cubicBezTo>
                <a:cubicBezTo>
                  <a:pt x="563711" y="1874101"/>
                  <a:pt x="735352" y="1928845"/>
                  <a:pt x="824711" y="2090377"/>
                </a:cubicBezTo>
                <a:cubicBezTo>
                  <a:pt x="664042" y="2012011"/>
                  <a:pt x="501706" y="1936118"/>
                  <a:pt x="343018" y="1854143"/>
                </a:cubicBezTo>
                <a:cubicBezTo>
                  <a:pt x="232967" y="1797366"/>
                  <a:pt x="128499" y="1795713"/>
                  <a:pt x="17025" y="1831006"/>
                </a:cubicBezTo>
                <a:lnTo>
                  <a:pt x="0" y="1837998"/>
                </a:lnTo>
                <a:lnTo>
                  <a:pt x="0" y="1569479"/>
                </a:lnTo>
                <a:lnTo>
                  <a:pt x="14353" y="1564248"/>
                </a:lnTo>
                <a:cubicBezTo>
                  <a:pt x="65704" y="1543060"/>
                  <a:pt x="73561" y="1526020"/>
                  <a:pt x="94549" y="1453845"/>
                </a:cubicBezTo>
                <a:cubicBezTo>
                  <a:pt x="165450" y="1211199"/>
                  <a:pt x="231811" y="967286"/>
                  <a:pt x="303185" y="713266"/>
                </a:cubicBezTo>
                <a:cubicBezTo>
                  <a:pt x="363588" y="700988"/>
                  <a:pt x="379612" y="758581"/>
                  <a:pt x="371403" y="807454"/>
                </a:cubicBezTo>
                <a:cubicBezTo>
                  <a:pt x="347391" y="954490"/>
                  <a:pt x="313466" y="1100229"/>
                  <a:pt x="281093" y="1245667"/>
                </a:cubicBezTo>
                <a:cubicBezTo>
                  <a:pt x="270297" y="1295043"/>
                  <a:pt x="252074" y="1342102"/>
                  <a:pt x="235045" y="1398061"/>
                </a:cubicBezTo>
                <a:cubicBezTo>
                  <a:pt x="422030" y="1363327"/>
                  <a:pt x="499846" y="1261168"/>
                  <a:pt x="503757" y="1085268"/>
                </a:cubicBezTo>
                <a:cubicBezTo>
                  <a:pt x="507600" y="922811"/>
                  <a:pt x="527558" y="760445"/>
                  <a:pt x="543798" y="598266"/>
                </a:cubicBezTo>
                <a:cubicBezTo>
                  <a:pt x="547928" y="558781"/>
                  <a:pt x="566210" y="520307"/>
                  <a:pt x="585451" y="456397"/>
                </a:cubicBezTo>
                <a:cubicBezTo>
                  <a:pt x="691570" y="593718"/>
                  <a:pt x="634414" y="716573"/>
                  <a:pt x="630810" y="833318"/>
                </a:cubicBezTo>
                <a:cubicBezTo>
                  <a:pt x="626904" y="948510"/>
                  <a:pt x="614840" y="1063138"/>
                  <a:pt x="605863" y="1179852"/>
                </a:cubicBezTo>
                <a:cubicBezTo>
                  <a:pt x="710325" y="1178888"/>
                  <a:pt x="723374" y="1113495"/>
                  <a:pt x="737759" y="1049453"/>
                </a:cubicBezTo>
                <a:cubicBezTo>
                  <a:pt x="778358" y="871793"/>
                  <a:pt x="818340" y="693716"/>
                  <a:pt x="860592" y="516272"/>
                </a:cubicBezTo>
                <a:cubicBezTo>
                  <a:pt x="873370" y="463288"/>
                  <a:pt x="894091" y="412520"/>
                  <a:pt x="919291" y="335094"/>
                </a:cubicBezTo>
                <a:cubicBezTo>
                  <a:pt x="1046915" y="469847"/>
                  <a:pt x="949233" y="577479"/>
                  <a:pt x="935687" y="678965"/>
                </a:cubicBezTo>
                <a:cubicBezTo>
                  <a:pt x="921251" y="792442"/>
                  <a:pt x="881417" y="902260"/>
                  <a:pt x="843787" y="1045497"/>
                </a:cubicBezTo>
                <a:cubicBezTo>
                  <a:pt x="974086" y="1003516"/>
                  <a:pt x="1038951" y="947928"/>
                  <a:pt x="1055830" y="841497"/>
                </a:cubicBezTo>
                <a:cubicBezTo>
                  <a:pt x="1092988" y="610244"/>
                  <a:pt x="1129631" y="379092"/>
                  <a:pt x="1167925" y="148157"/>
                </a:cubicBezTo>
                <a:cubicBezTo>
                  <a:pt x="1175704" y="102592"/>
                  <a:pt x="1191126" y="57688"/>
                  <a:pt x="1224921" y="16199"/>
                </a:cubicBezTo>
                <a:cubicBezTo>
                  <a:pt x="1343641" y="273562"/>
                  <a:pt x="1211458" y="518449"/>
                  <a:pt x="1192163" y="811235"/>
                </a:cubicBezTo>
                <a:cubicBezTo>
                  <a:pt x="1240925" y="752868"/>
                  <a:pt x="1274018" y="727094"/>
                  <a:pt x="1288968" y="693566"/>
                </a:cubicBezTo>
                <a:cubicBezTo>
                  <a:pt x="1366529" y="521078"/>
                  <a:pt x="1438934" y="346907"/>
                  <a:pt x="1514227" y="173786"/>
                </a:cubicBezTo>
                <a:cubicBezTo>
                  <a:pt x="1536499" y="122717"/>
                  <a:pt x="1562277" y="73114"/>
                  <a:pt x="1591631" y="11535"/>
                </a:cubicBezTo>
                <a:cubicBezTo>
                  <a:pt x="1715369" y="98692"/>
                  <a:pt x="1626331" y="173484"/>
                  <a:pt x="1607996" y="242054"/>
                </a:cubicBezTo>
                <a:cubicBezTo>
                  <a:pt x="1588714" y="314031"/>
                  <a:pt x="1554578" y="381375"/>
                  <a:pt x="1512804" y="486736"/>
                </a:cubicBezTo>
                <a:cubicBezTo>
                  <a:pt x="1699705" y="368746"/>
                  <a:pt x="1809116" y="211019"/>
                  <a:pt x="2008275" y="120194"/>
                </a:cubicBezTo>
                <a:cubicBezTo>
                  <a:pt x="1975712" y="341957"/>
                  <a:pt x="1748143" y="352883"/>
                  <a:pt x="1694687" y="538951"/>
                </a:cubicBezTo>
                <a:cubicBezTo>
                  <a:pt x="1798124" y="496818"/>
                  <a:pt x="1883072" y="453444"/>
                  <a:pt x="1973612" y="427786"/>
                </a:cubicBezTo>
                <a:cubicBezTo>
                  <a:pt x="2058046" y="403853"/>
                  <a:pt x="2121251" y="290029"/>
                  <a:pt x="2252888" y="368128"/>
                </a:cubicBezTo>
                <a:cubicBezTo>
                  <a:pt x="2060756" y="577929"/>
                  <a:pt x="1763959" y="569540"/>
                  <a:pt x="1577384" y="763755"/>
                </a:cubicBezTo>
                <a:cubicBezTo>
                  <a:pt x="1813063" y="703438"/>
                  <a:pt x="2048326" y="643739"/>
                  <a:pt x="2290626" y="581598"/>
                </a:cubicBezTo>
                <a:cubicBezTo>
                  <a:pt x="2311708" y="540968"/>
                  <a:pt x="2331799" y="492472"/>
                  <a:pt x="2361773" y="450651"/>
                </a:cubicBezTo>
                <a:cubicBezTo>
                  <a:pt x="2371869" y="436331"/>
                  <a:pt x="2411170" y="428692"/>
                  <a:pt x="2428281" y="436648"/>
                </a:cubicBezTo>
                <a:cubicBezTo>
                  <a:pt x="2445390" y="444605"/>
                  <a:pt x="2465751" y="483089"/>
                  <a:pt x="2459792" y="496603"/>
                </a:cubicBezTo>
                <a:cubicBezTo>
                  <a:pt x="2425298" y="573150"/>
                  <a:pt x="2386680" y="647812"/>
                  <a:pt x="2342604" y="719236"/>
                </a:cubicBezTo>
                <a:cubicBezTo>
                  <a:pt x="2289465" y="804779"/>
                  <a:pt x="2229631" y="886250"/>
                  <a:pt x="2156442" y="992882"/>
                </a:cubicBezTo>
                <a:cubicBezTo>
                  <a:pt x="2278327" y="979398"/>
                  <a:pt x="2337722" y="942603"/>
                  <a:pt x="2377128" y="855431"/>
                </a:cubicBezTo>
                <a:cubicBezTo>
                  <a:pt x="2465761" y="659839"/>
                  <a:pt x="2562641" y="468016"/>
                  <a:pt x="2657869" y="275977"/>
                </a:cubicBezTo>
                <a:cubicBezTo>
                  <a:pt x="2674054" y="243283"/>
                  <a:pt x="2698586" y="214875"/>
                  <a:pt x="2717845" y="186956"/>
                </a:cubicBezTo>
                <a:cubicBezTo>
                  <a:pt x="2806237" y="216514"/>
                  <a:pt x="2787557" y="272258"/>
                  <a:pt x="2765311" y="317949"/>
                </a:cubicBezTo>
                <a:cubicBezTo>
                  <a:pt x="2711831" y="429346"/>
                  <a:pt x="2652993" y="538024"/>
                  <a:pt x="2594672" y="646600"/>
                </a:cubicBezTo>
                <a:cubicBezTo>
                  <a:pt x="2561497" y="707847"/>
                  <a:pt x="2524716" y="767109"/>
                  <a:pt x="2479362" y="845766"/>
                </a:cubicBezTo>
                <a:cubicBezTo>
                  <a:pt x="2617711" y="845199"/>
                  <a:pt x="2702591" y="815269"/>
                  <a:pt x="2760035" y="696655"/>
                </a:cubicBezTo>
                <a:cubicBezTo>
                  <a:pt x="2856540" y="497384"/>
                  <a:pt x="2971491" y="307421"/>
                  <a:pt x="3075725" y="112019"/>
                </a:cubicBezTo>
                <a:cubicBezTo>
                  <a:pt x="3101604" y="62935"/>
                  <a:pt x="3122083" y="19198"/>
                  <a:pt x="3201798" y="48294"/>
                </a:cubicBezTo>
                <a:cubicBezTo>
                  <a:pt x="3169207" y="275435"/>
                  <a:pt x="2991779" y="439398"/>
                  <a:pt x="2921347" y="651331"/>
                </a:cubicBezTo>
                <a:cubicBezTo>
                  <a:pt x="3025885" y="675601"/>
                  <a:pt x="3037410" y="605132"/>
                  <a:pt x="3060603" y="556032"/>
                </a:cubicBezTo>
                <a:cubicBezTo>
                  <a:pt x="3142287" y="385430"/>
                  <a:pt x="3219232" y="212524"/>
                  <a:pt x="3300399" y="42022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5271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DD70B2B-8865-ED69-4A28-D0CA2A9A67AD}"/>
              </a:ext>
            </a:extLst>
          </p:cNvPr>
          <p:cNvSpPr/>
          <p:nvPr userDrawn="1"/>
        </p:nvSpPr>
        <p:spPr>
          <a:xfrm>
            <a:off x="5790280" y="0"/>
            <a:ext cx="6401718" cy="6857999"/>
          </a:xfrm>
          <a:custGeom>
            <a:avLst/>
            <a:gdLst>
              <a:gd name="connsiteX0" fmla="*/ 13164 w 6401718"/>
              <a:gd name="connsiteY0" fmla="*/ 0 h 6857999"/>
              <a:gd name="connsiteX1" fmla="*/ 6401718 w 6401718"/>
              <a:gd name="connsiteY1" fmla="*/ 0 h 6857999"/>
              <a:gd name="connsiteX2" fmla="*/ 6401718 w 6401718"/>
              <a:gd name="connsiteY2" fmla="*/ 6857999 h 6857999"/>
              <a:gd name="connsiteX3" fmla="*/ 4837168 w 6401718"/>
              <a:gd name="connsiteY3" fmla="*/ 6857999 h 6857999"/>
              <a:gd name="connsiteX4" fmla="*/ 4970284 w 6401718"/>
              <a:gd name="connsiteY4" fmla="*/ 6566499 h 6857999"/>
              <a:gd name="connsiteX5" fmla="*/ 5441996 w 6401718"/>
              <a:gd name="connsiteY5" fmla="*/ 3607583 h 6857999"/>
              <a:gd name="connsiteX6" fmla="*/ 333189 w 6401718"/>
              <a:gd name="connsiteY6" fmla="*/ 1342399 h 6857999"/>
              <a:gd name="connsiteX7" fmla="*/ 10627 w 6401718"/>
              <a:gd name="connsiteY7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1718" h="6857999">
                <a:moveTo>
                  <a:pt x="13164" y="0"/>
                </a:moveTo>
                <a:lnTo>
                  <a:pt x="6401718" y="0"/>
                </a:lnTo>
                <a:lnTo>
                  <a:pt x="6401718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459272" y="5503700"/>
                  <a:pt x="5952697" y="4415857"/>
                  <a:pt x="5441996" y="3607583"/>
                </a:cubicBezTo>
                <a:cubicBezTo>
                  <a:pt x="4534017" y="2170575"/>
                  <a:pt x="1476973" y="3238952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/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DD0CBC4-C858-C0CA-9E1D-CD160F7225C5}"/>
              </a:ext>
            </a:extLst>
          </p:cNvPr>
          <p:cNvSpPr/>
          <p:nvPr userDrawn="1"/>
        </p:nvSpPr>
        <p:spPr>
          <a:xfrm>
            <a:off x="4749567" y="5750376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43929CA-6C7B-DB72-BEE4-FDB8F55ECE6C}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4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F05990B-AF4C-9519-A6F0-BE82692B44BA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999DAD1-D84B-B7AD-DB4C-504FD8053F77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73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07596F-02AB-A4E5-F143-5FFE18AD5622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21299E-72D3-EEEE-3F97-7712E62332E6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4EE4586-4C79-5119-BDE2-BCF597364D7A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CBA7FD-E5FF-B1C6-6A82-7F67256D2B49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96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18244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5779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68A36D-AF15-F1E1-986B-F0D7E3F742E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C4D0BAD-1DD1-B220-2346-E5AF5A26BB56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86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8" name="Picture 7" descr="Shape, circle&#10;&#10;Description automatically generated">
            <a:extLst>
              <a:ext uri="{FF2B5EF4-FFF2-40B4-BE49-F238E27FC236}">
                <a16:creationId xmlns:a16="http://schemas.microsoft.com/office/drawing/2014/main" id="{F01D9B89-894B-7180-C557-5A13535EFF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9177D80-60EE-6138-0958-F21CC6E3859E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70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1823051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34262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1050725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822999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923360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403305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9365511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29176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A019-E4E4-1209-09B0-DB16867B19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650262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A4080-E621-B208-20C7-8547733A6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6072" y="1947671"/>
            <a:ext cx="4572000" cy="407072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/>
            </a:lvl1pPr>
            <a:lvl2pPr marL="457200" indent="0">
              <a:buNone/>
              <a:defRPr lang="en-GB" sz="1400"/>
            </a:lvl2pPr>
            <a:lvl3pPr marL="914400" indent="0">
              <a:buNone/>
              <a:defRPr lang="en-GB" sz="1200"/>
            </a:lvl3pPr>
            <a:lvl4pPr marL="1371600" indent="0">
              <a:buNone/>
              <a:defRPr lang="en-GB" sz="1000"/>
            </a:lvl4pPr>
            <a:lvl5pPr marL="1828800" indent="0">
              <a:buNone/>
              <a:defRPr lang="en-GB" sz="1000"/>
            </a:lvl5pPr>
            <a:lvl6pPr marL="2286000" indent="0">
              <a:buNone/>
              <a:defRPr lang="en-GB" sz="1000"/>
            </a:lvl6pPr>
            <a:lvl7pPr marL="2743200" indent="0">
              <a:buNone/>
              <a:defRPr lang="en-GB" sz="1000"/>
            </a:lvl7pPr>
            <a:lvl8pPr marL="3200400" indent="0">
              <a:buNone/>
              <a:defRPr lang="en-GB" sz="1000"/>
            </a:lvl8pPr>
            <a:lvl9pPr marL="3657600" indent="0">
              <a:buNone/>
              <a:defRPr lang="en-GB" sz="10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pic>
        <p:nvPicPr>
          <p:cNvPr id="9" name="Picture 8" descr="Shape, circle&#10;&#10;Description automatically generated">
            <a:extLst>
              <a:ext uri="{FF2B5EF4-FFF2-40B4-BE49-F238E27FC236}">
                <a16:creationId xmlns:a16="http://schemas.microsoft.com/office/drawing/2014/main" id="{B5ED90D1-D640-D115-6711-35DE812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815470" y="0"/>
            <a:ext cx="4376530" cy="6018401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GB" sz="3200"/>
            </a:lvl1pPr>
            <a:lvl2pPr marL="457200" indent="0">
              <a:buNone/>
              <a:defRPr lang="en-GB" sz="2800"/>
            </a:lvl2pPr>
            <a:lvl3pPr marL="914400" indent="0">
              <a:buNone/>
              <a:defRPr lang="en-GB" sz="2400"/>
            </a:lvl3pPr>
            <a:lvl4pPr marL="1371600" indent="0">
              <a:buNone/>
              <a:defRPr lang="en-GB" sz="2000"/>
            </a:lvl4pPr>
            <a:lvl5pPr marL="1828800" indent="0">
              <a:buNone/>
              <a:defRPr lang="en-GB" sz="2000"/>
            </a:lvl5pPr>
            <a:lvl6pPr marL="2286000" indent="0">
              <a:buNone/>
              <a:defRPr lang="en-GB" sz="2000"/>
            </a:lvl6pPr>
            <a:lvl7pPr marL="2743200" indent="0">
              <a:buNone/>
              <a:defRPr lang="en-GB" sz="2000"/>
            </a:lvl7pPr>
            <a:lvl8pPr marL="3200400" indent="0">
              <a:buNone/>
              <a:defRPr lang="en-GB" sz="2000"/>
            </a:lvl8pPr>
            <a:lvl9pPr marL="3657600" indent="0">
              <a:buNone/>
              <a:defRPr lang="en-GB" sz="2000"/>
            </a:lvl9pPr>
          </a:lstStyle>
          <a:p>
            <a:pPr rtl="0"/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D7452-E3B6-7579-A363-62FAAFA8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8FAD9-245A-0174-9BD4-2B8E8A4A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CF68C-6FDB-D274-7021-666310B3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0489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12AF459-3431-0E12-3599-26E4E00D03DA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520FF74-6126-AF6C-96C5-066C7B7B29A9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A600E-CA37-9E8F-9DD7-1AAEB3F2E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235000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73A1B-9BE9-D734-5640-B2B3206D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05360-0D0D-0515-AF1D-71523694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F138C-DDA6-0276-F8C9-E3D9813A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793FDF9-650D-88C9-2662-4EA29991B514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C3BFB-5486-BE54-F045-8548591C1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191109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9C067-8245-DC0E-BED3-F9DBBF40A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6072" y="355701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024D6-E13C-20EA-3930-CD93CA581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" y="399592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268AF7E1-2A9B-B52C-F1A7-BE596AB012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704088"/>
            <a:ext cx="10515600" cy="676656"/>
          </a:xfrm>
        </p:spPr>
        <p:txBody>
          <a:bodyPr rtlCol="0"/>
          <a:lstStyle>
            <a:lvl1pPr>
              <a:defRPr lang="en-GB" sz="48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	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0E53F-80E4-D83A-8BC2-C22ED75540F5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92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FAB7-6DDF-86AA-6FF5-4EBD6234F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36D92-E9A2-BC35-2CA0-2DC56E32D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6EF47-99AC-6166-B194-13D68424C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96CE-5BB1-CA7E-667B-F066341E3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55DEF-097E-EE27-F5A1-F5310672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0B88804-97CC-BE78-8D40-672973E4CD32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FB28C4-D7BE-9D2F-25D0-06D2480EA06A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17423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8415A3A-F1FD-1C49-5759-DC4DDE2A64C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50F58D-9D24-3618-E478-ACD38F3FA018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F76F4-A668-3D1B-FBCF-3C693E81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B032C-EBAF-7C2C-182B-5A074BD2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06A95-0E6D-275E-B1C2-0EC7757BD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FFCE30D-675C-0B6D-9F98-1DF1C118CA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8C6F6-0466-4C35-F282-0D5DC6B628A0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317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  <p:sldLayoutId id="2147483657" r:id="rId18"/>
    <p:sldLayoutId id="2147483653" r:id="rId19"/>
    <p:sldLayoutId id="2147483652" r:id="rId20"/>
    <p:sldLayoutId id="2147483655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user-guide/pvc.html#dawn-intel-gpu-pvc-nod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D2251-7AFE-1B36-778C-D116EDB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>
                <a:solidFill>
                  <a:schemeClr val="tx1">
                    <a:lumMod val="85000"/>
                    <a:lumOff val="15000"/>
                  </a:schemeClr>
                </a:solidFill>
              </a:rPr>
              <a:t>RSE DAWN TEAM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B8BB83-CA62-C813-5584-9F9C32557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 fontScale="90000"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Visual Studio Code on Dawn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798A35-A371-708D-A8FB-CEB0FCCC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482" y="2797175"/>
            <a:ext cx="2108200" cy="2406650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C11B018-644B-DD2A-2F59-49062F5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3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584FD-23D2-4ADF-8806-EEFA9167C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Connecting to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4B22D-FBE1-CFE5-884B-6159D23207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65058F8F-80B9-4060-2AD7-1D4F3C32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DE0F5F-DCFF-CF3D-D4D3-43ED9C0B6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4300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3A703-76EE-E6FD-055E-E4158DD57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2347374-D774-4387-4933-EC62D3C37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5C1114-7555-083D-C510-194815A2F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E57F281-25AA-9DFF-CC01-3086C720D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2AF178D-401E-783A-02CC-BE068F01C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F4B8FA-6A17-872F-F464-2DFE6F61D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416C2AA-D1F9-98C1-3AE2-3B42C1347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0EA6B5-43B3-1E72-D7CE-CAE4152A1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4F75D5AD-414E-6663-38D8-26A2EA2D7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FB2985A6-B15D-2B3D-D0E3-F3DC43217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B7FA6E-11DA-D946-5F21-F5204A71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C95CC-D40E-0BC5-F3F4-3542EEB4C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3545111A-FEAF-C675-34B5-D8594909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System Overview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926928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7BEBE-18E8-4025-FF6F-EC0130CB4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5794471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>
              <a:lnSpc>
                <a:spcPct val="90000"/>
              </a:lnSpc>
            </a:pPr>
            <a:r>
              <a:rPr lang="en-GB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support@HPC.cam.ac.uk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96D4E-8B4F-62B8-F551-56379B923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Thank You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7104D-40A7-4835-AB4E-9EE34E4F5962}"/>
              </a:ext>
            </a:extLst>
          </p:cNvPr>
          <p:cNvSpPr txBox="1"/>
          <p:nvPr/>
        </p:nvSpPr>
        <p:spPr>
          <a:xfrm>
            <a:off x="1154955" y="1320801"/>
            <a:ext cx="6820645" cy="1696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When looking for answers try these </a:t>
            </a:r>
            <a:r>
              <a:rPr lang="en-US" altLang="en-US" sz="2000" dirty="0">
                <a:latin typeface="+mj-lt"/>
                <a:ea typeface="+mj-ea"/>
                <a:cs typeface="+mj-cs"/>
              </a:rPr>
              <a:t>pages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: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dawn-intel-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gpu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pvc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-nodes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 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2612BF0-F7D7-CBB7-2CF9-B95F0243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793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4819</TotalTime>
  <Words>44</Words>
  <Application>Microsoft Office PowerPoint</Application>
  <PresentationFormat>Widescreen</PresentationFormat>
  <Paragraphs>16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Calibri</vt:lpstr>
      <vt:lpstr>Century Gothic</vt:lpstr>
      <vt:lpstr>Courier New</vt:lpstr>
      <vt:lpstr>Gill Sans Nova</vt:lpstr>
      <vt:lpstr>Wingdings 3</vt:lpstr>
      <vt:lpstr>Ion</vt:lpstr>
      <vt:lpstr>Visual Studio Code on Dawn </vt:lpstr>
      <vt:lpstr>1. Connecting to DAWN</vt:lpstr>
      <vt:lpstr>System Overview 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Hartley</dc:creator>
  <cp:lastModifiedBy>Simon Hartley</cp:lastModifiedBy>
  <cp:revision>4</cp:revision>
  <dcterms:created xsi:type="dcterms:W3CDTF">2025-11-24T08:49:48Z</dcterms:created>
  <dcterms:modified xsi:type="dcterms:W3CDTF">2026-03-20T14:13:11Z</dcterms:modified>
</cp:coreProperties>
</file>