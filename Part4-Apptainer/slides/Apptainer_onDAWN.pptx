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8" r:id="rId1"/>
  </p:sldMasterIdLst>
  <p:notesMasterIdLst>
    <p:notesMasterId r:id="rId37"/>
  </p:notesMasterIdLst>
  <p:handoutMasterIdLst>
    <p:handoutMasterId r:id="rId38"/>
  </p:handoutMasterIdLst>
  <p:sldIdLst>
    <p:sldId id="272" r:id="rId2"/>
    <p:sldId id="961" r:id="rId3"/>
    <p:sldId id="985" r:id="rId4"/>
    <p:sldId id="1011" r:id="rId5"/>
    <p:sldId id="986" r:id="rId6"/>
    <p:sldId id="987" r:id="rId7"/>
    <p:sldId id="988" r:id="rId8"/>
    <p:sldId id="989" r:id="rId9"/>
    <p:sldId id="990" r:id="rId10"/>
    <p:sldId id="1024" r:id="rId11"/>
    <p:sldId id="992" r:id="rId12"/>
    <p:sldId id="968" r:id="rId13"/>
    <p:sldId id="994" r:id="rId14"/>
    <p:sldId id="983" r:id="rId15"/>
    <p:sldId id="995" r:id="rId16"/>
    <p:sldId id="1009" r:id="rId17"/>
    <p:sldId id="1010" r:id="rId18"/>
    <p:sldId id="1012" r:id="rId19"/>
    <p:sldId id="1013" r:id="rId20"/>
    <p:sldId id="1014" r:id="rId21"/>
    <p:sldId id="1016" r:id="rId22"/>
    <p:sldId id="1017" r:id="rId23"/>
    <p:sldId id="1018" r:id="rId24"/>
    <p:sldId id="1019" r:id="rId25"/>
    <p:sldId id="1023" r:id="rId26"/>
    <p:sldId id="1022" r:id="rId27"/>
    <p:sldId id="1029" r:id="rId28"/>
    <p:sldId id="1026" r:id="rId29"/>
    <p:sldId id="1028" r:id="rId30"/>
    <p:sldId id="1030" r:id="rId31"/>
    <p:sldId id="1031" r:id="rId32"/>
    <p:sldId id="1032" r:id="rId33"/>
    <p:sldId id="1033" r:id="rId34"/>
    <p:sldId id="1034" r:id="rId35"/>
    <p:sldId id="281"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60D5"/>
    <a:srgbClr val="000000"/>
    <a:srgbClr val="FFF4ED"/>
    <a:srgbClr val="AD5C4D"/>
    <a:srgbClr val="404040"/>
    <a:srgbClr val="D1D8B7"/>
    <a:srgbClr val="A09D79"/>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1D9C50-7CDC-4195-9844-7F7F0E9F0FF0}" v="96" dt="2026-03-30T12:29:23.830"/>
  </p1510:revLst>
</p1510:revInfo>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0"/>
  </p:normalViewPr>
  <p:slideViewPr>
    <p:cSldViewPr snapToGrid="0">
      <p:cViewPr varScale="1">
        <p:scale>
          <a:sx n="63" d="100"/>
          <a:sy n="63" d="100"/>
        </p:scale>
        <p:origin x="804" y="56"/>
      </p:cViewPr>
      <p:guideLst>
        <p:guide orient="horz" pos="528"/>
        <p:guide pos="3864"/>
        <p:guide orient="horz" pos="1272"/>
        <p:guide orient="horz" pos="2312"/>
        <p:guide orient="horz" pos="1944"/>
        <p:guide orient="horz" pos="2328"/>
      </p:guideLst>
    </p:cSldViewPr>
  </p:slideViewPr>
  <p:outlineViewPr>
    <p:cViewPr>
      <p:scale>
        <a:sx n="33" d="100"/>
        <a:sy n="33" d="100"/>
      </p:scale>
      <p:origin x="0" y="0"/>
    </p:cViewPr>
  </p:outlineViewPr>
  <p:notesTextViewPr>
    <p:cViewPr>
      <p:scale>
        <a:sx n="135" d="100"/>
        <a:sy n="135" d="100"/>
      </p:scale>
      <p:origin x="0" y="0"/>
    </p:cViewPr>
  </p:notesTextViewPr>
  <p:notesViewPr>
    <p:cSldViewPr snapToGrid="0">
      <p:cViewPr varScale="1">
        <p:scale>
          <a:sx n="92" d="100"/>
          <a:sy n="92" d="100"/>
        </p:scale>
        <p:origin x="3648"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mon Hartley" userId="ec1d4bd2-4db4-4fcf-9e9a-900b72c6bb46" providerId="ADAL" clId="{B4160541-181D-41F0-82EF-CBF481B4CC4C}"/>
    <pc:docChg chg="undo custSel addSld delSld modSld sldOrd">
      <pc:chgData name="Simon Hartley" userId="ec1d4bd2-4db4-4fcf-9e9a-900b72c6bb46" providerId="ADAL" clId="{B4160541-181D-41F0-82EF-CBF481B4CC4C}" dt="2026-03-30T12:30:54.923" v="4154" actId="1076"/>
      <pc:docMkLst>
        <pc:docMk/>
      </pc:docMkLst>
      <pc:sldChg chg="modSp mod">
        <pc:chgData name="Simon Hartley" userId="ec1d4bd2-4db4-4fcf-9e9a-900b72c6bb46" providerId="ADAL" clId="{B4160541-181D-41F0-82EF-CBF481B4CC4C}" dt="2026-03-24T09:37:44.761" v="3330" actId="6549"/>
        <pc:sldMkLst>
          <pc:docMk/>
          <pc:sldMk cId="417536504" sldId="272"/>
        </pc:sldMkLst>
        <pc:spChg chg="mod">
          <ac:chgData name="Simon Hartley" userId="ec1d4bd2-4db4-4fcf-9e9a-900b72c6bb46" providerId="ADAL" clId="{B4160541-181D-41F0-82EF-CBF481B4CC4C}" dt="2026-03-24T09:37:44.761" v="3330" actId="6549"/>
          <ac:spMkLst>
            <pc:docMk/>
            <pc:sldMk cId="417536504" sldId="272"/>
            <ac:spMk id="2" creationId="{43B8BB83-CA62-C813-5584-9F9C32557A2B}"/>
          </ac:spMkLst>
        </pc:spChg>
      </pc:sldChg>
      <pc:sldChg chg="delSp add del mod setBg delDesignElem">
        <pc:chgData name="Simon Hartley" userId="ec1d4bd2-4db4-4fcf-9e9a-900b72c6bb46" providerId="ADAL" clId="{B4160541-181D-41F0-82EF-CBF481B4CC4C}" dt="2026-03-30T11:01:38.096" v="3391" actId="47"/>
        <pc:sldMkLst>
          <pc:docMk/>
          <pc:sldMk cId="3968151420" sldId="934"/>
        </pc:sldMkLst>
        <pc:spChg chg="del">
          <ac:chgData name="Simon Hartley" userId="ec1d4bd2-4db4-4fcf-9e9a-900b72c6bb46" providerId="ADAL" clId="{B4160541-181D-41F0-82EF-CBF481B4CC4C}" dt="2026-03-30T11:01:20.760" v="3387" actId="21"/>
          <ac:spMkLst>
            <pc:docMk/>
            <pc:sldMk cId="3968151420" sldId="934"/>
            <ac:spMk id="3" creationId="{C33AC884-B749-9A23-AEC0-35949BD64138}"/>
          </ac:spMkLst>
        </pc:spChg>
        <pc:spChg chg="del">
          <ac:chgData name="Simon Hartley" userId="ec1d4bd2-4db4-4fcf-9e9a-900b72c6bb46" providerId="ADAL" clId="{B4160541-181D-41F0-82EF-CBF481B4CC4C}" dt="2026-03-30T10:59:49.840" v="3376"/>
          <ac:spMkLst>
            <pc:docMk/>
            <pc:sldMk cId="3968151420" sldId="934"/>
            <ac:spMk id="16" creationId="{4AC0CD9D-7610-4620-93B4-798CCD9AB581}"/>
          </ac:spMkLst>
        </pc:spChg>
        <pc:spChg chg="del">
          <ac:chgData name="Simon Hartley" userId="ec1d4bd2-4db4-4fcf-9e9a-900b72c6bb46" providerId="ADAL" clId="{B4160541-181D-41F0-82EF-CBF481B4CC4C}" dt="2026-03-30T10:59:49.840" v="3376"/>
          <ac:spMkLst>
            <pc:docMk/>
            <pc:sldMk cId="3968151420" sldId="934"/>
            <ac:spMk id="22" creationId="{DE4D62F9-188E-4530-84C2-24BDEE4BEB82}"/>
          </ac:spMkLst>
        </pc:spChg>
        <pc:spChg chg="del">
          <ac:chgData name="Simon Hartley" userId="ec1d4bd2-4db4-4fcf-9e9a-900b72c6bb46" providerId="ADAL" clId="{B4160541-181D-41F0-82EF-CBF481B4CC4C}" dt="2026-03-30T10:59:49.840" v="3376"/>
          <ac:spMkLst>
            <pc:docMk/>
            <pc:sldMk cId="3968151420" sldId="934"/>
            <ac:spMk id="24" creationId="{757B325C-3E35-45CF-9D07-3BCB281F3B9C}"/>
          </ac:spMkLst>
        </pc:spChg>
        <pc:spChg chg="del">
          <ac:chgData name="Simon Hartley" userId="ec1d4bd2-4db4-4fcf-9e9a-900b72c6bb46" providerId="ADAL" clId="{B4160541-181D-41F0-82EF-CBF481B4CC4C}" dt="2026-03-30T10:59:49.840" v="3376"/>
          <ac:spMkLst>
            <pc:docMk/>
            <pc:sldMk cId="3968151420" sldId="934"/>
            <ac:spMk id="26" creationId="{C24BEC42-AFF3-40D1-93A2-A27A42E1E23C}"/>
          </ac:spMkLst>
        </pc:spChg>
        <pc:spChg chg="del">
          <ac:chgData name="Simon Hartley" userId="ec1d4bd2-4db4-4fcf-9e9a-900b72c6bb46" providerId="ADAL" clId="{B4160541-181D-41F0-82EF-CBF481B4CC4C}" dt="2026-03-30T10:59:49.840" v="3376"/>
          <ac:spMkLst>
            <pc:docMk/>
            <pc:sldMk cId="3968151420" sldId="934"/>
            <ac:spMk id="28" creationId="{608F427C-1EC9-4280-9367-F2B3AA063E82}"/>
          </ac:spMkLst>
        </pc:spChg>
        <pc:spChg chg="del">
          <ac:chgData name="Simon Hartley" userId="ec1d4bd2-4db4-4fcf-9e9a-900b72c6bb46" providerId="ADAL" clId="{B4160541-181D-41F0-82EF-CBF481B4CC4C}" dt="2026-03-30T10:59:49.840" v="3376"/>
          <ac:spMkLst>
            <pc:docMk/>
            <pc:sldMk cId="3968151420" sldId="934"/>
            <ac:spMk id="30" creationId="{F98810A7-E114-447A-A7D6-69B27CFB5650}"/>
          </ac:spMkLst>
        </pc:spChg>
        <pc:picChg chg="del">
          <ac:chgData name="Simon Hartley" userId="ec1d4bd2-4db4-4fcf-9e9a-900b72c6bb46" providerId="ADAL" clId="{B4160541-181D-41F0-82EF-CBF481B4CC4C}" dt="2026-03-30T11:01:20.760" v="3387" actId="21"/>
          <ac:picMkLst>
            <pc:docMk/>
            <pc:sldMk cId="3968151420" sldId="934"/>
            <ac:picMk id="7" creationId="{4E3D3ECC-DC71-1E17-F00D-2A68DE6BCC3A}"/>
          </ac:picMkLst>
        </pc:picChg>
        <pc:picChg chg="del">
          <ac:chgData name="Simon Hartley" userId="ec1d4bd2-4db4-4fcf-9e9a-900b72c6bb46" providerId="ADAL" clId="{B4160541-181D-41F0-82EF-CBF481B4CC4C}" dt="2026-03-30T10:59:49.840" v="3376"/>
          <ac:picMkLst>
            <pc:docMk/>
            <pc:sldMk cId="3968151420" sldId="934"/>
            <ac:picMk id="12" creationId="{41B68C77-138E-4BF7-A276-BD0C78A4219F}"/>
          </ac:picMkLst>
        </pc:picChg>
        <pc:picChg chg="del">
          <ac:chgData name="Simon Hartley" userId="ec1d4bd2-4db4-4fcf-9e9a-900b72c6bb46" providerId="ADAL" clId="{B4160541-181D-41F0-82EF-CBF481B4CC4C}" dt="2026-03-30T10:59:49.840" v="3376"/>
          <ac:picMkLst>
            <pc:docMk/>
            <pc:sldMk cId="3968151420" sldId="934"/>
            <ac:picMk id="14" creationId="{7C268552-D473-46ED-B1B8-422042C4DEF1}"/>
          </ac:picMkLst>
        </pc:picChg>
        <pc:picChg chg="del">
          <ac:chgData name="Simon Hartley" userId="ec1d4bd2-4db4-4fcf-9e9a-900b72c6bb46" providerId="ADAL" clId="{B4160541-181D-41F0-82EF-CBF481B4CC4C}" dt="2026-03-30T10:59:49.840" v="3376"/>
          <ac:picMkLst>
            <pc:docMk/>
            <pc:sldMk cId="3968151420" sldId="934"/>
            <ac:picMk id="18" creationId="{B9238B3E-24AA-439A-B527-6C5DF6D72145}"/>
          </ac:picMkLst>
        </pc:picChg>
        <pc:picChg chg="del">
          <ac:chgData name="Simon Hartley" userId="ec1d4bd2-4db4-4fcf-9e9a-900b72c6bb46" providerId="ADAL" clId="{B4160541-181D-41F0-82EF-CBF481B4CC4C}" dt="2026-03-30T10:59:49.840" v="3376"/>
          <ac:picMkLst>
            <pc:docMk/>
            <pc:sldMk cId="3968151420" sldId="934"/>
            <ac:picMk id="20" creationId="{69F01145-BEA3-4CBF-AA21-10077B948CA8}"/>
          </ac:picMkLst>
        </pc:picChg>
      </pc:sldChg>
      <pc:sldChg chg="delSp modSp add del mod setBg delDesignElem">
        <pc:chgData name="Simon Hartley" userId="ec1d4bd2-4db4-4fcf-9e9a-900b72c6bb46" providerId="ADAL" clId="{B4160541-181D-41F0-82EF-CBF481B4CC4C}" dt="2026-03-30T11:30:29.544" v="3689" actId="47"/>
        <pc:sldMkLst>
          <pc:docMk/>
          <pc:sldMk cId="2741599242" sldId="937"/>
        </pc:sldMkLst>
        <pc:spChg chg="del">
          <ac:chgData name="Simon Hartley" userId="ec1d4bd2-4db4-4fcf-9e9a-900b72c6bb46" providerId="ADAL" clId="{B4160541-181D-41F0-82EF-CBF481B4CC4C}" dt="2026-03-30T11:30:18.378" v="3685" actId="21"/>
          <ac:spMkLst>
            <pc:docMk/>
            <pc:sldMk cId="2741599242" sldId="937"/>
            <ac:spMk id="2" creationId="{D05B81A7-8466-BB82-5747-0FBDEF0A53AE}"/>
          </ac:spMkLst>
        </pc:spChg>
        <pc:spChg chg="mod">
          <ac:chgData name="Simon Hartley" userId="ec1d4bd2-4db4-4fcf-9e9a-900b72c6bb46" providerId="ADAL" clId="{B4160541-181D-41F0-82EF-CBF481B4CC4C}" dt="2026-03-30T11:30:05.859" v="3683" actId="21"/>
          <ac:spMkLst>
            <pc:docMk/>
            <pc:sldMk cId="2741599242" sldId="937"/>
            <ac:spMk id="4" creationId="{0FF584FD-23D2-4ADF-8806-EEFA9167CCAE}"/>
          </ac:spMkLst>
        </pc:spChg>
        <pc:spChg chg="del">
          <ac:chgData name="Simon Hartley" userId="ec1d4bd2-4db4-4fcf-9e9a-900b72c6bb46" providerId="ADAL" clId="{B4160541-181D-41F0-82EF-CBF481B4CC4C}" dt="2026-03-30T11:30:18.378" v="3685" actId="21"/>
          <ac:spMkLst>
            <pc:docMk/>
            <pc:sldMk cId="2741599242" sldId="937"/>
            <ac:spMk id="7" creationId="{2F8B0A46-432E-C162-D1A9-4B66D1E49E92}"/>
          </ac:spMkLst>
        </pc:spChg>
        <pc:spChg chg="del">
          <ac:chgData name="Simon Hartley" userId="ec1d4bd2-4db4-4fcf-9e9a-900b72c6bb46" providerId="ADAL" clId="{B4160541-181D-41F0-82EF-CBF481B4CC4C}" dt="2026-03-30T11:29:51.633" v="3679"/>
          <ac:spMkLst>
            <pc:docMk/>
            <pc:sldMk cId="2741599242" sldId="937"/>
            <ac:spMk id="15" creationId="{EE4E366E-272A-409E-840F-9A6A64A9E3FF}"/>
          </ac:spMkLst>
        </pc:spChg>
        <pc:spChg chg="del">
          <ac:chgData name="Simon Hartley" userId="ec1d4bd2-4db4-4fcf-9e9a-900b72c6bb46" providerId="ADAL" clId="{B4160541-181D-41F0-82EF-CBF481B4CC4C}" dt="2026-03-30T11:29:51.633" v="3679"/>
          <ac:spMkLst>
            <pc:docMk/>
            <pc:sldMk cId="2741599242" sldId="937"/>
            <ac:spMk id="17" creationId="{A721560C-E4AB-4287-A29C-3F6916794CB9}"/>
          </ac:spMkLst>
        </pc:spChg>
        <pc:spChg chg="del">
          <ac:chgData name="Simon Hartley" userId="ec1d4bd2-4db4-4fcf-9e9a-900b72c6bb46" providerId="ADAL" clId="{B4160541-181D-41F0-82EF-CBF481B4CC4C}" dt="2026-03-30T11:29:51.633" v="3679"/>
          <ac:spMkLst>
            <pc:docMk/>
            <pc:sldMk cId="2741599242" sldId="937"/>
            <ac:spMk id="19" creationId="{DF6CFF07-D953-4F9C-9A0E-E0A6AACB6158}"/>
          </ac:spMkLst>
        </pc:spChg>
        <pc:spChg chg="del">
          <ac:chgData name="Simon Hartley" userId="ec1d4bd2-4db4-4fcf-9e9a-900b72c6bb46" providerId="ADAL" clId="{B4160541-181D-41F0-82EF-CBF481B4CC4C}" dt="2026-03-30T11:29:51.633" v="3679"/>
          <ac:spMkLst>
            <pc:docMk/>
            <pc:sldMk cId="2741599242" sldId="937"/>
            <ac:spMk id="21" creationId="{DAA4FEEE-0B5F-41BF-825D-60F9FB089568}"/>
          </ac:spMkLst>
        </pc:spChg>
        <pc:picChg chg="del">
          <ac:chgData name="Simon Hartley" userId="ec1d4bd2-4db4-4fcf-9e9a-900b72c6bb46" providerId="ADAL" clId="{B4160541-181D-41F0-82EF-CBF481B4CC4C}" dt="2026-03-30T11:30:18.378" v="3685" actId="21"/>
          <ac:picMkLst>
            <pc:docMk/>
            <pc:sldMk cId="2741599242" sldId="937"/>
            <ac:picMk id="10" creationId="{442AE3B4-350F-6C16-3BBD-3A8A478197D6}"/>
          </ac:picMkLst>
        </pc:picChg>
      </pc:sldChg>
      <pc:sldChg chg="delSp add del mod">
        <pc:chgData name="Simon Hartley" userId="ec1d4bd2-4db4-4fcf-9e9a-900b72c6bb46" providerId="ADAL" clId="{B4160541-181D-41F0-82EF-CBF481B4CC4C}" dt="2026-03-30T11:07:42.785" v="3462" actId="47"/>
        <pc:sldMkLst>
          <pc:docMk/>
          <pc:sldMk cId="3150859272" sldId="957"/>
        </pc:sldMkLst>
        <pc:spChg chg="del">
          <ac:chgData name="Simon Hartley" userId="ec1d4bd2-4db4-4fcf-9e9a-900b72c6bb46" providerId="ADAL" clId="{B4160541-181D-41F0-82EF-CBF481B4CC4C}" dt="2026-03-30T11:07:11.353" v="3458" actId="21"/>
          <ac:spMkLst>
            <pc:docMk/>
            <pc:sldMk cId="3150859272" sldId="957"/>
            <ac:spMk id="2" creationId="{05B2CC8D-0F81-DAD7-9FB9-C9A2A7DCACBC}"/>
          </ac:spMkLst>
        </pc:spChg>
        <pc:spChg chg="del">
          <ac:chgData name="Simon Hartley" userId="ec1d4bd2-4db4-4fcf-9e9a-900b72c6bb46" providerId="ADAL" clId="{B4160541-181D-41F0-82EF-CBF481B4CC4C}" dt="2026-03-30T11:07:11.353" v="3458" actId="21"/>
          <ac:spMkLst>
            <pc:docMk/>
            <pc:sldMk cId="3150859272" sldId="957"/>
            <ac:spMk id="7" creationId="{B68CD4AD-E709-AE86-1507-3F903F3FD237}"/>
          </ac:spMkLst>
        </pc:spChg>
      </pc:sldChg>
      <pc:sldChg chg="addSp delSp modSp add mod">
        <pc:chgData name="Simon Hartley" userId="ec1d4bd2-4db4-4fcf-9e9a-900b72c6bb46" providerId="ADAL" clId="{B4160541-181D-41F0-82EF-CBF481B4CC4C}" dt="2026-03-30T11:00:53.803" v="3379" actId="478"/>
        <pc:sldMkLst>
          <pc:docMk/>
          <pc:sldMk cId="4083533744" sldId="961"/>
        </pc:sldMkLst>
        <pc:spChg chg="mod">
          <ac:chgData name="Simon Hartley" userId="ec1d4bd2-4db4-4fcf-9e9a-900b72c6bb46" providerId="ADAL" clId="{B4160541-181D-41F0-82EF-CBF481B4CC4C}" dt="2026-03-24T09:38:44.733" v="3355" actId="20577"/>
          <ac:spMkLst>
            <pc:docMk/>
            <pc:sldMk cId="4083533744" sldId="961"/>
            <ac:spMk id="4" creationId="{33F585F7-2447-28BF-D3E3-98B5E821C8A7}"/>
          </ac:spMkLst>
        </pc:spChg>
        <pc:spChg chg="del mod">
          <ac:chgData name="Simon Hartley" userId="ec1d4bd2-4db4-4fcf-9e9a-900b72c6bb46" providerId="ADAL" clId="{B4160541-181D-41F0-82EF-CBF481B4CC4C}" dt="2026-03-30T11:00:53.803" v="3379" actId="478"/>
          <ac:spMkLst>
            <pc:docMk/>
            <pc:sldMk cId="4083533744" sldId="961"/>
            <ac:spMk id="6" creationId="{AFB030CB-9FFD-6124-A125-A49751FD1D34}"/>
          </ac:spMkLst>
        </pc:spChg>
        <pc:spChg chg="add mod">
          <ac:chgData name="Simon Hartley" userId="ec1d4bd2-4db4-4fcf-9e9a-900b72c6bb46" providerId="ADAL" clId="{B4160541-181D-41F0-82EF-CBF481B4CC4C}" dt="2026-03-30T11:00:43.772" v="3378"/>
          <ac:spMkLst>
            <pc:docMk/>
            <pc:sldMk cId="4083533744" sldId="961"/>
            <ac:spMk id="21" creationId="{C064B22D-FBE1-CFE5-884B-6159D232074A}"/>
          </ac:spMkLst>
        </pc:spChg>
        <pc:picChg chg="add mod">
          <ac:chgData name="Simon Hartley" userId="ec1d4bd2-4db4-4fcf-9e9a-900b72c6bb46" providerId="ADAL" clId="{B4160541-181D-41F0-82EF-CBF481B4CC4C}" dt="2026-03-30T11:00:43.772" v="3378"/>
          <ac:picMkLst>
            <pc:docMk/>
            <pc:sldMk cId="4083533744" sldId="961"/>
            <ac:picMk id="20" creationId="{191D20C6-31DA-45F1-A486-EFF3CE8F236B}"/>
          </ac:picMkLst>
        </pc:picChg>
      </pc:sldChg>
      <pc:sldChg chg="delSp modSp add del mod">
        <pc:chgData name="Simon Hartley" userId="ec1d4bd2-4db4-4fcf-9e9a-900b72c6bb46" providerId="ADAL" clId="{B4160541-181D-41F0-82EF-CBF481B4CC4C}" dt="2026-03-30T11:19:53.066" v="3607" actId="47"/>
        <pc:sldMkLst>
          <pc:docMk/>
          <pc:sldMk cId="4197089111" sldId="966"/>
        </pc:sldMkLst>
        <pc:spChg chg="del">
          <ac:chgData name="Simon Hartley" userId="ec1d4bd2-4db4-4fcf-9e9a-900b72c6bb46" providerId="ADAL" clId="{B4160541-181D-41F0-82EF-CBF481B4CC4C}" dt="2026-03-30T11:18:45.019" v="3598" actId="21"/>
          <ac:spMkLst>
            <pc:docMk/>
            <pc:sldMk cId="4197089111" sldId="966"/>
            <ac:spMk id="2" creationId="{2A562725-F3AE-12D2-4B23-DA8343C8F97C}"/>
          </ac:spMkLst>
        </pc:spChg>
        <pc:spChg chg="mod">
          <ac:chgData name="Simon Hartley" userId="ec1d4bd2-4db4-4fcf-9e9a-900b72c6bb46" providerId="ADAL" clId="{B4160541-181D-41F0-82EF-CBF481B4CC4C}" dt="2026-03-30T11:17:22.368" v="3585" actId="21"/>
          <ac:spMkLst>
            <pc:docMk/>
            <pc:sldMk cId="4197089111" sldId="966"/>
            <ac:spMk id="4" creationId="{11C5C233-8C82-921E-CE68-7194382BC5F6}"/>
          </ac:spMkLst>
        </pc:spChg>
        <pc:spChg chg="del">
          <ac:chgData name="Simon Hartley" userId="ec1d4bd2-4db4-4fcf-9e9a-900b72c6bb46" providerId="ADAL" clId="{B4160541-181D-41F0-82EF-CBF481B4CC4C}" dt="2026-03-30T11:17:51.960" v="3588" actId="21"/>
          <ac:spMkLst>
            <pc:docMk/>
            <pc:sldMk cId="4197089111" sldId="966"/>
            <ac:spMk id="7" creationId="{D119CF3E-6557-BE9E-880D-A37F6994D7BD}"/>
          </ac:spMkLst>
        </pc:spChg>
      </pc:sldChg>
      <pc:sldChg chg="addSp delSp modSp add mod ord">
        <pc:chgData name="Simon Hartley" userId="ec1d4bd2-4db4-4fcf-9e9a-900b72c6bb46" providerId="ADAL" clId="{B4160541-181D-41F0-82EF-CBF481B4CC4C}" dt="2026-03-30T11:10:21.025" v="3514" actId="20577"/>
        <pc:sldMkLst>
          <pc:docMk/>
          <pc:sldMk cId="211182605" sldId="968"/>
        </pc:sldMkLst>
        <pc:spChg chg="mod">
          <ac:chgData name="Simon Hartley" userId="ec1d4bd2-4db4-4fcf-9e9a-900b72c6bb46" providerId="ADAL" clId="{B4160541-181D-41F0-82EF-CBF481B4CC4C}" dt="2026-03-30T11:10:07.652" v="3502" actId="313"/>
          <ac:spMkLst>
            <pc:docMk/>
            <pc:sldMk cId="211182605" sldId="968"/>
            <ac:spMk id="2" creationId="{90FDDFFC-02A0-9150-B4AD-C1FF9EEFDA97}"/>
          </ac:spMkLst>
        </pc:spChg>
        <pc:spChg chg="add mod">
          <ac:chgData name="Simon Hartley" userId="ec1d4bd2-4db4-4fcf-9e9a-900b72c6bb46" providerId="ADAL" clId="{B4160541-181D-41F0-82EF-CBF481B4CC4C}" dt="2026-03-30T11:08:56.460" v="3466" actId="20577"/>
          <ac:spMkLst>
            <pc:docMk/>
            <pc:sldMk cId="211182605" sldId="968"/>
            <ac:spMk id="3" creationId="{8E03CA07-71F3-635D-C1FF-4B9D40902F9B}"/>
          </ac:spMkLst>
        </pc:spChg>
        <pc:spChg chg="add mod">
          <ac:chgData name="Simon Hartley" userId="ec1d4bd2-4db4-4fcf-9e9a-900b72c6bb46" providerId="ADAL" clId="{B4160541-181D-41F0-82EF-CBF481B4CC4C}" dt="2026-03-30T11:09:19.419" v="3470" actId="207"/>
          <ac:spMkLst>
            <pc:docMk/>
            <pc:sldMk cId="211182605" sldId="968"/>
            <ac:spMk id="5" creationId="{8438C6B0-10AC-7276-C88B-F96DD9A732E4}"/>
          </ac:spMkLst>
        </pc:spChg>
        <pc:spChg chg="mod">
          <ac:chgData name="Simon Hartley" userId="ec1d4bd2-4db4-4fcf-9e9a-900b72c6bb46" providerId="ADAL" clId="{B4160541-181D-41F0-82EF-CBF481B4CC4C}" dt="2026-03-30T11:10:21.025" v="3514" actId="20577"/>
          <ac:spMkLst>
            <pc:docMk/>
            <pc:sldMk cId="211182605" sldId="968"/>
            <ac:spMk id="44" creationId="{6A9FEBC6-3DE3-A1B0-58BC-A77C7A9E723A}"/>
          </ac:spMkLst>
        </pc:spChg>
      </pc:sldChg>
      <pc:sldChg chg="delSp add del mod setBg delDesignElem">
        <pc:chgData name="Simon Hartley" userId="ec1d4bd2-4db4-4fcf-9e9a-900b72c6bb46" providerId="ADAL" clId="{B4160541-181D-41F0-82EF-CBF481B4CC4C}" dt="2026-03-30T11:00:56.948" v="3380" actId="47"/>
        <pc:sldMkLst>
          <pc:docMk/>
          <pc:sldMk cId="1967066673" sldId="969"/>
        </pc:sldMkLst>
        <pc:spChg chg="del">
          <ac:chgData name="Simon Hartley" userId="ec1d4bd2-4db4-4fcf-9e9a-900b72c6bb46" providerId="ADAL" clId="{B4160541-181D-41F0-82EF-CBF481B4CC4C}" dt="2026-03-30T10:59:49.840" v="3376"/>
          <ac:spMkLst>
            <pc:docMk/>
            <pc:sldMk cId="1967066673" sldId="969"/>
            <ac:spMk id="13" creationId="{14A2F755-5219-4C4E-9378-2C80BB08DF8E}"/>
          </ac:spMkLst>
        </pc:spChg>
        <pc:spChg chg="del">
          <ac:chgData name="Simon Hartley" userId="ec1d4bd2-4db4-4fcf-9e9a-900b72c6bb46" providerId="ADAL" clId="{B4160541-181D-41F0-82EF-CBF481B4CC4C}" dt="2026-03-30T10:59:49.840" v="3376"/>
          <ac:spMkLst>
            <pc:docMk/>
            <pc:sldMk cId="1967066673" sldId="969"/>
            <ac:spMk id="15" creationId="{BA042B41-CFBF-4E11-965F-B1906826A847}"/>
          </ac:spMkLst>
        </pc:spChg>
        <pc:spChg chg="del">
          <ac:chgData name="Simon Hartley" userId="ec1d4bd2-4db4-4fcf-9e9a-900b72c6bb46" providerId="ADAL" clId="{B4160541-181D-41F0-82EF-CBF481B4CC4C}" dt="2026-03-30T10:59:49.840" v="3376"/>
          <ac:spMkLst>
            <pc:docMk/>
            <pc:sldMk cId="1967066673" sldId="969"/>
            <ac:spMk id="17" creationId="{ED9FFD70-7E69-43F7-BAFF-08A75B3AE097}"/>
          </ac:spMkLst>
        </pc:spChg>
        <pc:spChg chg="del">
          <ac:chgData name="Simon Hartley" userId="ec1d4bd2-4db4-4fcf-9e9a-900b72c6bb46" providerId="ADAL" clId="{B4160541-181D-41F0-82EF-CBF481B4CC4C}" dt="2026-03-30T10:59:49.840" v="3376"/>
          <ac:spMkLst>
            <pc:docMk/>
            <pc:sldMk cId="1967066673" sldId="969"/>
            <ac:spMk id="19" creationId="{9A87AD7E-457F-4836-8DDE-FFE0F009388A}"/>
          </ac:spMkLst>
        </pc:spChg>
        <pc:spChg chg="del">
          <ac:chgData name="Simon Hartley" userId="ec1d4bd2-4db4-4fcf-9e9a-900b72c6bb46" providerId="ADAL" clId="{B4160541-181D-41F0-82EF-CBF481B4CC4C}" dt="2026-03-30T11:00:42.265" v="3377" actId="21"/>
          <ac:spMkLst>
            <pc:docMk/>
            <pc:sldMk cId="1967066673" sldId="969"/>
            <ac:spMk id="21" creationId="{C064B22D-FBE1-CFE5-884B-6159D232074A}"/>
          </ac:spMkLst>
        </pc:spChg>
        <pc:picChg chg="del">
          <ac:chgData name="Simon Hartley" userId="ec1d4bd2-4db4-4fcf-9e9a-900b72c6bb46" providerId="ADAL" clId="{B4160541-181D-41F0-82EF-CBF481B4CC4C}" dt="2026-03-30T11:00:42.265" v="3377" actId="21"/>
          <ac:picMkLst>
            <pc:docMk/>
            <pc:sldMk cId="1967066673" sldId="969"/>
            <ac:picMk id="20" creationId="{191D20C6-31DA-45F1-A486-EFF3CE8F236B}"/>
          </ac:picMkLst>
        </pc:picChg>
      </pc:sldChg>
      <pc:sldChg chg="delSp modSp add del mod setBg delDesignElem">
        <pc:chgData name="Simon Hartley" userId="ec1d4bd2-4db4-4fcf-9e9a-900b72c6bb46" providerId="ADAL" clId="{B4160541-181D-41F0-82EF-CBF481B4CC4C}" dt="2026-03-30T11:13:41.747" v="3564" actId="47"/>
        <pc:sldMkLst>
          <pc:docMk/>
          <pc:sldMk cId="1960517271" sldId="970"/>
        </pc:sldMkLst>
        <pc:spChg chg="mod">
          <ac:chgData name="Simon Hartley" userId="ec1d4bd2-4db4-4fcf-9e9a-900b72c6bb46" providerId="ADAL" clId="{B4160541-181D-41F0-82EF-CBF481B4CC4C}" dt="2026-03-30T11:13:18.028" v="3560" actId="21"/>
          <ac:spMkLst>
            <pc:docMk/>
            <pc:sldMk cId="1960517271" sldId="970"/>
            <ac:spMk id="4" creationId="{9D132D16-2905-D208-C0BB-E0DC42738BA6}"/>
          </ac:spMkLst>
        </pc:spChg>
        <pc:spChg chg="del">
          <ac:chgData name="Simon Hartley" userId="ec1d4bd2-4db4-4fcf-9e9a-900b72c6bb46" providerId="ADAL" clId="{B4160541-181D-41F0-82EF-CBF481B4CC4C}" dt="2026-03-30T11:13:31.802" v="3562" actId="21"/>
          <ac:spMkLst>
            <pc:docMk/>
            <pc:sldMk cId="1960517271" sldId="970"/>
            <ac:spMk id="5" creationId="{67182C2A-9AA4-6614-5EA7-43EE604ACE49}"/>
          </ac:spMkLst>
        </pc:spChg>
        <pc:spChg chg="del">
          <ac:chgData name="Simon Hartley" userId="ec1d4bd2-4db4-4fcf-9e9a-900b72c6bb46" providerId="ADAL" clId="{B4160541-181D-41F0-82EF-CBF481B4CC4C}" dt="2026-03-30T11:13:31.802" v="3562" actId="21"/>
          <ac:spMkLst>
            <pc:docMk/>
            <pc:sldMk cId="1960517271" sldId="970"/>
            <ac:spMk id="6" creationId="{EE042F39-96DA-2730-FB59-F63F846D68E9}"/>
          </ac:spMkLst>
        </pc:spChg>
        <pc:spChg chg="del">
          <ac:chgData name="Simon Hartley" userId="ec1d4bd2-4db4-4fcf-9e9a-900b72c6bb46" providerId="ADAL" clId="{B4160541-181D-41F0-82EF-CBF481B4CC4C}" dt="2026-03-30T11:13:09.873" v="3559"/>
          <ac:spMkLst>
            <pc:docMk/>
            <pc:sldMk cId="1960517271" sldId="970"/>
            <ac:spMk id="9" creationId="{74CD14DB-BB81-479F-A1FC-1C75640E9F84}"/>
          </ac:spMkLst>
        </pc:spChg>
        <pc:spChg chg="del">
          <ac:chgData name="Simon Hartley" userId="ec1d4bd2-4db4-4fcf-9e9a-900b72c6bb46" providerId="ADAL" clId="{B4160541-181D-41F0-82EF-CBF481B4CC4C}" dt="2026-03-30T11:13:09.873" v="3559"/>
          <ac:spMkLst>
            <pc:docMk/>
            <pc:sldMk cId="1960517271" sldId="970"/>
            <ac:spMk id="11" creationId="{C943A91B-7CA7-4592-A975-73B1BF8C4C74}"/>
          </ac:spMkLst>
        </pc:spChg>
        <pc:spChg chg="del">
          <ac:chgData name="Simon Hartley" userId="ec1d4bd2-4db4-4fcf-9e9a-900b72c6bb46" providerId="ADAL" clId="{B4160541-181D-41F0-82EF-CBF481B4CC4C}" dt="2026-03-30T11:13:09.873" v="3559"/>
          <ac:spMkLst>
            <pc:docMk/>
            <pc:sldMk cId="1960517271" sldId="970"/>
            <ac:spMk id="13" creationId="{EC471314-E46A-414B-8D91-74880E84F187}"/>
          </ac:spMkLst>
        </pc:spChg>
        <pc:spChg chg="del">
          <ac:chgData name="Simon Hartley" userId="ec1d4bd2-4db4-4fcf-9e9a-900b72c6bb46" providerId="ADAL" clId="{B4160541-181D-41F0-82EF-CBF481B4CC4C}" dt="2026-03-30T11:13:09.873" v="3559"/>
          <ac:spMkLst>
            <pc:docMk/>
            <pc:sldMk cId="1960517271" sldId="970"/>
            <ac:spMk id="15" creationId="{6A681326-1C9D-44A3-A627-3871BDAE4127}"/>
          </ac:spMkLst>
        </pc:spChg>
      </pc:sldChg>
      <pc:sldChg chg="addSp delSp add del mod setBg delDesignElem">
        <pc:chgData name="Simon Hartley" userId="ec1d4bd2-4db4-4fcf-9e9a-900b72c6bb46" providerId="ADAL" clId="{B4160541-181D-41F0-82EF-CBF481B4CC4C}" dt="2026-03-30T11:04:00.616" v="3425" actId="47"/>
        <pc:sldMkLst>
          <pc:docMk/>
          <pc:sldMk cId="3917626664" sldId="971"/>
        </pc:sldMkLst>
        <pc:spChg chg="add del">
          <ac:chgData name="Simon Hartley" userId="ec1d4bd2-4db4-4fcf-9e9a-900b72c6bb46" providerId="ADAL" clId="{B4160541-181D-41F0-82EF-CBF481B4CC4C}" dt="2026-03-30T11:03:49.829" v="3423" actId="21"/>
          <ac:spMkLst>
            <pc:docMk/>
            <pc:sldMk cId="3917626664" sldId="971"/>
            <ac:spMk id="3" creationId="{99CB83AA-C2EA-7642-1CC8-2C6C311B196D}"/>
          </ac:spMkLst>
        </pc:spChg>
        <pc:spChg chg="add del">
          <ac:chgData name="Simon Hartley" userId="ec1d4bd2-4db4-4fcf-9e9a-900b72c6bb46" providerId="ADAL" clId="{B4160541-181D-41F0-82EF-CBF481B4CC4C}" dt="2026-03-30T11:03:49.829" v="3423" actId="21"/>
          <ac:spMkLst>
            <pc:docMk/>
            <pc:sldMk cId="3917626664" sldId="971"/>
            <ac:spMk id="5" creationId="{FEDA1069-9BE5-FB02-C70A-CE93D7882EB1}"/>
          </ac:spMkLst>
        </pc:spChg>
        <pc:spChg chg="del">
          <ac:chgData name="Simon Hartley" userId="ec1d4bd2-4db4-4fcf-9e9a-900b72c6bb46" providerId="ADAL" clId="{B4160541-181D-41F0-82EF-CBF481B4CC4C}" dt="2026-03-30T10:59:49.840" v="3376"/>
          <ac:spMkLst>
            <pc:docMk/>
            <pc:sldMk cId="3917626664" sldId="971"/>
            <ac:spMk id="11" creationId="{2AFB6BC0-F9A7-A71C-7759-10CBCEA7168D}"/>
          </ac:spMkLst>
        </pc:spChg>
        <pc:spChg chg="del">
          <ac:chgData name="Simon Hartley" userId="ec1d4bd2-4db4-4fcf-9e9a-900b72c6bb46" providerId="ADAL" clId="{B4160541-181D-41F0-82EF-CBF481B4CC4C}" dt="2026-03-30T10:59:49.840" v="3376"/>
          <ac:spMkLst>
            <pc:docMk/>
            <pc:sldMk cId="3917626664" sldId="971"/>
            <ac:spMk id="13" creationId="{6329A17D-0072-037F-D5B2-E206CCAE022E}"/>
          </ac:spMkLst>
        </pc:spChg>
        <pc:spChg chg="del">
          <ac:chgData name="Simon Hartley" userId="ec1d4bd2-4db4-4fcf-9e9a-900b72c6bb46" providerId="ADAL" clId="{B4160541-181D-41F0-82EF-CBF481B4CC4C}" dt="2026-03-30T10:59:49.840" v="3376"/>
          <ac:spMkLst>
            <pc:docMk/>
            <pc:sldMk cId="3917626664" sldId="971"/>
            <ac:spMk id="15" creationId="{56271C4F-0E34-4211-6005-F76566637C3D}"/>
          </ac:spMkLst>
        </pc:spChg>
        <pc:spChg chg="del">
          <ac:chgData name="Simon Hartley" userId="ec1d4bd2-4db4-4fcf-9e9a-900b72c6bb46" providerId="ADAL" clId="{B4160541-181D-41F0-82EF-CBF481B4CC4C}" dt="2026-03-30T10:59:49.840" v="3376"/>
          <ac:spMkLst>
            <pc:docMk/>
            <pc:sldMk cId="3917626664" sldId="971"/>
            <ac:spMk id="17" creationId="{F387F9C2-65C3-24A9-3398-6AEEF3BED3A4}"/>
          </ac:spMkLst>
        </pc:spChg>
        <pc:picChg chg="add del">
          <ac:chgData name="Simon Hartley" userId="ec1d4bd2-4db4-4fcf-9e9a-900b72c6bb46" providerId="ADAL" clId="{B4160541-181D-41F0-82EF-CBF481B4CC4C}" dt="2026-03-30T11:03:49.829" v="3423" actId="21"/>
          <ac:picMkLst>
            <pc:docMk/>
            <pc:sldMk cId="3917626664" sldId="971"/>
            <ac:picMk id="2" creationId="{DAA929E4-2616-182C-8FCC-168729E38A77}"/>
          </ac:picMkLst>
        </pc:picChg>
      </pc:sldChg>
      <pc:sldChg chg="delSp add del mod setBg delDesignElem">
        <pc:chgData name="Simon Hartley" userId="ec1d4bd2-4db4-4fcf-9e9a-900b72c6bb46" providerId="ADAL" clId="{B4160541-181D-41F0-82EF-CBF481B4CC4C}" dt="2026-03-30T11:05:33.718" v="3447" actId="47"/>
        <pc:sldMkLst>
          <pc:docMk/>
          <pc:sldMk cId="1174698474" sldId="972"/>
        </pc:sldMkLst>
        <pc:spChg chg="del">
          <ac:chgData name="Simon Hartley" userId="ec1d4bd2-4db4-4fcf-9e9a-900b72c6bb46" providerId="ADAL" clId="{B4160541-181D-41F0-82EF-CBF481B4CC4C}" dt="2026-03-30T11:05:29.042" v="3445" actId="21"/>
          <ac:spMkLst>
            <pc:docMk/>
            <pc:sldMk cId="1174698474" sldId="972"/>
            <ac:spMk id="6" creationId="{C95AC01B-4970-33CF-A19D-49E4797D648F}"/>
          </ac:spMkLst>
        </pc:spChg>
        <pc:spChg chg="del">
          <ac:chgData name="Simon Hartley" userId="ec1d4bd2-4db4-4fcf-9e9a-900b72c6bb46" providerId="ADAL" clId="{B4160541-181D-41F0-82EF-CBF481B4CC4C}" dt="2026-03-30T11:05:29.042" v="3445" actId="21"/>
          <ac:spMkLst>
            <pc:docMk/>
            <pc:sldMk cId="1174698474" sldId="972"/>
            <ac:spMk id="7" creationId="{37E28CC4-3676-AC9C-5EE1-918C33418996}"/>
          </ac:spMkLst>
        </pc:spChg>
        <pc:spChg chg="del">
          <ac:chgData name="Simon Hartley" userId="ec1d4bd2-4db4-4fcf-9e9a-900b72c6bb46" providerId="ADAL" clId="{B4160541-181D-41F0-82EF-CBF481B4CC4C}" dt="2026-03-30T11:05:29.042" v="3445" actId="21"/>
          <ac:spMkLst>
            <pc:docMk/>
            <pc:sldMk cId="1174698474" sldId="972"/>
            <ac:spMk id="8" creationId="{0EDEB514-0359-A341-2F01-0EB725CA3AA3}"/>
          </ac:spMkLst>
        </pc:spChg>
        <pc:spChg chg="del">
          <ac:chgData name="Simon Hartley" userId="ec1d4bd2-4db4-4fcf-9e9a-900b72c6bb46" providerId="ADAL" clId="{B4160541-181D-41F0-82EF-CBF481B4CC4C}" dt="2026-03-30T10:59:49.840" v="3376"/>
          <ac:spMkLst>
            <pc:docMk/>
            <pc:sldMk cId="1174698474" sldId="972"/>
            <ac:spMk id="11" creationId="{D190EE95-7FD7-EACD-C109-2CB8E6A0F95F}"/>
          </ac:spMkLst>
        </pc:spChg>
        <pc:spChg chg="del">
          <ac:chgData name="Simon Hartley" userId="ec1d4bd2-4db4-4fcf-9e9a-900b72c6bb46" providerId="ADAL" clId="{B4160541-181D-41F0-82EF-CBF481B4CC4C}" dt="2026-03-30T10:59:49.840" v="3376"/>
          <ac:spMkLst>
            <pc:docMk/>
            <pc:sldMk cId="1174698474" sldId="972"/>
            <ac:spMk id="13" creationId="{041CC7B9-DFDD-F810-FCCB-2D1987A9958E}"/>
          </ac:spMkLst>
        </pc:spChg>
        <pc:spChg chg="del">
          <ac:chgData name="Simon Hartley" userId="ec1d4bd2-4db4-4fcf-9e9a-900b72c6bb46" providerId="ADAL" clId="{B4160541-181D-41F0-82EF-CBF481B4CC4C}" dt="2026-03-30T10:59:49.840" v="3376"/>
          <ac:spMkLst>
            <pc:docMk/>
            <pc:sldMk cId="1174698474" sldId="972"/>
            <ac:spMk id="15" creationId="{AE4DF8D6-0B44-9A09-0922-89EE0FF9FE17}"/>
          </ac:spMkLst>
        </pc:spChg>
        <pc:spChg chg="del">
          <ac:chgData name="Simon Hartley" userId="ec1d4bd2-4db4-4fcf-9e9a-900b72c6bb46" providerId="ADAL" clId="{B4160541-181D-41F0-82EF-CBF481B4CC4C}" dt="2026-03-30T10:59:49.840" v="3376"/>
          <ac:spMkLst>
            <pc:docMk/>
            <pc:sldMk cId="1174698474" sldId="972"/>
            <ac:spMk id="17" creationId="{22B55717-B5EE-5C5F-EBA0-06BF5C97CB7A}"/>
          </ac:spMkLst>
        </pc:spChg>
        <pc:picChg chg="del">
          <ac:chgData name="Simon Hartley" userId="ec1d4bd2-4db4-4fcf-9e9a-900b72c6bb46" providerId="ADAL" clId="{B4160541-181D-41F0-82EF-CBF481B4CC4C}" dt="2026-03-30T11:05:29.042" v="3445" actId="21"/>
          <ac:picMkLst>
            <pc:docMk/>
            <pc:sldMk cId="1174698474" sldId="972"/>
            <ac:picMk id="2" creationId="{6D807625-7474-6BD8-6239-9C89D5374331}"/>
          </ac:picMkLst>
        </pc:picChg>
      </pc:sldChg>
      <pc:sldChg chg="delSp add del mod setBg delDesignElem">
        <pc:chgData name="Simon Hartley" userId="ec1d4bd2-4db4-4fcf-9e9a-900b72c6bb46" providerId="ADAL" clId="{B4160541-181D-41F0-82EF-CBF481B4CC4C}" dt="2026-03-30T11:02:27.385" v="3401" actId="47"/>
        <pc:sldMkLst>
          <pc:docMk/>
          <pc:sldMk cId="24994890" sldId="973"/>
        </pc:sldMkLst>
        <pc:spChg chg="del">
          <ac:chgData name="Simon Hartley" userId="ec1d4bd2-4db4-4fcf-9e9a-900b72c6bb46" providerId="ADAL" clId="{B4160541-181D-41F0-82EF-CBF481B4CC4C}" dt="2026-03-30T11:02:17.643" v="3398" actId="21"/>
          <ac:spMkLst>
            <pc:docMk/>
            <pc:sldMk cId="24994890" sldId="973"/>
            <ac:spMk id="3" creationId="{1220FB6B-BC43-E8C3-C7C0-BB3E2A9B2D7D}"/>
          </ac:spMkLst>
        </pc:spChg>
        <pc:spChg chg="del">
          <ac:chgData name="Simon Hartley" userId="ec1d4bd2-4db4-4fcf-9e9a-900b72c6bb46" providerId="ADAL" clId="{B4160541-181D-41F0-82EF-CBF481B4CC4C}" dt="2026-03-30T10:59:49.840" v="3376"/>
          <ac:spMkLst>
            <pc:docMk/>
            <pc:sldMk cId="24994890" sldId="973"/>
            <ac:spMk id="15" creationId="{44D4FAF8-F441-3D9F-FA1D-740D6C4E5CA0}"/>
          </ac:spMkLst>
        </pc:spChg>
        <pc:spChg chg="del">
          <ac:chgData name="Simon Hartley" userId="ec1d4bd2-4db4-4fcf-9e9a-900b72c6bb46" providerId="ADAL" clId="{B4160541-181D-41F0-82EF-CBF481B4CC4C}" dt="2026-03-30T10:59:49.840" v="3376"/>
          <ac:spMkLst>
            <pc:docMk/>
            <pc:sldMk cId="24994890" sldId="973"/>
            <ac:spMk id="17" creationId="{D02A2CF5-17F5-2468-FB10-AA48A1E2E980}"/>
          </ac:spMkLst>
        </pc:spChg>
        <pc:spChg chg="del">
          <ac:chgData name="Simon Hartley" userId="ec1d4bd2-4db4-4fcf-9e9a-900b72c6bb46" providerId="ADAL" clId="{B4160541-181D-41F0-82EF-CBF481B4CC4C}" dt="2026-03-30T10:59:49.840" v="3376"/>
          <ac:spMkLst>
            <pc:docMk/>
            <pc:sldMk cId="24994890" sldId="973"/>
            <ac:spMk id="19" creationId="{CFFC3188-2061-708D-C623-A2231125C3F8}"/>
          </ac:spMkLst>
        </pc:spChg>
        <pc:spChg chg="del">
          <ac:chgData name="Simon Hartley" userId="ec1d4bd2-4db4-4fcf-9e9a-900b72c6bb46" providerId="ADAL" clId="{B4160541-181D-41F0-82EF-CBF481B4CC4C}" dt="2026-03-30T10:59:49.840" v="3376"/>
          <ac:spMkLst>
            <pc:docMk/>
            <pc:sldMk cId="24994890" sldId="973"/>
            <ac:spMk id="21" creationId="{7B03B79D-4392-83A3-1C82-A9356F56C0FD}"/>
          </ac:spMkLst>
        </pc:spChg>
      </pc:sldChg>
      <pc:sldChg chg="delSp add del mod setBg delDesignElem">
        <pc:chgData name="Simon Hartley" userId="ec1d4bd2-4db4-4fcf-9e9a-900b72c6bb46" providerId="ADAL" clId="{B4160541-181D-41F0-82EF-CBF481B4CC4C}" dt="2026-03-30T11:03:02.119" v="3411" actId="47"/>
        <pc:sldMkLst>
          <pc:docMk/>
          <pc:sldMk cId="1256544049" sldId="974"/>
        </pc:sldMkLst>
        <pc:spChg chg="del">
          <ac:chgData name="Simon Hartley" userId="ec1d4bd2-4db4-4fcf-9e9a-900b72c6bb46" providerId="ADAL" clId="{B4160541-181D-41F0-82EF-CBF481B4CC4C}" dt="2026-03-30T11:02:56.618" v="3409" actId="21"/>
          <ac:spMkLst>
            <pc:docMk/>
            <pc:sldMk cId="1256544049" sldId="974"/>
            <ac:spMk id="5" creationId="{D05B81A7-8466-BB82-5747-0FBDEF0A53AE}"/>
          </ac:spMkLst>
        </pc:spChg>
        <pc:spChg chg="del">
          <ac:chgData name="Simon Hartley" userId="ec1d4bd2-4db4-4fcf-9e9a-900b72c6bb46" providerId="ADAL" clId="{B4160541-181D-41F0-82EF-CBF481B4CC4C}" dt="2026-03-30T11:02:56.618" v="3409" actId="21"/>
          <ac:spMkLst>
            <pc:docMk/>
            <pc:sldMk cId="1256544049" sldId="974"/>
            <ac:spMk id="8" creationId="{81CF01B4-9697-48F2-E995-DF5C336C2118}"/>
          </ac:spMkLst>
        </pc:spChg>
        <pc:spChg chg="del">
          <ac:chgData name="Simon Hartley" userId="ec1d4bd2-4db4-4fcf-9e9a-900b72c6bb46" providerId="ADAL" clId="{B4160541-181D-41F0-82EF-CBF481B4CC4C}" dt="2026-03-30T10:59:49.840" v="3376"/>
          <ac:spMkLst>
            <pc:docMk/>
            <pc:sldMk cId="1256544049" sldId="974"/>
            <ac:spMk id="15" creationId="{74CD14DB-BB81-479F-A1FC-1C75640E9F84}"/>
          </ac:spMkLst>
        </pc:spChg>
        <pc:spChg chg="del">
          <ac:chgData name="Simon Hartley" userId="ec1d4bd2-4db4-4fcf-9e9a-900b72c6bb46" providerId="ADAL" clId="{B4160541-181D-41F0-82EF-CBF481B4CC4C}" dt="2026-03-30T10:59:49.840" v="3376"/>
          <ac:spMkLst>
            <pc:docMk/>
            <pc:sldMk cId="1256544049" sldId="974"/>
            <ac:spMk id="17" creationId="{C943A91B-7CA7-4592-A975-73B1BF8C4C74}"/>
          </ac:spMkLst>
        </pc:spChg>
        <pc:spChg chg="del">
          <ac:chgData name="Simon Hartley" userId="ec1d4bd2-4db4-4fcf-9e9a-900b72c6bb46" providerId="ADAL" clId="{B4160541-181D-41F0-82EF-CBF481B4CC4C}" dt="2026-03-30T10:59:49.840" v="3376"/>
          <ac:spMkLst>
            <pc:docMk/>
            <pc:sldMk cId="1256544049" sldId="974"/>
            <ac:spMk id="19" creationId="{EC471314-E46A-414B-8D91-74880E84F187}"/>
          </ac:spMkLst>
        </pc:spChg>
        <pc:spChg chg="del">
          <ac:chgData name="Simon Hartley" userId="ec1d4bd2-4db4-4fcf-9e9a-900b72c6bb46" providerId="ADAL" clId="{B4160541-181D-41F0-82EF-CBF481B4CC4C}" dt="2026-03-30T10:59:49.840" v="3376"/>
          <ac:spMkLst>
            <pc:docMk/>
            <pc:sldMk cId="1256544049" sldId="974"/>
            <ac:spMk id="21" creationId="{6A681326-1C9D-44A3-A627-3871BDAE4127}"/>
          </ac:spMkLst>
        </pc:spChg>
      </pc:sldChg>
      <pc:sldChg chg="addSp delSp modSp add del mod setBg delDesignElem">
        <pc:chgData name="Simon Hartley" userId="ec1d4bd2-4db4-4fcf-9e9a-900b72c6bb46" providerId="ADAL" clId="{B4160541-181D-41F0-82EF-CBF481B4CC4C}" dt="2026-03-30T11:24:51.801" v="3649" actId="47"/>
        <pc:sldMkLst>
          <pc:docMk/>
          <pc:sldMk cId="3619619209" sldId="974"/>
        </pc:sldMkLst>
        <pc:spChg chg="del">
          <ac:chgData name="Simon Hartley" userId="ec1d4bd2-4db4-4fcf-9e9a-900b72c6bb46" providerId="ADAL" clId="{B4160541-181D-41F0-82EF-CBF481B4CC4C}" dt="2026-03-30T11:24:36.283" v="3644" actId="21"/>
          <ac:spMkLst>
            <pc:docMk/>
            <pc:sldMk cId="3619619209" sldId="974"/>
            <ac:spMk id="4" creationId="{36648D8A-C730-F306-3A05-E75A44E522EC}"/>
          </ac:spMkLst>
        </pc:spChg>
        <pc:spChg chg="add mod">
          <ac:chgData name="Simon Hartley" userId="ec1d4bd2-4db4-4fcf-9e9a-900b72c6bb46" providerId="ADAL" clId="{B4160541-181D-41F0-82EF-CBF481B4CC4C}" dt="2026-03-30T11:24:36.283" v="3644" actId="21"/>
          <ac:spMkLst>
            <pc:docMk/>
            <pc:sldMk cId="3619619209" sldId="974"/>
            <ac:spMk id="5" creationId="{B423F57F-BC63-83DE-1A76-E15DDBB49D6C}"/>
          </ac:spMkLst>
        </pc:spChg>
        <pc:spChg chg="del">
          <ac:chgData name="Simon Hartley" userId="ec1d4bd2-4db4-4fcf-9e9a-900b72c6bb46" providerId="ADAL" clId="{B4160541-181D-41F0-82EF-CBF481B4CC4C}" dt="2026-03-30T11:24:47.742" v="3647" actId="21"/>
          <ac:spMkLst>
            <pc:docMk/>
            <pc:sldMk cId="3619619209" sldId="974"/>
            <ac:spMk id="6" creationId="{A050D43E-1B9D-8009-DAAD-824F3A55CB60}"/>
          </ac:spMkLst>
        </pc:spChg>
        <pc:spChg chg="del">
          <ac:chgData name="Simon Hartley" userId="ec1d4bd2-4db4-4fcf-9e9a-900b72c6bb46" providerId="ADAL" clId="{B4160541-181D-41F0-82EF-CBF481B4CC4C}" dt="2026-03-30T11:16:23.955" v="3576"/>
          <ac:spMkLst>
            <pc:docMk/>
            <pc:sldMk cId="3619619209" sldId="974"/>
            <ac:spMk id="11" creationId="{3D3B37CF-F4F5-CAA7-C1A6-36894F1C129B}"/>
          </ac:spMkLst>
        </pc:spChg>
        <pc:spChg chg="del">
          <ac:chgData name="Simon Hartley" userId="ec1d4bd2-4db4-4fcf-9e9a-900b72c6bb46" providerId="ADAL" clId="{B4160541-181D-41F0-82EF-CBF481B4CC4C}" dt="2026-03-30T11:16:23.955" v="3576"/>
          <ac:spMkLst>
            <pc:docMk/>
            <pc:sldMk cId="3619619209" sldId="974"/>
            <ac:spMk id="13" creationId="{1F487C90-9E16-F829-AECC-E2B652FF8C9C}"/>
          </ac:spMkLst>
        </pc:spChg>
        <pc:spChg chg="del">
          <ac:chgData name="Simon Hartley" userId="ec1d4bd2-4db4-4fcf-9e9a-900b72c6bb46" providerId="ADAL" clId="{B4160541-181D-41F0-82EF-CBF481B4CC4C}" dt="2026-03-30T11:16:23.955" v="3576"/>
          <ac:spMkLst>
            <pc:docMk/>
            <pc:sldMk cId="3619619209" sldId="974"/>
            <ac:spMk id="15" creationId="{EAA1D2C3-4D7A-8FCF-4295-E619FCE18CBA}"/>
          </ac:spMkLst>
        </pc:spChg>
        <pc:spChg chg="del">
          <ac:chgData name="Simon Hartley" userId="ec1d4bd2-4db4-4fcf-9e9a-900b72c6bb46" providerId="ADAL" clId="{B4160541-181D-41F0-82EF-CBF481B4CC4C}" dt="2026-03-30T11:16:23.955" v="3576"/>
          <ac:spMkLst>
            <pc:docMk/>
            <pc:sldMk cId="3619619209" sldId="974"/>
            <ac:spMk id="17" creationId="{83F5C043-8529-8FE8-4C3A-D909C171F2F4}"/>
          </ac:spMkLst>
        </pc:spChg>
      </pc:sldChg>
      <pc:sldChg chg="delSp modSp add del mod setBg delDesignElem">
        <pc:chgData name="Simon Hartley" userId="ec1d4bd2-4db4-4fcf-9e9a-900b72c6bb46" providerId="ADAL" clId="{B4160541-181D-41F0-82EF-CBF481B4CC4C}" dt="2026-03-30T11:29:22.260" v="3676" actId="47"/>
        <pc:sldMkLst>
          <pc:docMk/>
          <pc:sldMk cId="1360578174" sldId="981"/>
        </pc:sldMkLst>
        <pc:spChg chg="mod">
          <ac:chgData name="Simon Hartley" userId="ec1d4bd2-4db4-4fcf-9e9a-900b72c6bb46" providerId="ADAL" clId="{B4160541-181D-41F0-82EF-CBF481B4CC4C}" dt="2026-03-30T11:28:50.468" v="3672" actId="21"/>
          <ac:spMkLst>
            <pc:docMk/>
            <pc:sldMk cId="1360578174" sldId="981"/>
            <ac:spMk id="4" creationId="{7DD93EB4-F810-5BAA-B862-DE2497807BF0}"/>
          </ac:spMkLst>
        </pc:spChg>
        <pc:spChg chg="del">
          <ac:chgData name="Simon Hartley" userId="ec1d4bd2-4db4-4fcf-9e9a-900b72c6bb46" providerId="ADAL" clId="{B4160541-181D-41F0-82EF-CBF481B4CC4C}" dt="2026-03-30T11:29:00.221" v="3674" actId="21"/>
          <ac:spMkLst>
            <pc:docMk/>
            <pc:sldMk cId="1360578174" sldId="981"/>
            <ac:spMk id="6" creationId="{B8AE6FA6-3566-F360-2453-FDC62496A8A4}"/>
          </ac:spMkLst>
        </pc:spChg>
        <pc:spChg chg="del">
          <ac:chgData name="Simon Hartley" userId="ec1d4bd2-4db4-4fcf-9e9a-900b72c6bb46" providerId="ADAL" clId="{B4160541-181D-41F0-82EF-CBF481B4CC4C}" dt="2026-03-30T11:16:23.955" v="3576"/>
          <ac:spMkLst>
            <pc:docMk/>
            <pc:sldMk cId="1360578174" sldId="981"/>
            <ac:spMk id="11" creationId="{F27D72E9-0B88-0591-5C26-EB2DA7611C87}"/>
          </ac:spMkLst>
        </pc:spChg>
        <pc:spChg chg="del">
          <ac:chgData name="Simon Hartley" userId="ec1d4bd2-4db4-4fcf-9e9a-900b72c6bb46" providerId="ADAL" clId="{B4160541-181D-41F0-82EF-CBF481B4CC4C}" dt="2026-03-30T11:16:23.955" v="3576"/>
          <ac:spMkLst>
            <pc:docMk/>
            <pc:sldMk cId="1360578174" sldId="981"/>
            <ac:spMk id="13" creationId="{7F2D3C46-030C-7734-4FEC-602917174821}"/>
          </ac:spMkLst>
        </pc:spChg>
        <pc:spChg chg="del">
          <ac:chgData name="Simon Hartley" userId="ec1d4bd2-4db4-4fcf-9e9a-900b72c6bb46" providerId="ADAL" clId="{B4160541-181D-41F0-82EF-CBF481B4CC4C}" dt="2026-03-30T11:16:23.955" v="3576"/>
          <ac:spMkLst>
            <pc:docMk/>
            <pc:sldMk cId="1360578174" sldId="981"/>
            <ac:spMk id="15" creationId="{8430F36D-4FF3-D385-BD13-6FAE4DC339FD}"/>
          </ac:spMkLst>
        </pc:spChg>
        <pc:spChg chg="del">
          <ac:chgData name="Simon Hartley" userId="ec1d4bd2-4db4-4fcf-9e9a-900b72c6bb46" providerId="ADAL" clId="{B4160541-181D-41F0-82EF-CBF481B4CC4C}" dt="2026-03-30T11:16:23.955" v="3576"/>
          <ac:spMkLst>
            <pc:docMk/>
            <pc:sldMk cId="1360578174" sldId="981"/>
            <ac:spMk id="17" creationId="{52E1ACAD-86F9-A071-DC69-CF98857BED9A}"/>
          </ac:spMkLst>
        </pc:spChg>
      </pc:sldChg>
      <pc:sldChg chg="delSp modSp add del mod setBg delDesignElem">
        <pc:chgData name="Simon Hartley" userId="ec1d4bd2-4db4-4fcf-9e9a-900b72c6bb46" providerId="ADAL" clId="{B4160541-181D-41F0-82EF-CBF481B4CC4C}" dt="2026-03-30T11:05:01.429" v="3440" actId="47"/>
        <pc:sldMkLst>
          <pc:docMk/>
          <pc:sldMk cId="1587134696" sldId="982"/>
        </pc:sldMkLst>
        <pc:spChg chg="mod">
          <ac:chgData name="Simon Hartley" userId="ec1d4bd2-4db4-4fcf-9e9a-900b72c6bb46" providerId="ADAL" clId="{B4160541-181D-41F0-82EF-CBF481B4CC4C}" dt="2026-03-30T11:04:29.290" v="3436" actId="21"/>
          <ac:spMkLst>
            <pc:docMk/>
            <pc:sldMk cId="1587134696" sldId="982"/>
            <ac:spMk id="4" creationId="{5B095F11-8B17-A7BC-F84A-B2CC5F931078}"/>
          </ac:spMkLst>
        </pc:spChg>
        <pc:spChg chg="del">
          <ac:chgData name="Simon Hartley" userId="ec1d4bd2-4db4-4fcf-9e9a-900b72c6bb46" providerId="ADAL" clId="{B4160541-181D-41F0-82EF-CBF481B4CC4C}" dt="2026-03-30T11:04:40.471" v="3438" actId="21"/>
          <ac:spMkLst>
            <pc:docMk/>
            <pc:sldMk cId="1587134696" sldId="982"/>
            <ac:spMk id="6" creationId="{870AF4C7-5E0F-E7CB-BABB-AD296B3CBD5E}"/>
          </ac:spMkLst>
        </pc:spChg>
        <pc:spChg chg="del">
          <ac:chgData name="Simon Hartley" userId="ec1d4bd2-4db4-4fcf-9e9a-900b72c6bb46" providerId="ADAL" clId="{B4160541-181D-41F0-82EF-CBF481B4CC4C}" dt="2026-03-30T10:59:49.840" v="3376"/>
          <ac:spMkLst>
            <pc:docMk/>
            <pc:sldMk cId="1587134696" sldId="982"/>
            <ac:spMk id="11" creationId="{A0ACB221-BE62-2487-295A-13D5CB073D12}"/>
          </ac:spMkLst>
        </pc:spChg>
        <pc:spChg chg="del">
          <ac:chgData name="Simon Hartley" userId="ec1d4bd2-4db4-4fcf-9e9a-900b72c6bb46" providerId="ADAL" clId="{B4160541-181D-41F0-82EF-CBF481B4CC4C}" dt="2026-03-30T10:59:49.840" v="3376"/>
          <ac:spMkLst>
            <pc:docMk/>
            <pc:sldMk cId="1587134696" sldId="982"/>
            <ac:spMk id="13" creationId="{D6775D67-3D26-BD76-7537-20799B017E45}"/>
          </ac:spMkLst>
        </pc:spChg>
        <pc:spChg chg="del">
          <ac:chgData name="Simon Hartley" userId="ec1d4bd2-4db4-4fcf-9e9a-900b72c6bb46" providerId="ADAL" clId="{B4160541-181D-41F0-82EF-CBF481B4CC4C}" dt="2026-03-30T10:59:49.840" v="3376"/>
          <ac:spMkLst>
            <pc:docMk/>
            <pc:sldMk cId="1587134696" sldId="982"/>
            <ac:spMk id="15" creationId="{3A4DFF5C-25F8-BA5D-4BB7-C0F03BEDF574}"/>
          </ac:spMkLst>
        </pc:spChg>
        <pc:spChg chg="del">
          <ac:chgData name="Simon Hartley" userId="ec1d4bd2-4db4-4fcf-9e9a-900b72c6bb46" providerId="ADAL" clId="{B4160541-181D-41F0-82EF-CBF481B4CC4C}" dt="2026-03-30T10:59:49.840" v="3376"/>
          <ac:spMkLst>
            <pc:docMk/>
            <pc:sldMk cId="1587134696" sldId="982"/>
            <ac:spMk id="17" creationId="{1F8DFCBE-E66B-DC0E-A9CF-B5969D3E6983}"/>
          </ac:spMkLst>
        </pc:spChg>
        <pc:picChg chg="del">
          <ac:chgData name="Simon Hartley" userId="ec1d4bd2-4db4-4fcf-9e9a-900b72c6bb46" providerId="ADAL" clId="{B4160541-181D-41F0-82EF-CBF481B4CC4C}" dt="2026-03-30T11:04:40.471" v="3438" actId="21"/>
          <ac:picMkLst>
            <pc:docMk/>
            <pc:sldMk cId="1587134696" sldId="982"/>
            <ac:picMk id="2" creationId="{F887D7F6-9154-0872-B3F2-5147DE366D70}"/>
          </ac:picMkLst>
        </pc:picChg>
        <pc:picChg chg="del">
          <ac:chgData name="Simon Hartley" userId="ec1d4bd2-4db4-4fcf-9e9a-900b72c6bb46" providerId="ADAL" clId="{B4160541-181D-41F0-82EF-CBF481B4CC4C}" dt="2026-03-30T11:04:40.471" v="3438" actId="21"/>
          <ac:picMkLst>
            <pc:docMk/>
            <pc:sldMk cId="1587134696" sldId="982"/>
            <ac:picMk id="5" creationId="{2B8AF6D1-8A09-5B29-DD20-899F61A36191}"/>
          </ac:picMkLst>
        </pc:picChg>
      </pc:sldChg>
      <pc:sldChg chg="addSp delSp modSp add mod ord">
        <pc:chgData name="Simon Hartley" userId="ec1d4bd2-4db4-4fcf-9e9a-900b72c6bb46" providerId="ADAL" clId="{B4160541-181D-41F0-82EF-CBF481B4CC4C}" dt="2026-03-30T11:12:29.984" v="3557" actId="20577"/>
        <pc:sldMkLst>
          <pc:docMk/>
          <pc:sldMk cId="3944590943" sldId="983"/>
        </pc:sldMkLst>
        <pc:spChg chg="add mod">
          <ac:chgData name="Simon Hartley" userId="ec1d4bd2-4db4-4fcf-9e9a-900b72c6bb46" providerId="ADAL" clId="{B4160541-181D-41F0-82EF-CBF481B4CC4C}" dt="2026-03-30T11:11:48.550" v="3541" actId="1076"/>
          <ac:spMkLst>
            <pc:docMk/>
            <pc:sldMk cId="3944590943" sldId="983"/>
            <ac:spMk id="3" creationId="{29A97962-7BCF-E215-90D4-169B309EC647}"/>
          </ac:spMkLst>
        </pc:spChg>
        <pc:spChg chg="mod">
          <ac:chgData name="Simon Hartley" userId="ec1d4bd2-4db4-4fcf-9e9a-900b72c6bb46" providerId="ADAL" clId="{B4160541-181D-41F0-82EF-CBF481B4CC4C}" dt="2026-03-30T11:12:29.984" v="3557" actId="20577"/>
          <ac:spMkLst>
            <pc:docMk/>
            <pc:sldMk cId="3944590943" sldId="983"/>
            <ac:spMk id="4" creationId="{33E184E2-CECB-B8DB-C05F-A4CC62543C22}"/>
          </ac:spMkLst>
        </pc:spChg>
        <pc:spChg chg="add mod">
          <ac:chgData name="Simon Hartley" userId="ec1d4bd2-4db4-4fcf-9e9a-900b72c6bb46" providerId="ADAL" clId="{B4160541-181D-41F0-82EF-CBF481B4CC4C}" dt="2026-03-30T11:11:44.961" v="3540" actId="1076"/>
          <ac:spMkLst>
            <pc:docMk/>
            <pc:sldMk cId="3944590943" sldId="983"/>
            <ac:spMk id="6" creationId="{06708F0C-B9AB-FC2B-224C-70160C0FB111}"/>
          </ac:spMkLst>
        </pc:spChg>
        <pc:spChg chg="del mod">
          <ac:chgData name="Simon Hartley" userId="ec1d4bd2-4db4-4fcf-9e9a-900b72c6bb46" providerId="ADAL" clId="{B4160541-181D-41F0-82EF-CBF481B4CC4C}" dt="2026-03-30T11:01:08.284" v="3384" actId="478"/>
          <ac:spMkLst>
            <pc:docMk/>
            <pc:sldMk cId="3944590943" sldId="983"/>
            <ac:spMk id="21" creationId="{03D7ABAA-7370-3D82-BDA4-5892465E63A0}"/>
          </ac:spMkLst>
        </pc:spChg>
        <pc:picChg chg="del">
          <ac:chgData name="Simon Hartley" userId="ec1d4bd2-4db4-4fcf-9e9a-900b72c6bb46" providerId="ADAL" clId="{B4160541-181D-41F0-82EF-CBF481B4CC4C}" dt="2026-03-30T11:01:05.228" v="3382" actId="478"/>
          <ac:picMkLst>
            <pc:docMk/>
            <pc:sldMk cId="3944590943" sldId="983"/>
            <ac:picMk id="20" creationId="{A9B734DD-C28F-917D-D967-50CED182C55F}"/>
          </ac:picMkLst>
        </pc:picChg>
      </pc:sldChg>
      <pc:sldChg chg="delSp add del mod setBg delDesignElem">
        <pc:chgData name="Simon Hartley" userId="ec1d4bd2-4db4-4fcf-9e9a-900b72c6bb46" providerId="ADAL" clId="{B4160541-181D-41F0-82EF-CBF481B4CC4C}" dt="2026-03-30T11:34:54.895" v="3725" actId="47"/>
        <pc:sldMkLst>
          <pc:docMk/>
          <pc:sldMk cId="790024445" sldId="984"/>
        </pc:sldMkLst>
        <pc:spChg chg="del">
          <ac:chgData name="Simon Hartley" userId="ec1d4bd2-4db4-4fcf-9e9a-900b72c6bb46" providerId="ADAL" clId="{B4160541-181D-41F0-82EF-CBF481B4CC4C}" dt="2026-03-30T11:34:04.896" v="3714"/>
          <ac:spMkLst>
            <pc:docMk/>
            <pc:sldMk cId="790024445" sldId="984"/>
            <ac:spMk id="15" creationId="{4FEDA899-859B-9310-1136-6F47C2C5B9EF}"/>
          </ac:spMkLst>
        </pc:spChg>
        <pc:spChg chg="del">
          <ac:chgData name="Simon Hartley" userId="ec1d4bd2-4db4-4fcf-9e9a-900b72c6bb46" providerId="ADAL" clId="{B4160541-181D-41F0-82EF-CBF481B4CC4C}" dt="2026-03-30T11:34:04.896" v="3714"/>
          <ac:spMkLst>
            <pc:docMk/>
            <pc:sldMk cId="790024445" sldId="984"/>
            <ac:spMk id="17" creationId="{40D7AC25-E2E9-26FA-8FD4-797871F84088}"/>
          </ac:spMkLst>
        </pc:spChg>
        <pc:spChg chg="del">
          <ac:chgData name="Simon Hartley" userId="ec1d4bd2-4db4-4fcf-9e9a-900b72c6bb46" providerId="ADAL" clId="{B4160541-181D-41F0-82EF-CBF481B4CC4C}" dt="2026-03-30T11:34:04.896" v="3714"/>
          <ac:spMkLst>
            <pc:docMk/>
            <pc:sldMk cId="790024445" sldId="984"/>
            <ac:spMk id="19" creationId="{2AB9DAE1-AAC8-80A3-8AEE-63F65BDEDC0F}"/>
          </ac:spMkLst>
        </pc:spChg>
        <pc:spChg chg="del">
          <ac:chgData name="Simon Hartley" userId="ec1d4bd2-4db4-4fcf-9e9a-900b72c6bb46" providerId="ADAL" clId="{B4160541-181D-41F0-82EF-CBF481B4CC4C}" dt="2026-03-30T11:34:04.896" v="3714"/>
          <ac:spMkLst>
            <pc:docMk/>
            <pc:sldMk cId="790024445" sldId="984"/>
            <ac:spMk id="21" creationId="{02108D83-5AE2-DE57-B636-2BC3054E8991}"/>
          </ac:spMkLst>
        </pc:spChg>
        <pc:picChg chg="del">
          <ac:chgData name="Simon Hartley" userId="ec1d4bd2-4db4-4fcf-9e9a-900b72c6bb46" providerId="ADAL" clId="{B4160541-181D-41F0-82EF-CBF481B4CC4C}" dt="2026-03-30T11:34:49.643" v="3723" actId="21"/>
          <ac:picMkLst>
            <pc:docMk/>
            <pc:sldMk cId="790024445" sldId="984"/>
            <ac:picMk id="8" creationId="{A16A3A56-1DB4-5908-6860-923BE073A829}"/>
          </ac:picMkLst>
        </pc:picChg>
      </pc:sldChg>
      <pc:sldChg chg="new del">
        <pc:chgData name="Simon Hartley" userId="ec1d4bd2-4db4-4fcf-9e9a-900b72c6bb46" providerId="ADAL" clId="{B4160541-181D-41F0-82EF-CBF481B4CC4C}" dt="2026-03-30T11:01:36.995" v="3390" actId="47"/>
        <pc:sldMkLst>
          <pc:docMk/>
          <pc:sldMk cId="1785921987" sldId="984"/>
        </pc:sldMkLst>
      </pc:sldChg>
      <pc:sldChg chg="addSp modSp add mod">
        <pc:chgData name="Simon Hartley" userId="ec1d4bd2-4db4-4fcf-9e9a-900b72c6bb46" providerId="ADAL" clId="{B4160541-181D-41F0-82EF-CBF481B4CC4C}" dt="2026-03-30T11:01:32.299" v="3389" actId="1076"/>
        <pc:sldMkLst>
          <pc:docMk/>
          <pc:sldMk cId="623186988" sldId="985"/>
        </pc:sldMkLst>
        <pc:spChg chg="add mod">
          <ac:chgData name="Simon Hartley" userId="ec1d4bd2-4db4-4fcf-9e9a-900b72c6bb46" providerId="ADAL" clId="{B4160541-181D-41F0-82EF-CBF481B4CC4C}" dt="2026-03-30T11:01:32.299" v="3389" actId="1076"/>
          <ac:spMkLst>
            <pc:docMk/>
            <pc:sldMk cId="623186988" sldId="985"/>
            <ac:spMk id="5" creationId="{C33AC884-B749-9A23-AEC0-35949BD64138}"/>
          </ac:spMkLst>
        </pc:spChg>
        <pc:picChg chg="add mod">
          <ac:chgData name="Simon Hartley" userId="ec1d4bd2-4db4-4fcf-9e9a-900b72c6bb46" providerId="ADAL" clId="{B4160541-181D-41F0-82EF-CBF481B4CC4C}" dt="2026-03-30T11:01:32.299" v="3389" actId="1076"/>
          <ac:picMkLst>
            <pc:docMk/>
            <pc:sldMk cId="623186988" sldId="985"/>
            <ac:picMk id="3" creationId="{4E3D3ECC-DC71-1E17-F00D-2A68DE6BCC3A}"/>
          </ac:picMkLst>
        </pc:picChg>
      </pc:sldChg>
      <pc:sldChg chg="add del">
        <pc:chgData name="Simon Hartley" userId="ec1d4bd2-4db4-4fcf-9e9a-900b72c6bb46" providerId="ADAL" clId="{B4160541-181D-41F0-82EF-CBF481B4CC4C}" dt="2026-03-30T11:01:55.598" v="3393" actId="47"/>
        <pc:sldMkLst>
          <pc:docMk/>
          <pc:sldMk cId="1746971918" sldId="986"/>
        </pc:sldMkLst>
      </pc:sldChg>
      <pc:sldChg chg="addSp modSp add mod ord">
        <pc:chgData name="Simon Hartley" userId="ec1d4bd2-4db4-4fcf-9e9a-900b72c6bb46" providerId="ADAL" clId="{B4160541-181D-41F0-82EF-CBF481B4CC4C}" dt="2026-03-30T11:02:25.107" v="3400" actId="1076"/>
        <pc:sldMkLst>
          <pc:docMk/>
          <pc:sldMk cId="3120263387" sldId="986"/>
        </pc:sldMkLst>
        <pc:spChg chg="add mod">
          <ac:chgData name="Simon Hartley" userId="ec1d4bd2-4db4-4fcf-9e9a-900b72c6bb46" providerId="ADAL" clId="{B4160541-181D-41F0-82EF-CBF481B4CC4C}" dt="2026-03-30T11:02:25.107" v="3400" actId="1076"/>
          <ac:spMkLst>
            <pc:docMk/>
            <pc:sldMk cId="3120263387" sldId="986"/>
            <ac:spMk id="3" creationId="{1220FB6B-BC43-E8C3-C7C0-BB3E2A9B2D7D}"/>
          </ac:spMkLst>
        </pc:spChg>
        <pc:spChg chg="mod">
          <ac:chgData name="Simon Hartley" userId="ec1d4bd2-4db4-4fcf-9e9a-900b72c6bb46" providerId="ADAL" clId="{B4160541-181D-41F0-82EF-CBF481B4CC4C}" dt="2026-03-30T11:02:12.886" v="3397"/>
          <ac:spMkLst>
            <pc:docMk/>
            <pc:sldMk cId="3120263387" sldId="986"/>
            <ac:spMk id="4" creationId="{B593740E-8C54-BAB4-7BF4-6D6E0A4B58BD}"/>
          </ac:spMkLst>
        </pc:spChg>
      </pc:sldChg>
      <pc:sldChg chg="addSp modSp add mod ord">
        <pc:chgData name="Simon Hartley" userId="ec1d4bd2-4db4-4fcf-9e9a-900b72c6bb46" providerId="ADAL" clId="{B4160541-181D-41F0-82EF-CBF481B4CC4C}" dt="2026-03-30T11:02:58.596" v="3410"/>
        <pc:sldMkLst>
          <pc:docMk/>
          <pc:sldMk cId="3499380444" sldId="987"/>
        </pc:sldMkLst>
        <pc:spChg chg="mod">
          <ac:chgData name="Simon Hartley" userId="ec1d4bd2-4db4-4fcf-9e9a-900b72c6bb46" providerId="ADAL" clId="{B4160541-181D-41F0-82EF-CBF481B4CC4C}" dt="2026-03-30T11:02:48.620" v="3408" actId="20577"/>
          <ac:spMkLst>
            <pc:docMk/>
            <pc:sldMk cId="3499380444" sldId="987"/>
            <ac:spMk id="4" creationId="{45813633-A06D-FA3F-5398-E1E054B59EA0}"/>
          </ac:spMkLst>
        </pc:spChg>
        <pc:spChg chg="add mod">
          <ac:chgData name="Simon Hartley" userId="ec1d4bd2-4db4-4fcf-9e9a-900b72c6bb46" providerId="ADAL" clId="{B4160541-181D-41F0-82EF-CBF481B4CC4C}" dt="2026-03-30T11:02:58.596" v="3410"/>
          <ac:spMkLst>
            <pc:docMk/>
            <pc:sldMk cId="3499380444" sldId="987"/>
            <ac:spMk id="5" creationId="{D05B81A7-8466-BB82-5747-0FBDEF0A53AE}"/>
          </ac:spMkLst>
        </pc:spChg>
        <pc:spChg chg="add mod">
          <ac:chgData name="Simon Hartley" userId="ec1d4bd2-4db4-4fcf-9e9a-900b72c6bb46" providerId="ADAL" clId="{B4160541-181D-41F0-82EF-CBF481B4CC4C}" dt="2026-03-30T11:02:58.596" v="3410"/>
          <ac:spMkLst>
            <pc:docMk/>
            <pc:sldMk cId="3499380444" sldId="987"/>
            <ac:spMk id="8" creationId="{81CF01B4-9697-48F2-E995-DF5C336C2118}"/>
          </ac:spMkLst>
        </pc:spChg>
      </pc:sldChg>
      <pc:sldChg chg="addSp modSp add mod ord">
        <pc:chgData name="Simon Hartley" userId="ec1d4bd2-4db4-4fcf-9e9a-900b72c6bb46" providerId="ADAL" clId="{B4160541-181D-41F0-82EF-CBF481B4CC4C}" dt="2026-03-30T11:04:13.218" v="3432" actId="20577"/>
        <pc:sldMkLst>
          <pc:docMk/>
          <pc:sldMk cId="1256461313" sldId="988"/>
        </pc:sldMkLst>
        <pc:spChg chg="mod">
          <ac:chgData name="Simon Hartley" userId="ec1d4bd2-4db4-4fcf-9e9a-900b72c6bb46" providerId="ADAL" clId="{B4160541-181D-41F0-82EF-CBF481B4CC4C}" dt="2026-03-30T11:03:28.814" v="3415"/>
          <ac:spMkLst>
            <pc:docMk/>
            <pc:sldMk cId="1256461313" sldId="988"/>
            <ac:spMk id="4" creationId="{21692F52-558C-8321-817A-39598BD85DF8}"/>
          </ac:spMkLst>
        </pc:spChg>
        <pc:spChg chg="add mod">
          <ac:chgData name="Simon Hartley" userId="ec1d4bd2-4db4-4fcf-9e9a-900b72c6bb46" providerId="ADAL" clId="{B4160541-181D-41F0-82EF-CBF481B4CC4C}" dt="2026-03-30T11:03:51.656" v="3424"/>
          <ac:spMkLst>
            <pc:docMk/>
            <pc:sldMk cId="1256461313" sldId="988"/>
            <ac:spMk id="5" creationId="{99CB83AA-C2EA-7642-1CC8-2C6C311B196D}"/>
          </ac:spMkLst>
        </pc:spChg>
        <pc:spChg chg="add mod">
          <ac:chgData name="Simon Hartley" userId="ec1d4bd2-4db4-4fcf-9e9a-900b72c6bb46" providerId="ADAL" clId="{B4160541-181D-41F0-82EF-CBF481B4CC4C}" dt="2026-03-30T11:04:13.218" v="3432" actId="20577"/>
          <ac:spMkLst>
            <pc:docMk/>
            <pc:sldMk cId="1256461313" sldId="988"/>
            <ac:spMk id="6" creationId="{FEDA1069-9BE5-FB02-C70A-CE93D7882EB1}"/>
          </ac:spMkLst>
        </pc:spChg>
        <pc:picChg chg="add mod">
          <ac:chgData name="Simon Hartley" userId="ec1d4bd2-4db4-4fcf-9e9a-900b72c6bb46" providerId="ADAL" clId="{B4160541-181D-41F0-82EF-CBF481B4CC4C}" dt="2026-03-30T11:03:51.656" v="3424"/>
          <ac:picMkLst>
            <pc:docMk/>
            <pc:sldMk cId="1256461313" sldId="988"/>
            <ac:picMk id="3" creationId="{DAA929E4-2616-182C-8FCC-168729E38A77}"/>
          </ac:picMkLst>
        </pc:picChg>
      </pc:sldChg>
      <pc:sldChg chg="addSp delSp add del setBg delDesignElem">
        <pc:chgData name="Simon Hartley" userId="ec1d4bd2-4db4-4fcf-9e9a-900b72c6bb46" providerId="ADAL" clId="{B4160541-181D-41F0-82EF-CBF481B4CC4C}" dt="2026-03-30T11:03:46.947" v="3421"/>
        <pc:sldMkLst>
          <pc:docMk/>
          <pc:sldMk cId="1573669416" sldId="989"/>
        </pc:sldMkLst>
        <pc:spChg chg="add del">
          <ac:chgData name="Simon Hartley" userId="ec1d4bd2-4db4-4fcf-9e9a-900b72c6bb46" providerId="ADAL" clId="{B4160541-181D-41F0-82EF-CBF481B4CC4C}" dt="2026-03-30T11:03:46.947" v="3421"/>
          <ac:spMkLst>
            <pc:docMk/>
            <pc:sldMk cId="1573669416" sldId="989"/>
            <ac:spMk id="11" creationId="{FE5E07FD-3602-8278-6577-CED2B01A1BDD}"/>
          </ac:spMkLst>
        </pc:spChg>
        <pc:spChg chg="add del">
          <ac:chgData name="Simon Hartley" userId="ec1d4bd2-4db4-4fcf-9e9a-900b72c6bb46" providerId="ADAL" clId="{B4160541-181D-41F0-82EF-CBF481B4CC4C}" dt="2026-03-30T11:03:46.947" v="3421"/>
          <ac:spMkLst>
            <pc:docMk/>
            <pc:sldMk cId="1573669416" sldId="989"/>
            <ac:spMk id="13" creationId="{4F80AF93-98E7-4BD2-E9C4-3A7C09F06BFC}"/>
          </ac:spMkLst>
        </pc:spChg>
        <pc:spChg chg="add del">
          <ac:chgData name="Simon Hartley" userId="ec1d4bd2-4db4-4fcf-9e9a-900b72c6bb46" providerId="ADAL" clId="{B4160541-181D-41F0-82EF-CBF481B4CC4C}" dt="2026-03-30T11:03:46.947" v="3421"/>
          <ac:spMkLst>
            <pc:docMk/>
            <pc:sldMk cId="1573669416" sldId="989"/>
            <ac:spMk id="15" creationId="{EBC99F24-1F4F-995A-BBB2-56A17301C3E1}"/>
          </ac:spMkLst>
        </pc:spChg>
        <pc:spChg chg="add del">
          <ac:chgData name="Simon Hartley" userId="ec1d4bd2-4db4-4fcf-9e9a-900b72c6bb46" providerId="ADAL" clId="{B4160541-181D-41F0-82EF-CBF481B4CC4C}" dt="2026-03-30T11:03:46.947" v="3421"/>
          <ac:spMkLst>
            <pc:docMk/>
            <pc:sldMk cId="1573669416" sldId="989"/>
            <ac:spMk id="17" creationId="{D67BB022-4512-30EA-A545-0F8A39F92118}"/>
          </ac:spMkLst>
        </pc:spChg>
      </pc:sldChg>
      <pc:sldChg chg="addSp modSp add ord">
        <pc:chgData name="Simon Hartley" userId="ec1d4bd2-4db4-4fcf-9e9a-900b72c6bb46" providerId="ADAL" clId="{B4160541-181D-41F0-82EF-CBF481B4CC4C}" dt="2026-03-30T11:04:42.334" v="3439"/>
        <pc:sldMkLst>
          <pc:docMk/>
          <pc:sldMk cId="3188850268" sldId="989"/>
        </pc:sldMkLst>
        <pc:spChg chg="mod">
          <ac:chgData name="Simon Hartley" userId="ec1d4bd2-4db4-4fcf-9e9a-900b72c6bb46" providerId="ADAL" clId="{B4160541-181D-41F0-82EF-CBF481B4CC4C}" dt="2026-03-30T11:04:33.215" v="3437"/>
          <ac:spMkLst>
            <pc:docMk/>
            <pc:sldMk cId="3188850268" sldId="989"/>
            <ac:spMk id="4" creationId="{4C83F582-D10E-2562-B668-903CEC6029A6}"/>
          </ac:spMkLst>
        </pc:spChg>
        <pc:spChg chg="add mod">
          <ac:chgData name="Simon Hartley" userId="ec1d4bd2-4db4-4fcf-9e9a-900b72c6bb46" providerId="ADAL" clId="{B4160541-181D-41F0-82EF-CBF481B4CC4C}" dt="2026-03-30T11:04:42.334" v="3439"/>
          <ac:spMkLst>
            <pc:docMk/>
            <pc:sldMk cId="3188850268" sldId="989"/>
            <ac:spMk id="6" creationId="{870AF4C7-5E0F-E7CB-BABB-AD296B3CBD5E}"/>
          </ac:spMkLst>
        </pc:spChg>
        <pc:picChg chg="add mod">
          <ac:chgData name="Simon Hartley" userId="ec1d4bd2-4db4-4fcf-9e9a-900b72c6bb46" providerId="ADAL" clId="{B4160541-181D-41F0-82EF-CBF481B4CC4C}" dt="2026-03-30T11:04:42.334" v="3439"/>
          <ac:picMkLst>
            <pc:docMk/>
            <pc:sldMk cId="3188850268" sldId="989"/>
            <ac:picMk id="3" creationId="{F887D7F6-9154-0872-B3F2-5147DE366D70}"/>
          </ac:picMkLst>
        </pc:picChg>
        <pc:picChg chg="add mod">
          <ac:chgData name="Simon Hartley" userId="ec1d4bd2-4db4-4fcf-9e9a-900b72c6bb46" providerId="ADAL" clId="{B4160541-181D-41F0-82EF-CBF481B4CC4C}" dt="2026-03-30T11:04:42.334" v="3439"/>
          <ac:picMkLst>
            <pc:docMk/>
            <pc:sldMk cId="3188850268" sldId="989"/>
            <ac:picMk id="5" creationId="{2B8AF6D1-8A09-5B29-DD20-899F61A36191}"/>
          </ac:picMkLst>
        </pc:picChg>
      </pc:sldChg>
      <pc:sldChg chg="addSp modSp add">
        <pc:chgData name="Simon Hartley" userId="ec1d4bd2-4db4-4fcf-9e9a-900b72c6bb46" providerId="ADAL" clId="{B4160541-181D-41F0-82EF-CBF481B4CC4C}" dt="2026-03-30T11:05:30.658" v="3446"/>
        <pc:sldMkLst>
          <pc:docMk/>
          <pc:sldMk cId="3955278384" sldId="990"/>
        </pc:sldMkLst>
        <pc:spChg chg="mod">
          <ac:chgData name="Simon Hartley" userId="ec1d4bd2-4db4-4fcf-9e9a-900b72c6bb46" providerId="ADAL" clId="{B4160541-181D-41F0-82EF-CBF481B4CC4C}" dt="2026-03-30T11:05:23.359" v="3444"/>
          <ac:spMkLst>
            <pc:docMk/>
            <pc:sldMk cId="3955278384" sldId="990"/>
            <ac:spMk id="4" creationId="{590A8DB2-ADCE-D688-458E-08430E8F8119}"/>
          </ac:spMkLst>
        </pc:spChg>
        <pc:spChg chg="add mod">
          <ac:chgData name="Simon Hartley" userId="ec1d4bd2-4db4-4fcf-9e9a-900b72c6bb46" providerId="ADAL" clId="{B4160541-181D-41F0-82EF-CBF481B4CC4C}" dt="2026-03-30T11:05:30.658" v="3446"/>
          <ac:spMkLst>
            <pc:docMk/>
            <pc:sldMk cId="3955278384" sldId="990"/>
            <ac:spMk id="5" creationId="{37E28CC4-3676-AC9C-5EE1-918C33418996}"/>
          </ac:spMkLst>
        </pc:spChg>
        <pc:spChg chg="add mod">
          <ac:chgData name="Simon Hartley" userId="ec1d4bd2-4db4-4fcf-9e9a-900b72c6bb46" providerId="ADAL" clId="{B4160541-181D-41F0-82EF-CBF481B4CC4C}" dt="2026-03-30T11:05:30.658" v="3446"/>
          <ac:spMkLst>
            <pc:docMk/>
            <pc:sldMk cId="3955278384" sldId="990"/>
            <ac:spMk id="6" creationId="{C95AC01B-4970-33CF-A19D-49E4797D648F}"/>
          </ac:spMkLst>
        </pc:spChg>
        <pc:spChg chg="add mod">
          <ac:chgData name="Simon Hartley" userId="ec1d4bd2-4db4-4fcf-9e9a-900b72c6bb46" providerId="ADAL" clId="{B4160541-181D-41F0-82EF-CBF481B4CC4C}" dt="2026-03-30T11:05:30.658" v="3446"/>
          <ac:spMkLst>
            <pc:docMk/>
            <pc:sldMk cId="3955278384" sldId="990"/>
            <ac:spMk id="8" creationId="{0EDEB514-0359-A341-2F01-0EB725CA3AA3}"/>
          </ac:spMkLst>
        </pc:spChg>
        <pc:picChg chg="add mod">
          <ac:chgData name="Simon Hartley" userId="ec1d4bd2-4db4-4fcf-9e9a-900b72c6bb46" providerId="ADAL" clId="{B4160541-181D-41F0-82EF-CBF481B4CC4C}" dt="2026-03-30T11:05:30.658" v="3446"/>
          <ac:picMkLst>
            <pc:docMk/>
            <pc:sldMk cId="3955278384" sldId="990"/>
            <ac:picMk id="3" creationId="{6D807625-7474-6BD8-6239-9C89D5374331}"/>
          </ac:picMkLst>
        </pc:picChg>
      </pc:sldChg>
      <pc:sldChg chg="delSp add del setBg delDesignElem">
        <pc:chgData name="Simon Hartley" userId="ec1d4bd2-4db4-4fcf-9e9a-900b72c6bb46" providerId="ADAL" clId="{B4160541-181D-41F0-82EF-CBF481B4CC4C}" dt="2026-03-30T11:06:36.892" v="3455" actId="47"/>
        <pc:sldMkLst>
          <pc:docMk/>
          <pc:sldMk cId="166834510" sldId="991"/>
        </pc:sldMkLst>
        <pc:spChg chg="del">
          <ac:chgData name="Simon Hartley" userId="ec1d4bd2-4db4-4fcf-9e9a-900b72c6bb46" providerId="ADAL" clId="{B4160541-181D-41F0-82EF-CBF481B4CC4C}" dt="2026-03-30T11:06:03.810" v="3449"/>
          <ac:spMkLst>
            <pc:docMk/>
            <pc:sldMk cId="166834510" sldId="991"/>
            <ac:spMk id="11" creationId="{BA29FF23-4AD4-8332-062E-0E43788B399E}"/>
          </ac:spMkLst>
        </pc:spChg>
        <pc:spChg chg="del">
          <ac:chgData name="Simon Hartley" userId="ec1d4bd2-4db4-4fcf-9e9a-900b72c6bb46" providerId="ADAL" clId="{B4160541-181D-41F0-82EF-CBF481B4CC4C}" dt="2026-03-30T11:06:03.810" v="3449"/>
          <ac:spMkLst>
            <pc:docMk/>
            <pc:sldMk cId="166834510" sldId="991"/>
            <ac:spMk id="13" creationId="{5177D40D-5B72-C6F5-42CF-FB2EE1376BD0}"/>
          </ac:spMkLst>
        </pc:spChg>
        <pc:spChg chg="del">
          <ac:chgData name="Simon Hartley" userId="ec1d4bd2-4db4-4fcf-9e9a-900b72c6bb46" providerId="ADAL" clId="{B4160541-181D-41F0-82EF-CBF481B4CC4C}" dt="2026-03-30T11:06:03.810" v="3449"/>
          <ac:spMkLst>
            <pc:docMk/>
            <pc:sldMk cId="166834510" sldId="991"/>
            <ac:spMk id="15" creationId="{4BD48A8E-137F-130E-C556-EE2B0FC8AEA9}"/>
          </ac:spMkLst>
        </pc:spChg>
        <pc:spChg chg="del">
          <ac:chgData name="Simon Hartley" userId="ec1d4bd2-4db4-4fcf-9e9a-900b72c6bb46" providerId="ADAL" clId="{B4160541-181D-41F0-82EF-CBF481B4CC4C}" dt="2026-03-30T11:06:03.810" v="3449"/>
          <ac:spMkLst>
            <pc:docMk/>
            <pc:sldMk cId="166834510" sldId="991"/>
            <ac:spMk id="17" creationId="{E889F841-9EED-32D2-6138-C3E1E629F9F1}"/>
          </ac:spMkLst>
        </pc:spChg>
      </pc:sldChg>
      <pc:sldChg chg="addSp modSp add mod ord">
        <pc:chgData name="Simon Hartley" userId="ec1d4bd2-4db4-4fcf-9e9a-900b72c6bb46" providerId="ADAL" clId="{B4160541-181D-41F0-82EF-CBF481B4CC4C}" dt="2026-03-30T11:07:39.610" v="3461" actId="207"/>
        <pc:sldMkLst>
          <pc:docMk/>
          <pc:sldMk cId="2946565305" sldId="992"/>
        </pc:sldMkLst>
        <pc:spChg chg="add mod">
          <ac:chgData name="Simon Hartley" userId="ec1d4bd2-4db4-4fcf-9e9a-900b72c6bb46" providerId="ADAL" clId="{B4160541-181D-41F0-82EF-CBF481B4CC4C}" dt="2026-03-30T11:07:39.610" v="3461" actId="207"/>
          <ac:spMkLst>
            <pc:docMk/>
            <pc:sldMk cId="2946565305" sldId="992"/>
            <ac:spMk id="3" creationId="{05B2CC8D-0F81-DAD7-9FB9-C9A2A7DCACBC}"/>
          </ac:spMkLst>
        </pc:spChg>
        <pc:spChg chg="mod">
          <ac:chgData name="Simon Hartley" userId="ec1d4bd2-4db4-4fcf-9e9a-900b72c6bb46" providerId="ADAL" clId="{B4160541-181D-41F0-82EF-CBF481B4CC4C}" dt="2026-03-30T11:06:49.006" v="3457"/>
          <ac:spMkLst>
            <pc:docMk/>
            <pc:sldMk cId="2946565305" sldId="992"/>
            <ac:spMk id="4" creationId="{5EE254A7-466F-D4D6-F413-86398FFE6D93}"/>
          </ac:spMkLst>
        </pc:spChg>
        <pc:spChg chg="add mod">
          <ac:chgData name="Simon Hartley" userId="ec1d4bd2-4db4-4fcf-9e9a-900b72c6bb46" providerId="ADAL" clId="{B4160541-181D-41F0-82EF-CBF481B4CC4C}" dt="2026-03-30T11:07:26.480" v="3460" actId="207"/>
          <ac:spMkLst>
            <pc:docMk/>
            <pc:sldMk cId="2946565305" sldId="992"/>
            <ac:spMk id="5" creationId="{B68CD4AD-E709-AE86-1507-3F903F3FD237}"/>
          </ac:spMkLst>
        </pc:spChg>
      </pc:sldChg>
      <pc:sldChg chg="delSp add del mod ord">
        <pc:chgData name="Simon Hartley" userId="ec1d4bd2-4db4-4fcf-9e9a-900b72c6bb46" providerId="ADAL" clId="{B4160541-181D-41F0-82EF-CBF481B4CC4C}" dt="2026-03-30T12:18:27.384" v="4090" actId="47"/>
        <pc:sldMkLst>
          <pc:docMk/>
          <pc:sldMk cId="81237021" sldId="993"/>
        </pc:sldMkLst>
        <pc:spChg chg="del">
          <ac:chgData name="Simon Hartley" userId="ec1d4bd2-4db4-4fcf-9e9a-900b72c6bb46" providerId="ADAL" clId="{B4160541-181D-41F0-82EF-CBF481B4CC4C}" dt="2026-03-30T11:12:09.380" v="3546" actId="478"/>
          <ac:spMkLst>
            <pc:docMk/>
            <pc:sldMk cId="81237021" sldId="993"/>
            <ac:spMk id="2" creationId="{A253755A-2D75-B6AA-9FD4-8B17F0D6E83F}"/>
          </ac:spMkLst>
        </pc:spChg>
        <pc:spChg chg="del">
          <ac:chgData name="Simon Hartley" userId="ec1d4bd2-4db4-4fcf-9e9a-900b72c6bb46" providerId="ADAL" clId="{B4160541-181D-41F0-82EF-CBF481B4CC4C}" dt="2026-03-30T11:12:07.462" v="3545" actId="478"/>
          <ac:spMkLst>
            <pc:docMk/>
            <pc:sldMk cId="81237021" sldId="993"/>
            <ac:spMk id="3" creationId="{4DAE605B-49F9-EED4-CA8E-5BD0B06334B6}"/>
          </ac:spMkLst>
        </pc:spChg>
        <pc:spChg chg="del">
          <ac:chgData name="Simon Hartley" userId="ec1d4bd2-4db4-4fcf-9e9a-900b72c6bb46" providerId="ADAL" clId="{B4160541-181D-41F0-82EF-CBF481B4CC4C}" dt="2026-03-30T11:12:05.345" v="3544" actId="478"/>
          <ac:spMkLst>
            <pc:docMk/>
            <pc:sldMk cId="81237021" sldId="993"/>
            <ac:spMk id="5" creationId="{CBB26341-8187-B4E7-78E7-186EC7EAC572}"/>
          </ac:spMkLst>
        </pc:spChg>
      </pc:sldChg>
      <pc:sldChg chg="addSp delSp modSp add mod ord">
        <pc:chgData name="Simon Hartley" userId="ec1d4bd2-4db4-4fcf-9e9a-900b72c6bb46" providerId="ADAL" clId="{B4160541-181D-41F0-82EF-CBF481B4CC4C}" dt="2026-03-30T11:16:10.141" v="3569"/>
        <pc:sldMkLst>
          <pc:docMk/>
          <pc:sldMk cId="1263560198" sldId="994"/>
        </pc:sldMkLst>
        <pc:spChg chg="del">
          <ac:chgData name="Simon Hartley" userId="ec1d4bd2-4db4-4fcf-9e9a-900b72c6bb46" providerId="ADAL" clId="{B4160541-181D-41F0-82EF-CBF481B4CC4C}" dt="2026-03-30T11:12:14.572" v="3549" actId="478"/>
          <ac:spMkLst>
            <pc:docMk/>
            <pc:sldMk cId="1263560198" sldId="994"/>
            <ac:spMk id="3" creationId="{8BDFF250-987F-B294-CFDA-D1CA31D26720}"/>
          </ac:spMkLst>
        </pc:spChg>
        <pc:spChg chg="mod">
          <ac:chgData name="Simon Hartley" userId="ec1d4bd2-4db4-4fcf-9e9a-900b72c6bb46" providerId="ADAL" clId="{B4160541-181D-41F0-82EF-CBF481B4CC4C}" dt="2026-03-30T11:13:21.253" v="3561"/>
          <ac:spMkLst>
            <pc:docMk/>
            <pc:sldMk cId="1263560198" sldId="994"/>
            <ac:spMk id="4" creationId="{B3BF7396-C7F0-B779-A68E-45A17F4C9C00}"/>
          </ac:spMkLst>
        </pc:spChg>
        <pc:spChg chg="add mod">
          <ac:chgData name="Simon Hartley" userId="ec1d4bd2-4db4-4fcf-9e9a-900b72c6bb46" providerId="ADAL" clId="{B4160541-181D-41F0-82EF-CBF481B4CC4C}" dt="2026-03-30T11:13:33.518" v="3563"/>
          <ac:spMkLst>
            <pc:docMk/>
            <pc:sldMk cId="1263560198" sldId="994"/>
            <ac:spMk id="5" creationId="{67182C2A-9AA4-6614-5EA7-43EE604ACE49}"/>
          </ac:spMkLst>
        </pc:spChg>
        <pc:spChg chg="del">
          <ac:chgData name="Simon Hartley" userId="ec1d4bd2-4db4-4fcf-9e9a-900b72c6bb46" providerId="ADAL" clId="{B4160541-181D-41F0-82EF-CBF481B4CC4C}" dt="2026-03-30T11:12:16.565" v="3550" actId="478"/>
          <ac:spMkLst>
            <pc:docMk/>
            <pc:sldMk cId="1263560198" sldId="994"/>
            <ac:spMk id="6" creationId="{166E9812-9BB8-1801-E0FD-E41173265E57}"/>
          </ac:spMkLst>
        </pc:spChg>
        <pc:spChg chg="add mod">
          <ac:chgData name="Simon Hartley" userId="ec1d4bd2-4db4-4fcf-9e9a-900b72c6bb46" providerId="ADAL" clId="{B4160541-181D-41F0-82EF-CBF481B4CC4C}" dt="2026-03-30T11:13:33.518" v="3563"/>
          <ac:spMkLst>
            <pc:docMk/>
            <pc:sldMk cId="1263560198" sldId="994"/>
            <ac:spMk id="8" creationId="{EE042F39-96DA-2730-FB59-F63F846D68E9}"/>
          </ac:spMkLst>
        </pc:spChg>
      </pc:sldChg>
      <pc:sldChg chg="addSp delSp modSp add mod ord">
        <pc:chgData name="Simon Hartley" userId="ec1d4bd2-4db4-4fcf-9e9a-900b72c6bb46" providerId="ADAL" clId="{B4160541-181D-41F0-82EF-CBF481B4CC4C}" dt="2026-03-30T11:20:30.363" v="3612" actId="1076"/>
        <pc:sldMkLst>
          <pc:docMk/>
          <pc:sldMk cId="4091264896" sldId="995"/>
        </pc:sldMkLst>
        <pc:spChg chg="add mod">
          <ac:chgData name="Simon Hartley" userId="ec1d4bd2-4db4-4fcf-9e9a-900b72c6bb46" providerId="ADAL" clId="{B4160541-181D-41F0-82EF-CBF481B4CC4C}" dt="2026-03-30T11:20:30.363" v="3612" actId="1076"/>
          <ac:spMkLst>
            <pc:docMk/>
            <pc:sldMk cId="4091264896" sldId="995"/>
            <ac:spMk id="3" creationId="{D119CF3E-6557-BE9E-880D-A37F6994D7BD}"/>
          </ac:spMkLst>
        </pc:spChg>
        <pc:spChg chg="mod">
          <ac:chgData name="Simon Hartley" userId="ec1d4bd2-4db4-4fcf-9e9a-900b72c6bb46" providerId="ADAL" clId="{B4160541-181D-41F0-82EF-CBF481B4CC4C}" dt="2026-03-30T11:20:18.867" v="3610" actId="1076"/>
          <ac:spMkLst>
            <pc:docMk/>
            <pc:sldMk cId="4091264896" sldId="995"/>
            <ac:spMk id="4" creationId="{7B4EBF93-D5AD-9E3D-3041-B12171971146}"/>
          </ac:spMkLst>
        </pc:spChg>
        <pc:spChg chg="del">
          <ac:chgData name="Simon Hartley" userId="ec1d4bd2-4db4-4fcf-9e9a-900b72c6bb46" providerId="ADAL" clId="{B4160541-181D-41F0-82EF-CBF481B4CC4C}" dt="2026-03-30T11:14:01.639" v="3567" actId="478"/>
          <ac:spMkLst>
            <pc:docMk/>
            <pc:sldMk cId="4091264896" sldId="995"/>
            <ac:spMk id="5" creationId="{C8333B7C-510C-126A-3ECB-00389AA8FED0}"/>
          </ac:spMkLst>
        </pc:spChg>
        <pc:spChg chg="add del mod">
          <ac:chgData name="Simon Hartley" userId="ec1d4bd2-4db4-4fcf-9e9a-900b72c6bb46" providerId="ADAL" clId="{B4160541-181D-41F0-82EF-CBF481B4CC4C}" dt="2026-03-30T11:19:09.637" v="3603" actId="478"/>
          <ac:spMkLst>
            <pc:docMk/>
            <pc:sldMk cId="4091264896" sldId="995"/>
            <ac:spMk id="6" creationId="{2A562725-F3AE-12D2-4B23-DA8343C8F97C}"/>
          </ac:spMkLst>
        </pc:spChg>
        <pc:spChg chg="del">
          <ac:chgData name="Simon Hartley" userId="ec1d4bd2-4db4-4fcf-9e9a-900b72c6bb46" providerId="ADAL" clId="{B4160541-181D-41F0-82EF-CBF481B4CC4C}" dt="2026-03-30T11:13:58.072" v="3566" actId="478"/>
          <ac:spMkLst>
            <pc:docMk/>
            <pc:sldMk cId="4091264896" sldId="995"/>
            <ac:spMk id="8" creationId="{608D0FD9-74DF-B844-18DE-8139C35B59D9}"/>
          </ac:spMkLst>
        </pc:spChg>
        <pc:spChg chg="add mod">
          <ac:chgData name="Simon Hartley" userId="ec1d4bd2-4db4-4fcf-9e9a-900b72c6bb46" providerId="ADAL" clId="{B4160541-181D-41F0-82EF-CBF481B4CC4C}" dt="2026-03-30T11:19:37.421" v="3606" actId="1076"/>
          <ac:spMkLst>
            <pc:docMk/>
            <pc:sldMk cId="4091264896" sldId="995"/>
            <ac:spMk id="9" creationId="{E5D81905-E2BB-1EF8-0C59-AB4BC65181A5}"/>
          </ac:spMkLst>
        </pc:spChg>
      </pc:sldChg>
      <pc:sldChg chg="delSp add del mod setBg delDesignElem">
        <pc:chgData name="Simon Hartley" userId="ec1d4bd2-4db4-4fcf-9e9a-900b72c6bb46" providerId="ADAL" clId="{B4160541-181D-41F0-82EF-CBF481B4CC4C}" dt="2026-03-30T11:33:22.023" v="3708" actId="47"/>
        <pc:sldMkLst>
          <pc:docMk/>
          <pc:sldMk cId="1478726373" sldId="997"/>
        </pc:sldMkLst>
        <pc:spChg chg="del">
          <ac:chgData name="Simon Hartley" userId="ec1d4bd2-4db4-4fcf-9e9a-900b72c6bb46" providerId="ADAL" clId="{B4160541-181D-41F0-82EF-CBF481B4CC4C}" dt="2026-03-30T11:33:08.512" v="3706" actId="21"/>
          <ac:spMkLst>
            <pc:docMk/>
            <pc:sldMk cId="1478726373" sldId="997"/>
            <ac:spMk id="9" creationId="{EB0EE836-5A05-9407-7437-F321AD3DEB79}"/>
          </ac:spMkLst>
        </pc:spChg>
        <pc:spChg chg="del">
          <ac:chgData name="Simon Hartley" userId="ec1d4bd2-4db4-4fcf-9e9a-900b72c6bb46" providerId="ADAL" clId="{B4160541-181D-41F0-82EF-CBF481B4CC4C}" dt="2026-03-30T11:33:08.512" v="3706" actId="21"/>
          <ac:spMkLst>
            <pc:docMk/>
            <pc:sldMk cId="1478726373" sldId="997"/>
            <ac:spMk id="12" creationId="{C20336CE-9943-E0C4-007F-287A6925BA5D}"/>
          </ac:spMkLst>
        </pc:spChg>
        <pc:spChg chg="del">
          <ac:chgData name="Simon Hartley" userId="ec1d4bd2-4db4-4fcf-9e9a-900b72c6bb46" providerId="ADAL" clId="{B4160541-181D-41F0-82EF-CBF481B4CC4C}" dt="2026-03-30T11:31:59.587" v="3697"/>
          <ac:spMkLst>
            <pc:docMk/>
            <pc:sldMk cId="1478726373" sldId="997"/>
            <ac:spMk id="15" creationId="{6F6FFDDC-9E21-3703-EA9A-7F172A33399C}"/>
          </ac:spMkLst>
        </pc:spChg>
        <pc:spChg chg="del">
          <ac:chgData name="Simon Hartley" userId="ec1d4bd2-4db4-4fcf-9e9a-900b72c6bb46" providerId="ADAL" clId="{B4160541-181D-41F0-82EF-CBF481B4CC4C}" dt="2026-03-30T11:31:59.587" v="3697"/>
          <ac:spMkLst>
            <pc:docMk/>
            <pc:sldMk cId="1478726373" sldId="997"/>
            <ac:spMk id="17" creationId="{A59159CE-2B3F-4127-45EC-E075D4886999}"/>
          </ac:spMkLst>
        </pc:spChg>
        <pc:spChg chg="del">
          <ac:chgData name="Simon Hartley" userId="ec1d4bd2-4db4-4fcf-9e9a-900b72c6bb46" providerId="ADAL" clId="{B4160541-181D-41F0-82EF-CBF481B4CC4C}" dt="2026-03-30T11:31:59.587" v="3697"/>
          <ac:spMkLst>
            <pc:docMk/>
            <pc:sldMk cId="1478726373" sldId="997"/>
            <ac:spMk id="19" creationId="{1439B64D-FE74-7411-1B44-12C0A60F939B}"/>
          </ac:spMkLst>
        </pc:spChg>
        <pc:spChg chg="del">
          <ac:chgData name="Simon Hartley" userId="ec1d4bd2-4db4-4fcf-9e9a-900b72c6bb46" providerId="ADAL" clId="{B4160541-181D-41F0-82EF-CBF481B4CC4C}" dt="2026-03-30T11:31:59.587" v="3697"/>
          <ac:spMkLst>
            <pc:docMk/>
            <pc:sldMk cId="1478726373" sldId="997"/>
            <ac:spMk id="21" creationId="{562EC78C-619E-5D0F-D2A9-97483F797128}"/>
          </ac:spMkLst>
        </pc:spChg>
        <pc:picChg chg="del">
          <ac:chgData name="Simon Hartley" userId="ec1d4bd2-4db4-4fcf-9e9a-900b72c6bb46" providerId="ADAL" clId="{B4160541-181D-41F0-82EF-CBF481B4CC4C}" dt="2026-03-30T11:33:08.512" v="3706" actId="21"/>
          <ac:picMkLst>
            <pc:docMk/>
            <pc:sldMk cId="1478726373" sldId="997"/>
            <ac:picMk id="5" creationId="{B63DF26B-F982-173D-21EF-C923C3522D99}"/>
          </ac:picMkLst>
        </pc:picChg>
      </pc:sldChg>
      <pc:sldChg chg="delSp modSp add del mod setBg delDesignElem">
        <pc:chgData name="Simon Hartley" userId="ec1d4bd2-4db4-4fcf-9e9a-900b72c6bb46" providerId="ADAL" clId="{B4160541-181D-41F0-82EF-CBF481B4CC4C}" dt="2026-03-30T11:21:11.515" v="3621" actId="47"/>
        <pc:sldMkLst>
          <pc:docMk/>
          <pc:sldMk cId="1447793084" sldId="1002"/>
        </pc:sldMkLst>
        <pc:spChg chg="mod">
          <ac:chgData name="Simon Hartley" userId="ec1d4bd2-4db4-4fcf-9e9a-900b72c6bb46" providerId="ADAL" clId="{B4160541-181D-41F0-82EF-CBF481B4CC4C}" dt="2026-03-30T11:20:48.019" v="3615" actId="21"/>
          <ac:spMkLst>
            <pc:docMk/>
            <pc:sldMk cId="1447793084" sldId="1002"/>
            <ac:spMk id="4" creationId="{29CB8037-138D-7F7D-5ADE-53B533F387CF}"/>
          </ac:spMkLst>
        </pc:spChg>
        <pc:spChg chg="del mod">
          <ac:chgData name="Simon Hartley" userId="ec1d4bd2-4db4-4fcf-9e9a-900b72c6bb46" providerId="ADAL" clId="{B4160541-181D-41F0-82EF-CBF481B4CC4C}" dt="2026-03-30T11:20:58.899" v="3617" actId="21"/>
          <ac:spMkLst>
            <pc:docMk/>
            <pc:sldMk cId="1447793084" sldId="1002"/>
            <ac:spMk id="6" creationId="{37E0D8B8-55E7-AC22-1CAB-749FC144728B}"/>
          </ac:spMkLst>
        </pc:spChg>
        <pc:spChg chg="del">
          <ac:chgData name="Simon Hartley" userId="ec1d4bd2-4db4-4fcf-9e9a-900b72c6bb46" providerId="ADAL" clId="{B4160541-181D-41F0-82EF-CBF481B4CC4C}" dt="2026-03-30T11:20:58.899" v="3617" actId="21"/>
          <ac:spMkLst>
            <pc:docMk/>
            <pc:sldMk cId="1447793084" sldId="1002"/>
            <ac:spMk id="7" creationId="{7E796360-4E9C-EA31-4D2E-B084DA77A8B0}"/>
          </ac:spMkLst>
        </pc:spChg>
        <pc:spChg chg="del">
          <ac:chgData name="Simon Hartley" userId="ec1d4bd2-4db4-4fcf-9e9a-900b72c6bb46" providerId="ADAL" clId="{B4160541-181D-41F0-82EF-CBF481B4CC4C}" dt="2026-03-30T11:16:23.955" v="3576"/>
          <ac:spMkLst>
            <pc:docMk/>
            <pc:sldMk cId="1447793084" sldId="1002"/>
            <ac:spMk id="11" creationId="{7137B7DE-C989-5C26-E7AF-6F5EACEDE1CD}"/>
          </ac:spMkLst>
        </pc:spChg>
        <pc:spChg chg="del">
          <ac:chgData name="Simon Hartley" userId="ec1d4bd2-4db4-4fcf-9e9a-900b72c6bb46" providerId="ADAL" clId="{B4160541-181D-41F0-82EF-CBF481B4CC4C}" dt="2026-03-30T11:16:23.955" v="3576"/>
          <ac:spMkLst>
            <pc:docMk/>
            <pc:sldMk cId="1447793084" sldId="1002"/>
            <ac:spMk id="13" creationId="{716F8E3B-C5DD-36AF-868D-EB548A573285}"/>
          </ac:spMkLst>
        </pc:spChg>
        <pc:spChg chg="del">
          <ac:chgData name="Simon Hartley" userId="ec1d4bd2-4db4-4fcf-9e9a-900b72c6bb46" providerId="ADAL" clId="{B4160541-181D-41F0-82EF-CBF481B4CC4C}" dt="2026-03-30T11:16:23.955" v="3576"/>
          <ac:spMkLst>
            <pc:docMk/>
            <pc:sldMk cId="1447793084" sldId="1002"/>
            <ac:spMk id="15" creationId="{BAAF715B-D9F8-114A-58F5-CEFDECC12417}"/>
          </ac:spMkLst>
        </pc:spChg>
        <pc:spChg chg="del">
          <ac:chgData name="Simon Hartley" userId="ec1d4bd2-4db4-4fcf-9e9a-900b72c6bb46" providerId="ADAL" clId="{B4160541-181D-41F0-82EF-CBF481B4CC4C}" dt="2026-03-30T11:16:23.955" v="3576"/>
          <ac:spMkLst>
            <pc:docMk/>
            <pc:sldMk cId="1447793084" sldId="1002"/>
            <ac:spMk id="17" creationId="{1CC16B90-7301-A549-CF3B-3A895C518AC5}"/>
          </ac:spMkLst>
        </pc:spChg>
      </pc:sldChg>
      <pc:sldChg chg="delSp add del mod setBg delDesignElem">
        <pc:chgData name="Simon Hartley" userId="ec1d4bd2-4db4-4fcf-9e9a-900b72c6bb46" providerId="ADAL" clId="{B4160541-181D-41F0-82EF-CBF481B4CC4C}" dt="2026-03-30T11:21:53.583" v="3628" actId="47"/>
        <pc:sldMkLst>
          <pc:docMk/>
          <pc:sldMk cId="3405258216" sldId="1003"/>
        </pc:sldMkLst>
        <pc:spChg chg="del">
          <ac:chgData name="Simon Hartley" userId="ec1d4bd2-4db4-4fcf-9e9a-900b72c6bb46" providerId="ADAL" clId="{B4160541-181D-41F0-82EF-CBF481B4CC4C}" dt="2026-03-30T11:16:23.955" v="3576"/>
          <ac:spMkLst>
            <pc:docMk/>
            <pc:sldMk cId="3405258216" sldId="1003"/>
            <ac:spMk id="11" creationId="{1318F09D-AB76-6912-9E04-A249CB84AEBA}"/>
          </ac:spMkLst>
        </pc:spChg>
        <pc:spChg chg="del">
          <ac:chgData name="Simon Hartley" userId="ec1d4bd2-4db4-4fcf-9e9a-900b72c6bb46" providerId="ADAL" clId="{B4160541-181D-41F0-82EF-CBF481B4CC4C}" dt="2026-03-30T11:16:23.955" v="3576"/>
          <ac:spMkLst>
            <pc:docMk/>
            <pc:sldMk cId="3405258216" sldId="1003"/>
            <ac:spMk id="13" creationId="{1BE08AE7-62A8-A13E-2F98-EC5E93FF6C77}"/>
          </ac:spMkLst>
        </pc:spChg>
        <pc:spChg chg="del">
          <ac:chgData name="Simon Hartley" userId="ec1d4bd2-4db4-4fcf-9e9a-900b72c6bb46" providerId="ADAL" clId="{B4160541-181D-41F0-82EF-CBF481B4CC4C}" dt="2026-03-30T11:16:23.955" v="3576"/>
          <ac:spMkLst>
            <pc:docMk/>
            <pc:sldMk cId="3405258216" sldId="1003"/>
            <ac:spMk id="15" creationId="{18ADC41D-A49D-3505-6485-90790FDC1A73}"/>
          </ac:spMkLst>
        </pc:spChg>
        <pc:spChg chg="del">
          <ac:chgData name="Simon Hartley" userId="ec1d4bd2-4db4-4fcf-9e9a-900b72c6bb46" providerId="ADAL" clId="{B4160541-181D-41F0-82EF-CBF481B4CC4C}" dt="2026-03-30T11:16:23.955" v="3576"/>
          <ac:spMkLst>
            <pc:docMk/>
            <pc:sldMk cId="3405258216" sldId="1003"/>
            <ac:spMk id="17" creationId="{96F7209F-FF07-A428-9653-49E871345150}"/>
          </ac:spMkLst>
        </pc:spChg>
        <pc:picChg chg="del">
          <ac:chgData name="Simon Hartley" userId="ec1d4bd2-4db4-4fcf-9e9a-900b72c6bb46" providerId="ADAL" clId="{B4160541-181D-41F0-82EF-CBF481B4CC4C}" dt="2026-03-30T11:21:29.205" v="3625" actId="21"/>
          <ac:picMkLst>
            <pc:docMk/>
            <pc:sldMk cId="3405258216" sldId="1003"/>
            <ac:picMk id="9" creationId="{B4CA5CEF-2675-4BB7-C0A3-CD9A2CC2B5C1}"/>
          </ac:picMkLst>
        </pc:picChg>
      </pc:sldChg>
      <pc:sldChg chg="addSp delSp modSp add del mod setBg delDesignElem">
        <pc:chgData name="Simon Hartley" userId="ec1d4bd2-4db4-4fcf-9e9a-900b72c6bb46" providerId="ADAL" clId="{B4160541-181D-41F0-82EF-CBF481B4CC4C}" dt="2026-03-30T11:26:22.418" v="3661" actId="47"/>
        <pc:sldMkLst>
          <pc:docMk/>
          <pc:sldMk cId="1961627630" sldId="1004"/>
        </pc:sldMkLst>
        <pc:spChg chg="del mod">
          <ac:chgData name="Simon Hartley" userId="ec1d4bd2-4db4-4fcf-9e9a-900b72c6bb46" providerId="ADAL" clId="{B4160541-181D-41F0-82EF-CBF481B4CC4C}" dt="2026-03-30T11:26:07.872" v="3657" actId="21"/>
          <ac:spMkLst>
            <pc:docMk/>
            <pc:sldMk cId="1961627630" sldId="1004"/>
            <ac:spMk id="3" creationId="{4631A9AB-4529-CE89-132E-C99EB5C1BB45}"/>
          </ac:spMkLst>
        </pc:spChg>
        <pc:spChg chg="del">
          <ac:chgData name="Simon Hartley" userId="ec1d4bd2-4db4-4fcf-9e9a-900b72c6bb46" providerId="ADAL" clId="{B4160541-181D-41F0-82EF-CBF481B4CC4C}" dt="2026-03-30T11:26:07.872" v="3657" actId="21"/>
          <ac:spMkLst>
            <pc:docMk/>
            <pc:sldMk cId="1961627630" sldId="1004"/>
            <ac:spMk id="4" creationId="{BCD6F044-58DC-4F4B-7C6C-B8A98BA2442F}"/>
          </ac:spMkLst>
        </pc:spChg>
        <pc:spChg chg="add mod">
          <ac:chgData name="Simon Hartley" userId="ec1d4bd2-4db4-4fcf-9e9a-900b72c6bb46" providerId="ADAL" clId="{B4160541-181D-41F0-82EF-CBF481B4CC4C}" dt="2026-03-30T11:26:07.872" v="3657" actId="21"/>
          <ac:spMkLst>
            <pc:docMk/>
            <pc:sldMk cId="1961627630" sldId="1004"/>
            <ac:spMk id="5" creationId="{8A666C11-D323-BE0B-B51A-9054F15F8F33}"/>
          </ac:spMkLst>
        </pc:spChg>
        <pc:spChg chg="del">
          <ac:chgData name="Simon Hartley" userId="ec1d4bd2-4db4-4fcf-9e9a-900b72c6bb46" providerId="ADAL" clId="{B4160541-181D-41F0-82EF-CBF481B4CC4C}" dt="2026-03-30T11:16:23.955" v="3576"/>
          <ac:spMkLst>
            <pc:docMk/>
            <pc:sldMk cId="1961627630" sldId="1004"/>
            <ac:spMk id="11" creationId="{734F2C49-8893-932C-A876-47CF9144923C}"/>
          </ac:spMkLst>
        </pc:spChg>
        <pc:spChg chg="del">
          <ac:chgData name="Simon Hartley" userId="ec1d4bd2-4db4-4fcf-9e9a-900b72c6bb46" providerId="ADAL" clId="{B4160541-181D-41F0-82EF-CBF481B4CC4C}" dt="2026-03-30T11:16:23.955" v="3576"/>
          <ac:spMkLst>
            <pc:docMk/>
            <pc:sldMk cId="1961627630" sldId="1004"/>
            <ac:spMk id="13" creationId="{4269802E-8865-2031-BD63-4A6ACD99D893}"/>
          </ac:spMkLst>
        </pc:spChg>
        <pc:spChg chg="del">
          <ac:chgData name="Simon Hartley" userId="ec1d4bd2-4db4-4fcf-9e9a-900b72c6bb46" providerId="ADAL" clId="{B4160541-181D-41F0-82EF-CBF481B4CC4C}" dt="2026-03-30T11:16:23.955" v="3576"/>
          <ac:spMkLst>
            <pc:docMk/>
            <pc:sldMk cId="1961627630" sldId="1004"/>
            <ac:spMk id="15" creationId="{C67D686A-4EED-F13A-5D3F-E4A1229D793B}"/>
          </ac:spMkLst>
        </pc:spChg>
        <pc:spChg chg="del">
          <ac:chgData name="Simon Hartley" userId="ec1d4bd2-4db4-4fcf-9e9a-900b72c6bb46" providerId="ADAL" clId="{B4160541-181D-41F0-82EF-CBF481B4CC4C}" dt="2026-03-30T11:16:23.955" v="3576"/>
          <ac:spMkLst>
            <pc:docMk/>
            <pc:sldMk cId="1961627630" sldId="1004"/>
            <ac:spMk id="17" creationId="{55C2CA47-16F6-F8FF-1731-73D092255468}"/>
          </ac:spMkLst>
        </pc:spChg>
        <pc:picChg chg="del">
          <ac:chgData name="Simon Hartley" userId="ec1d4bd2-4db4-4fcf-9e9a-900b72c6bb46" providerId="ADAL" clId="{B4160541-181D-41F0-82EF-CBF481B4CC4C}" dt="2026-03-30T11:26:07.872" v="3657" actId="21"/>
          <ac:picMkLst>
            <pc:docMk/>
            <pc:sldMk cId="1961627630" sldId="1004"/>
            <ac:picMk id="9" creationId="{9C925582-395F-BAC8-8D1D-173EEE3F0875}"/>
          </ac:picMkLst>
        </pc:picChg>
        <pc:picChg chg="del">
          <ac:chgData name="Simon Hartley" userId="ec1d4bd2-4db4-4fcf-9e9a-900b72c6bb46" providerId="ADAL" clId="{B4160541-181D-41F0-82EF-CBF481B4CC4C}" dt="2026-03-30T11:26:07.872" v="3657" actId="21"/>
          <ac:picMkLst>
            <pc:docMk/>
            <pc:sldMk cId="1961627630" sldId="1004"/>
            <ac:picMk id="12" creationId="{9D5C7183-FD8E-8164-5A20-5172071DAD8F}"/>
          </ac:picMkLst>
        </pc:picChg>
        <pc:picChg chg="del">
          <ac:chgData name="Simon Hartley" userId="ec1d4bd2-4db4-4fcf-9e9a-900b72c6bb46" providerId="ADAL" clId="{B4160541-181D-41F0-82EF-CBF481B4CC4C}" dt="2026-03-30T11:26:07.872" v="3657" actId="21"/>
          <ac:picMkLst>
            <pc:docMk/>
            <pc:sldMk cId="1961627630" sldId="1004"/>
            <ac:picMk id="16" creationId="{F3BE9BD5-9F1E-6FDB-0395-496E97A4DE35}"/>
          </ac:picMkLst>
        </pc:picChg>
        <pc:picChg chg="del">
          <ac:chgData name="Simon Hartley" userId="ec1d4bd2-4db4-4fcf-9e9a-900b72c6bb46" providerId="ADAL" clId="{B4160541-181D-41F0-82EF-CBF481B4CC4C}" dt="2026-03-30T11:26:07.872" v="3657" actId="21"/>
          <ac:picMkLst>
            <pc:docMk/>
            <pc:sldMk cId="1961627630" sldId="1004"/>
            <ac:picMk id="18" creationId="{B6988AC1-2BE7-4571-CD16-DF9F16779BD6}"/>
          </ac:picMkLst>
        </pc:picChg>
      </pc:sldChg>
      <pc:sldChg chg="addSp delSp modSp add del mod">
        <pc:chgData name="Simon Hartley" userId="ec1d4bd2-4db4-4fcf-9e9a-900b72c6bb46" providerId="ADAL" clId="{B4160541-181D-41F0-82EF-CBF481B4CC4C}" dt="2026-03-30T11:28:34.934" v="3670" actId="47"/>
        <pc:sldMkLst>
          <pc:docMk/>
          <pc:sldMk cId="1648636042" sldId="1005"/>
        </pc:sldMkLst>
        <pc:spChg chg="del">
          <ac:chgData name="Simon Hartley" userId="ec1d4bd2-4db4-4fcf-9e9a-900b72c6bb46" providerId="ADAL" clId="{B4160541-181D-41F0-82EF-CBF481B4CC4C}" dt="2026-03-30T11:22:48.758" v="3632" actId="21"/>
          <ac:spMkLst>
            <pc:docMk/>
            <pc:sldMk cId="1648636042" sldId="1005"/>
            <ac:spMk id="4" creationId="{AE027BBB-9918-0B16-6E3B-4C209F7C6B60}"/>
          </ac:spMkLst>
        </pc:spChg>
        <pc:spChg chg="add mod">
          <ac:chgData name="Simon Hartley" userId="ec1d4bd2-4db4-4fcf-9e9a-900b72c6bb46" providerId="ADAL" clId="{B4160541-181D-41F0-82EF-CBF481B4CC4C}" dt="2026-03-30T11:22:48.758" v="3632" actId="21"/>
          <ac:spMkLst>
            <pc:docMk/>
            <pc:sldMk cId="1648636042" sldId="1005"/>
            <ac:spMk id="5" creationId="{1BB6BBBD-6A9E-B45B-696A-22F56B2F4A00}"/>
          </ac:spMkLst>
        </pc:spChg>
      </pc:sldChg>
      <pc:sldChg chg="delSp add del mod setBg delDesignElem">
        <pc:chgData name="Simon Hartley" userId="ec1d4bd2-4db4-4fcf-9e9a-900b72c6bb46" providerId="ADAL" clId="{B4160541-181D-41F0-82EF-CBF481B4CC4C}" dt="2026-03-30T11:23:59.090" v="3639" actId="47"/>
        <pc:sldMkLst>
          <pc:docMk/>
          <pc:sldMk cId="3781141552" sldId="1006"/>
        </pc:sldMkLst>
        <pc:spChg chg="del">
          <ac:chgData name="Simon Hartley" userId="ec1d4bd2-4db4-4fcf-9e9a-900b72c6bb46" providerId="ADAL" clId="{B4160541-181D-41F0-82EF-CBF481B4CC4C}" dt="2026-03-30T11:16:23.955" v="3576"/>
          <ac:spMkLst>
            <pc:docMk/>
            <pc:sldMk cId="3781141552" sldId="1006"/>
            <ac:spMk id="11" creationId="{DEBD4F2F-6FD6-E04B-742B-0415F1434E0A}"/>
          </ac:spMkLst>
        </pc:spChg>
        <pc:spChg chg="del">
          <ac:chgData name="Simon Hartley" userId="ec1d4bd2-4db4-4fcf-9e9a-900b72c6bb46" providerId="ADAL" clId="{B4160541-181D-41F0-82EF-CBF481B4CC4C}" dt="2026-03-30T11:16:23.955" v="3576"/>
          <ac:spMkLst>
            <pc:docMk/>
            <pc:sldMk cId="3781141552" sldId="1006"/>
            <ac:spMk id="13" creationId="{B17C67DE-E994-4065-ABA5-E7925F18E03B}"/>
          </ac:spMkLst>
        </pc:spChg>
        <pc:spChg chg="del">
          <ac:chgData name="Simon Hartley" userId="ec1d4bd2-4db4-4fcf-9e9a-900b72c6bb46" providerId="ADAL" clId="{B4160541-181D-41F0-82EF-CBF481B4CC4C}" dt="2026-03-30T11:16:23.955" v="3576"/>
          <ac:spMkLst>
            <pc:docMk/>
            <pc:sldMk cId="3781141552" sldId="1006"/>
            <ac:spMk id="15" creationId="{45B6F141-9925-C866-28BA-B64F09DEDF5A}"/>
          </ac:spMkLst>
        </pc:spChg>
        <pc:spChg chg="del">
          <ac:chgData name="Simon Hartley" userId="ec1d4bd2-4db4-4fcf-9e9a-900b72c6bb46" providerId="ADAL" clId="{B4160541-181D-41F0-82EF-CBF481B4CC4C}" dt="2026-03-30T11:16:23.955" v="3576"/>
          <ac:spMkLst>
            <pc:docMk/>
            <pc:sldMk cId="3781141552" sldId="1006"/>
            <ac:spMk id="17" creationId="{9431E932-C6BE-5B73-97D7-771ACA4ABAC2}"/>
          </ac:spMkLst>
        </pc:spChg>
        <pc:picChg chg="del">
          <ac:chgData name="Simon Hartley" userId="ec1d4bd2-4db4-4fcf-9e9a-900b72c6bb46" providerId="ADAL" clId="{B4160541-181D-41F0-82EF-CBF481B4CC4C}" dt="2026-03-30T11:23:27.366" v="3636" actId="21"/>
          <ac:picMkLst>
            <pc:docMk/>
            <pc:sldMk cId="3781141552" sldId="1006"/>
            <ac:picMk id="5" creationId="{52606088-83FB-BB05-7E72-039FE8F39F23}"/>
          </ac:picMkLst>
        </pc:picChg>
        <pc:picChg chg="del">
          <ac:chgData name="Simon Hartley" userId="ec1d4bd2-4db4-4fcf-9e9a-900b72c6bb46" providerId="ADAL" clId="{B4160541-181D-41F0-82EF-CBF481B4CC4C}" dt="2026-03-30T11:23:27.366" v="3636" actId="21"/>
          <ac:picMkLst>
            <pc:docMk/>
            <pc:sldMk cId="3781141552" sldId="1006"/>
            <ac:picMk id="6" creationId="{A74ECC94-82ED-00E1-752E-B1E56476144F}"/>
          </ac:picMkLst>
        </pc:picChg>
      </pc:sldChg>
      <pc:sldChg chg="add del">
        <pc:chgData name="Simon Hartley" userId="ec1d4bd2-4db4-4fcf-9e9a-900b72c6bb46" providerId="ADAL" clId="{B4160541-181D-41F0-82EF-CBF481B4CC4C}" dt="2026-03-30T11:23:59.090" v="3639" actId="47"/>
        <pc:sldMkLst>
          <pc:docMk/>
          <pc:sldMk cId="917137346" sldId="1007"/>
        </pc:sldMkLst>
      </pc:sldChg>
      <pc:sldChg chg="addSp delSp modSp add del mod ord">
        <pc:chgData name="Simon Hartley" userId="ec1d4bd2-4db4-4fcf-9e9a-900b72c6bb46" providerId="ADAL" clId="{B4160541-181D-41F0-82EF-CBF481B4CC4C}" dt="2026-03-30T11:28:34.934" v="3670" actId="47"/>
        <pc:sldMkLst>
          <pc:docMk/>
          <pc:sldMk cId="447323369" sldId="1008"/>
        </pc:sldMkLst>
        <pc:spChg chg="del mod">
          <ac:chgData name="Simon Hartley" userId="ec1d4bd2-4db4-4fcf-9e9a-900b72c6bb46" providerId="ADAL" clId="{B4160541-181D-41F0-82EF-CBF481B4CC4C}" dt="2026-03-30T11:22:56.430" v="3634" actId="478"/>
          <ac:spMkLst>
            <pc:docMk/>
            <pc:sldMk cId="447323369" sldId="1008"/>
            <ac:spMk id="4" creationId="{74A7A75A-B922-F628-46FB-09C81B5BD37F}"/>
          </ac:spMkLst>
        </pc:spChg>
        <pc:spChg chg="add del mod">
          <ac:chgData name="Simon Hartley" userId="ec1d4bd2-4db4-4fcf-9e9a-900b72c6bb46" providerId="ADAL" clId="{B4160541-181D-41F0-82EF-CBF481B4CC4C}" dt="2026-03-30T11:23:01.580" v="3635"/>
          <ac:spMkLst>
            <pc:docMk/>
            <pc:sldMk cId="447323369" sldId="1008"/>
            <ac:spMk id="5" creationId="{655EFDE9-BDBB-BA42-2E90-973F3651DE23}"/>
          </ac:spMkLst>
        </pc:spChg>
        <pc:spChg chg="add mod">
          <ac:chgData name="Simon Hartley" userId="ec1d4bd2-4db4-4fcf-9e9a-900b72c6bb46" providerId="ADAL" clId="{B4160541-181D-41F0-82EF-CBF481B4CC4C}" dt="2026-03-30T11:23:01.580" v="3635"/>
          <ac:spMkLst>
            <pc:docMk/>
            <pc:sldMk cId="447323369" sldId="1008"/>
            <ac:spMk id="6" creationId="{AE027BBB-9918-0B16-6E3B-4C209F7C6B60}"/>
          </ac:spMkLst>
        </pc:spChg>
        <pc:picChg chg="add mod">
          <ac:chgData name="Simon Hartley" userId="ec1d4bd2-4db4-4fcf-9e9a-900b72c6bb46" providerId="ADAL" clId="{B4160541-181D-41F0-82EF-CBF481B4CC4C}" dt="2026-03-30T11:23:33.922" v="3638" actId="1076"/>
          <ac:picMkLst>
            <pc:docMk/>
            <pc:sldMk cId="447323369" sldId="1008"/>
            <ac:picMk id="8" creationId="{A74ECC94-82ED-00E1-752E-B1E56476144F}"/>
          </ac:picMkLst>
        </pc:picChg>
        <pc:picChg chg="add mod">
          <ac:chgData name="Simon Hartley" userId="ec1d4bd2-4db4-4fcf-9e9a-900b72c6bb46" providerId="ADAL" clId="{B4160541-181D-41F0-82EF-CBF481B4CC4C}" dt="2026-03-30T11:23:33.922" v="3638" actId="1076"/>
          <ac:picMkLst>
            <pc:docMk/>
            <pc:sldMk cId="447323369" sldId="1008"/>
            <ac:picMk id="9" creationId="{52606088-83FB-BB05-7E72-039FE8F39F23}"/>
          </ac:picMkLst>
        </pc:picChg>
      </pc:sldChg>
      <pc:sldChg chg="addSp delSp modSp add mod">
        <pc:chgData name="Simon Hartley" userId="ec1d4bd2-4db4-4fcf-9e9a-900b72c6bb46" providerId="ADAL" clId="{B4160541-181D-41F0-82EF-CBF481B4CC4C}" dt="2026-03-30T11:24:24.697" v="3643" actId="1076"/>
        <pc:sldMkLst>
          <pc:docMk/>
          <pc:sldMk cId="3214456204" sldId="1009"/>
        </pc:sldMkLst>
        <pc:spChg chg="del">
          <ac:chgData name="Simon Hartley" userId="ec1d4bd2-4db4-4fcf-9e9a-900b72c6bb46" providerId="ADAL" clId="{B4160541-181D-41F0-82EF-CBF481B4CC4C}" dt="2026-03-30T11:20:38.845" v="3613" actId="478"/>
          <ac:spMkLst>
            <pc:docMk/>
            <pc:sldMk cId="3214456204" sldId="1009"/>
            <ac:spMk id="3" creationId="{204AD2A7-EC43-91FD-9974-75987627C505}"/>
          </ac:spMkLst>
        </pc:spChg>
        <pc:spChg chg="mod">
          <ac:chgData name="Simon Hartley" userId="ec1d4bd2-4db4-4fcf-9e9a-900b72c6bb46" providerId="ADAL" clId="{B4160541-181D-41F0-82EF-CBF481B4CC4C}" dt="2026-03-30T11:20:52.865" v="3616"/>
          <ac:spMkLst>
            <pc:docMk/>
            <pc:sldMk cId="3214456204" sldId="1009"/>
            <ac:spMk id="4" creationId="{08F86963-EAD1-F3B1-4BAF-C2D879FD41A4}"/>
          </ac:spMkLst>
        </pc:spChg>
        <pc:spChg chg="add mod">
          <ac:chgData name="Simon Hartley" userId="ec1d4bd2-4db4-4fcf-9e9a-900b72c6bb46" providerId="ADAL" clId="{B4160541-181D-41F0-82EF-CBF481B4CC4C}" dt="2026-03-30T11:21:01.341" v="3618"/>
          <ac:spMkLst>
            <pc:docMk/>
            <pc:sldMk cId="3214456204" sldId="1009"/>
            <ac:spMk id="5" creationId="{7E796360-4E9C-EA31-4D2E-B084DA77A8B0}"/>
          </ac:spMkLst>
        </pc:spChg>
        <pc:spChg chg="add mod">
          <ac:chgData name="Simon Hartley" userId="ec1d4bd2-4db4-4fcf-9e9a-900b72c6bb46" providerId="ADAL" clId="{B4160541-181D-41F0-82EF-CBF481B4CC4C}" dt="2026-03-30T11:24:24.697" v="3643" actId="1076"/>
          <ac:spMkLst>
            <pc:docMk/>
            <pc:sldMk cId="3214456204" sldId="1009"/>
            <ac:spMk id="6" creationId="{37E0D8B8-55E7-AC22-1CAB-749FC144728B}"/>
          </ac:spMkLst>
        </pc:spChg>
        <pc:spChg chg="del">
          <ac:chgData name="Simon Hartley" userId="ec1d4bd2-4db4-4fcf-9e9a-900b72c6bb46" providerId="ADAL" clId="{B4160541-181D-41F0-82EF-CBF481B4CC4C}" dt="2026-03-30T11:20:42.517" v="3614" actId="478"/>
          <ac:spMkLst>
            <pc:docMk/>
            <pc:sldMk cId="3214456204" sldId="1009"/>
            <ac:spMk id="9" creationId="{01A0A4DA-4588-BCCB-0646-C8AAEA423923}"/>
          </ac:spMkLst>
        </pc:spChg>
      </pc:sldChg>
      <pc:sldChg chg="addSp delSp modSp add mod">
        <pc:chgData name="Simon Hartley" userId="ec1d4bd2-4db4-4fcf-9e9a-900b72c6bb46" providerId="ADAL" clId="{B4160541-181D-41F0-82EF-CBF481B4CC4C}" dt="2026-03-30T11:21:34.925" v="3627" actId="1076"/>
        <pc:sldMkLst>
          <pc:docMk/>
          <pc:sldMk cId="1112618280" sldId="1010"/>
        </pc:sldMkLst>
        <pc:spChg chg="del">
          <ac:chgData name="Simon Hartley" userId="ec1d4bd2-4db4-4fcf-9e9a-900b72c6bb46" providerId="ADAL" clId="{B4160541-181D-41F0-82EF-CBF481B4CC4C}" dt="2026-03-30T11:21:21.778" v="3623" actId="478"/>
          <ac:spMkLst>
            <pc:docMk/>
            <pc:sldMk cId="1112618280" sldId="1010"/>
            <ac:spMk id="5" creationId="{D6BA5332-4590-C1E2-BD3B-8550F8E6A7FD}"/>
          </ac:spMkLst>
        </pc:spChg>
        <pc:spChg chg="del">
          <ac:chgData name="Simon Hartley" userId="ec1d4bd2-4db4-4fcf-9e9a-900b72c6bb46" providerId="ADAL" clId="{B4160541-181D-41F0-82EF-CBF481B4CC4C}" dt="2026-03-30T11:21:24.222" v="3624" actId="478"/>
          <ac:spMkLst>
            <pc:docMk/>
            <pc:sldMk cId="1112618280" sldId="1010"/>
            <ac:spMk id="6" creationId="{9557216D-DECF-FD89-CB28-A2403929088E}"/>
          </ac:spMkLst>
        </pc:spChg>
        <pc:picChg chg="add mod">
          <ac:chgData name="Simon Hartley" userId="ec1d4bd2-4db4-4fcf-9e9a-900b72c6bb46" providerId="ADAL" clId="{B4160541-181D-41F0-82EF-CBF481B4CC4C}" dt="2026-03-30T11:21:34.925" v="3627" actId="1076"/>
          <ac:picMkLst>
            <pc:docMk/>
            <pc:sldMk cId="1112618280" sldId="1010"/>
            <ac:picMk id="9" creationId="{B4CA5CEF-2675-4BB7-C0A3-CD9A2CC2B5C1}"/>
          </ac:picMkLst>
        </pc:picChg>
      </pc:sldChg>
      <pc:sldChg chg="addSp delSp modSp add mod ord">
        <pc:chgData name="Simon Hartley" userId="ec1d4bd2-4db4-4fcf-9e9a-900b72c6bb46" providerId="ADAL" clId="{B4160541-181D-41F0-82EF-CBF481B4CC4C}" dt="2026-03-30T11:28:02.197" v="3669"/>
        <pc:sldMkLst>
          <pc:docMk/>
          <pc:sldMk cId="2936947483" sldId="1011"/>
        </pc:sldMkLst>
        <pc:spChg chg="del">
          <ac:chgData name="Simon Hartley" userId="ec1d4bd2-4db4-4fcf-9e9a-900b72c6bb46" providerId="ADAL" clId="{B4160541-181D-41F0-82EF-CBF481B4CC4C}" dt="2026-03-30T11:25:46.098" v="3656" actId="478"/>
          <ac:spMkLst>
            <pc:docMk/>
            <pc:sldMk cId="2936947483" sldId="1011"/>
            <ac:spMk id="4" creationId="{7BA5989E-B92C-443E-62C2-7D20C19C9FBD}"/>
          </ac:spMkLst>
        </pc:spChg>
        <pc:spChg chg="add mod">
          <ac:chgData name="Simon Hartley" userId="ec1d4bd2-4db4-4fcf-9e9a-900b72c6bb46" providerId="ADAL" clId="{B4160541-181D-41F0-82EF-CBF481B4CC4C}" dt="2026-03-30T11:26:54.544" v="3664"/>
          <ac:spMkLst>
            <pc:docMk/>
            <pc:sldMk cId="2936947483" sldId="1011"/>
            <ac:spMk id="5" creationId="{24580647-D723-3CDB-C2D6-61F619901D8F}"/>
          </ac:spMkLst>
        </pc:spChg>
        <pc:spChg chg="add del mod">
          <ac:chgData name="Simon Hartley" userId="ec1d4bd2-4db4-4fcf-9e9a-900b72c6bb46" providerId="ADAL" clId="{B4160541-181D-41F0-82EF-CBF481B4CC4C}" dt="2026-03-30T11:26:52.806" v="3663" actId="478"/>
          <ac:spMkLst>
            <pc:docMk/>
            <pc:sldMk cId="2936947483" sldId="1011"/>
            <ac:spMk id="6" creationId="{BCD6F044-58DC-4F4B-7C6C-B8A98BA2442F}"/>
          </ac:spMkLst>
        </pc:spChg>
        <pc:spChg chg="add mod">
          <ac:chgData name="Simon Hartley" userId="ec1d4bd2-4db4-4fcf-9e9a-900b72c6bb46" providerId="ADAL" clId="{B4160541-181D-41F0-82EF-CBF481B4CC4C}" dt="2026-03-30T11:27:30.229" v="3667" actId="207"/>
          <ac:spMkLst>
            <pc:docMk/>
            <pc:sldMk cId="2936947483" sldId="1011"/>
            <ac:spMk id="8" creationId="{4631A9AB-4529-CE89-132E-C99EB5C1BB45}"/>
          </ac:spMkLst>
        </pc:spChg>
        <pc:picChg chg="add mod">
          <ac:chgData name="Simon Hartley" userId="ec1d4bd2-4db4-4fcf-9e9a-900b72c6bb46" providerId="ADAL" clId="{B4160541-181D-41F0-82EF-CBF481B4CC4C}" dt="2026-03-30T11:27:20.490" v="3666" actId="1076"/>
          <ac:picMkLst>
            <pc:docMk/>
            <pc:sldMk cId="2936947483" sldId="1011"/>
            <ac:picMk id="9" creationId="{9C925582-395F-BAC8-8D1D-173EEE3F0875}"/>
          </ac:picMkLst>
        </pc:picChg>
        <pc:picChg chg="add mod">
          <ac:chgData name="Simon Hartley" userId="ec1d4bd2-4db4-4fcf-9e9a-900b72c6bb46" providerId="ADAL" clId="{B4160541-181D-41F0-82EF-CBF481B4CC4C}" dt="2026-03-30T11:26:09.841" v="3658"/>
          <ac:picMkLst>
            <pc:docMk/>
            <pc:sldMk cId="2936947483" sldId="1011"/>
            <ac:picMk id="12" creationId="{9D5C7183-FD8E-8164-5A20-5172071DAD8F}"/>
          </ac:picMkLst>
        </pc:picChg>
        <pc:picChg chg="add mod">
          <ac:chgData name="Simon Hartley" userId="ec1d4bd2-4db4-4fcf-9e9a-900b72c6bb46" providerId="ADAL" clId="{B4160541-181D-41F0-82EF-CBF481B4CC4C}" dt="2026-03-30T11:26:09.841" v="3658"/>
          <ac:picMkLst>
            <pc:docMk/>
            <pc:sldMk cId="2936947483" sldId="1011"/>
            <ac:picMk id="16" creationId="{F3BE9BD5-9F1E-6FDB-0395-496E97A4DE35}"/>
          </ac:picMkLst>
        </pc:picChg>
        <pc:picChg chg="add del mod">
          <ac:chgData name="Simon Hartley" userId="ec1d4bd2-4db4-4fcf-9e9a-900b72c6bb46" providerId="ADAL" clId="{B4160541-181D-41F0-82EF-CBF481B4CC4C}" dt="2026-03-30T11:26:13.853" v="3659" actId="478"/>
          <ac:picMkLst>
            <pc:docMk/>
            <pc:sldMk cId="2936947483" sldId="1011"/>
            <ac:picMk id="18" creationId="{B6988AC1-2BE7-4571-CD16-DF9F16779BD6}"/>
          </ac:picMkLst>
        </pc:picChg>
      </pc:sldChg>
      <pc:sldChg chg="addSp modSp add mod ord">
        <pc:chgData name="Simon Hartley" userId="ec1d4bd2-4db4-4fcf-9e9a-900b72c6bb46" providerId="ADAL" clId="{B4160541-181D-41F0-82EF-CBF481B4CC4C}" dt="2026-03-30T11:24:48.951" v="3648"/>
        <pc:sldMkLst>
          <pc:docMk/>
          <pc:sldMk cId="363085921" sldId="1012"/>
        </pc:sldMkLst>
        <pc:spChg chg="add mod">
          <ac:chgData name="Simon Hartley" userId="ec1d4bd2-4db4-4fcf-9e9a-900b72c6bb46" providerId="ADAL" clId="{B4160541-181D-41F0-82EF-CBF481B4CC4C}" dt="2026-03-30T11:24:43.099" v="3646"/>
          <ac:spMkLst>
            <pc:docMk/>
            <pc:sldMk cId="363085921" sldId="1012"/>
            <ac:spMk id="3" creationId="{36648D8A-C730-F306-3A05-E75A44E522EC}"/>
          </ac:spMkLst>
        </pc:spChg>
        <pc:spChg chg="mod">
          <ac:chgData name="Simon Hartley" userId="ec1d4bd2-4db4-4fcf-9e9a-900b72c6bb46" providerId="ADAL" clId="{B4160541-181D-41F0-82EF-CBF481B4CC4C}" dt="2026-03-30T11:24:40.565" v="3645" actId="20577"/>
          <ac:spMkLst>
            <pc:docMk/>
            <pc:sldMk cId="363085921" sldId="1012"/>
            <ac:spMk id="4" creationId="{A1B09AFD-301A-C00C-59D0-CABB699D6E89}"/>
          </ac:spMkLst>
        </pc:spChg>
        <pc:spChg chg="add mod">
          <ac:chgData name="Simon Hartley" userId="ec1d4bd2-4db4-4fcf-9e9a-900b72c6bb46" providerId="ADAL" clId="{B4160541-181D-41F0-82EF-CBF481B4CC4C}" dt="2026-03-30T11:24:48.951" v="3648"/>
          <ac:spMkLst>
            <pc:docMk/>
            <pc:sldMk cId="363085921" sldId="1012"/>
            <ac:spMk id="6" creationId="{A050D43E-1B9D-8009-DAAD-824F3A55CB60}"/>
          </ac:spMkLst>
        </pc:spChg>
      </pc:sldChg>
      <pc:sldChg chg="addSp modSp add">
        <pc:chgData name="Simon Hartley" userId="ec1d4bd2-4db4-4fcf-9e9a-900b72c6bb46" providerId="ADAL" clId="{B4160541-181D-41F0-82EF-CBF481B4CC4C}" dt="2026-03-30T11:29:02.145" v="3675"/>
        <pc:sldMkLst>
          <pc:docMk/>
          <pc:sldMk cId="3915511501" sldId="1013"/>
        </pc:sldMkLst>
        <pc:spChg chg="mod">
          <ac:chgData name="Simon Hartley" userId="ec1d4bd2-4db4-4fcf-9e9a-900b72c6bb46" providerId="ADAL" clId="{B4160541-181D-41F0-82EF-CBF481B4CC4C}" dt="2026-03-30T11:28:54.234" v="3673"/>
          <ac:spMkLst>
            <pc:docMk/>
            <pc:sldMk cId="3915511501" sldId="1013"/>
            <ac:spMk id="4" creationId="{2BDF8621-C27F-E7C9-F060-09E3A2E1EF4E}"/>
          </ac:spMkLst>
        </pc:spChg>
        <pc:spChg chg="add mod">
          <ac:chgData name="Simon Hartley" userId="ec1d4bd2-4db4-4fcf-9e9a-900b72c6bb46" providerId="ADAL" clId="{B4160541-181D-41F0-82EF-CBF481B4CC4C}" dt="2026-03-30T11:29:02.145" v="3675"/>
          <ac:spMkLst>
            <pc:docMk/>
            <pc:sldMk cId="3915511501" sldId="1013"/>
            <ac:spMk id="6" creationId="{B8AE6FA6-3566-F360-2453-FDC62496A8A4}"/>
          </ac:spMkLst>
        </pc:spChg>
      </pc:sldChg>
      <pc:sldChg chg="addSp delSp modSp add mod ord">
        <pc:chgData name="Simon Hartley" userId="ec1d4bd2-4db4-4fcf-9e9a-900b72c6bb46" providerId="ADAL" clId="{B4160541-181D-41F0-82EF-CBF481B4CC4C}" dt="2026-03-30T11:30:41.939" v="3690"/>
        <pc:sldMkLst>
          <pc:docMk/>
          <pc:sldMk cId="432405456" sldId="1014"/>
        </pc:sldMkLst>
        <pc:spChg chg="add mod">
          <ac:chgData name="Simon Hartley" userId="ec1d4bd2-4db4-4fcf-9e9a-900b72c6bb46" providerId="ADAL" clId="{B4160541-181D-41F0-82EF-CBF481B4CC4C}" dt="2026-03-30T11:30:22.805" v="3687" actId="1076"/>
          <ac:spMkLst>
            <pc:docMk/>
            <pc:sldMk cId="432405456" sldId="1014"/>
            <ac:spMk id="3" creationId="{2F8B0A46-432E-C162-D1A9-4B66D1E49E92}"/>
          </ac:spMkLst>
        </pc:spChg>
        <pc:spChg chg="mod">
          <ac:chgData name="Simon Hartley" userId="ec1d4bd2-4db4-4fcf-9e9a-900b72c6bb46" providerId="ADAL" clId="{B4160541-181D-41F0-82EF-CBF481B4CC4C}" dt="2026-03-30T11:30:10.120" v="3684"/>
          <ac:spMkLst>
            <pc:docMk/>
            <pc:sldMk cId="432405456" sldId="1014"/>
            <ac:spMk id="4" creationId="{F02C76C1-6055-6B69-FA24-F5A2E680232D}"/>
          </ac:spMkLst>
        </pc:spChg>
        <pc:spChg chg="add del mod">
          <ac:chgData name="Simon Hartley" userId="ec1d4bd2-4db4-4fcf-9e9a-900b72c6bb46" providerId="ADAL" clId="{B4160541-181D-41F0-82EF-CBF481B4CC4C}" dt="2026-03-30T11:30:25.998" v="3688" actId="478"/>
          <ac:spMkLst>
            <pc:docMk/>
            <pc:sldMk cId="432405456" sldId="1014"/>
            <ac:spMk id="5" creationId="{D05B81A7-8466-BB82-5747-0FBDEF0A53AE}"/>
          </ac:spMkLst>
        </pc:spChg>
        <pc:spChg chg="add mod">
          <ac:chgData name="Simon Hartley" userId="ec1d4bd2-4db4-4fcf-9e9a-900b72c6bb46" providerId="ADAL" clId="{B4160541-181D-41F0-82EF-CBF481B4CC4C}" dt="2026-03-30T11:30:41.939" v="3690"/>
          <ac:spMkLst>
            <pc:docMk/>
            <pc:sldMk cId="432405456" sldId="1014"/>
            <ac:spMk id="6" creationId="{AE33A472-9049-6A78-A0AF-33FAC7ADFAE8}"/>
          </ac:spMkLst>
        </pc:spChg>
        <pc:picChg chg="add mod">
          <ac:chgData name="Simon Hartley" userId="ec1d4bd2-4db4-4fcf-9e9a-900b72c6bb46" providerId="ADAL" clId="{B4160541-181D-41F0-82EF-CBF481B4CC4C}" dt="2026-03-30T11:30:22.805" v="3687" actId="1076"/>
          <ac:picMkLst>
            <pc:docMk/>
            <pc:sldMk cId="432405456" sldId="1014"/>
            <ac:picMk id="10" creationId="{442AE3B4-350F-6C16-3BBD-3A8A478197D6}"/>
          </ac:picMkLst>
        </pc:picChg>
      </pc:sldChg>
      <pc:sldChg chg="delSp add del setBg delDesignElem">
        <pc:chgData name="Simon Hartley" userId="ec1d4bd2-4db4-4fcf-9e9a-900b72c6bb46" providerId="ADAL" clId="{B4160541-181D-41F0-82EF-CBF481B4CC4C}" dt="2026-03-30T11:31:12.374" v="3693" actId="47"/>
        <pc:sldMkLst>
          <pc:docMk/>
          <pc:sldMk cId="2641374931" sldId="1015"/>
        </pc:sldMkLst>
        <pc:spChg chg="del">
          <ac:chgData name="Simon Hartley" userId="ec1d4bd2-4db4-4fcf-9e9a-900b72c6bb46" providerId="ADAL" clId="{B4160541-181D-41F0-82EF-CBF481B4CC4C}" dt="2026-03-30T11:29:51.633" v="3679"/>
          <ac:spMkLst>
            <pc:docMk/>
            <pc:sldMk cId="2641374931" sldId="1015"/>
            <ac:spMk id="15" creationId="{42CAB581-E2B6-5C23-27EA-B93DC77DF283}"/>
          </ac:spMkLst>
        </pc:spChg>
        <pc:spChg chg="del">
          <ac:chgData name="Simon Hartley" userId="ec1d4bd2-4db4-4fcf-9e9a-900b72c6bb46" providerId="ADAL" clId="{B4160541-181D-41F0-82EF-CBF481B4CC4C}" dt="2026-03-30T11:29:51.633" v="3679"/>
          <ac:spMkLst>
            <pc:docMk/>
            <pc:sldMk cId="2641374931" sldId="1015"/>
            <ac:spMk id="17" creationId="{D46629B1-9993-DE89-7487-A86837BDC929}"/>
          </ac:spMkLst>
        </pc:spChg>
        <pc:spChg chg="del">
          <ac:chgData name="Simon Hartley" userId="ec1d4bd2-4db4-4fcf-9e9a-900b72c6bb46" providerId="ADAL" clId="{B4160541-181D-41F0-82EF-CBF481B4CC4C}" dt="2026-03-30T11:29:51.633" v="3679"/>
          <ac:spMkLst>
            <pc:docMk/>
            <pc:sldMk cId="2641374931" sldId="1015"/>
            <ac:spMk id="19" creationId="{60667393-921F-6CDC-D083-C9C1161F57B8}"/>
          </ac:spMkLst>
        </pc:spChg>
        <pc:spChg chg="del">
          <ac:chgData name="Simon Hartley" userId="ec1d4bd2-4db4-4fcf-9e9a-900b72c6bb46" providerId="ADAL" clId="{B4160541-181D-41F0-82EF-CBF481B4CC4C}" dt="2026-03-30T11:29:51.633" v="3679"/>
          <ac:spMkLst>
            <pc:docMk/>
            <pc:sldMk cId="2641374931" sldId="1015"/>
            <ac:spMk id="21" creationId="{A7E81A09-A968-9FAC-DEA2-1A7F44FDB838}"/>
          </ac:spMkLst>
        </pc:spChg>
      </pc:sldChg>
      <pc:sldChg chg="addSp modSp add">
        <pc:chgData name="Simon Hartley" userId="ec1d4bd2-4db4-4fcf-9e9a-900b72c6bb46" providerId="ADAL" clId="{B4160541-181D-41F0-82EF-CBF481B4CC4C}" dt="2026-03-30T11:30:58.370" v="3692"/>
        <pc:sldMkLst>
          <pc:docMk/>
          <pc:sldMk cId="1495482837" sldId="1016"/>
        </pc:sldMkLst>
        <pc:spChg chg="add mod">
          <ac:chgData name="Simon Hartley" userId="ec1d4bd2-4db4-4fcf-9e9a-900b72c6bb46" providerId="ADAL" clId="{B4160541-181D-41F0-82EF-CBF481B4CC4C}" dt="2026-03-30T11:30:58.370" v="3692"/>
          <ac:spMkLst>
            <pc:docMk/>
            <pc:sldMk cId="1495482837" sldId="1016"/>
            <ac:spMk id="3" creationId="{5556743D-3696-2296-F324-89240901B3B7}"/>
          </ac:spMkLst>
        </pc:spChg>
        <pc:spChg chg="add mod">
          <ac:chgData name="Simon Hartley" userId="ec1d4bd2-4db4-4fcf-9e9a-900b72c6bb46" providerId="ADAL" clId="{B4160541-181D-41F0-82EF-CBF481B4CC4C}" dt="2026-03-30T11:30:58.370" v="3692"/>
          <ac:spMkLst>
            <pc:docMk/>
            <pc:sldMk cId="1495482837" sldId="1016"/>
            <ac:spMk id="5" creationId="{73010686-4A3D-B673-C606-11BB52D86787}"/>
          </ac:spMkLst>
        </pc:spChg>
      </pc:sldChg>
      <pc:sldChg chg="addSp modSp add">
        <pc:chgData name="Simon Hartley" userId="ec1d4bd2-4db4-4fcf-9e9a-900b72c6bb46" providerId="ADAL" clId="{B4160541-181D-41F0-82EF-CBF481B4CC4C}" dt="2026-03-30T11:32:28.790" v="3703"/>
        <pc:sldMkLst>
          <pc:docMk/>
          <pc:sldMk cId="3019359585" sldId="1017"/>
        </pc:sldMkLst>
        <pc:spChg chg="mod">
          <ac:chgData name="Simon Hartley" userId="ec1d4bd2-4db4-4fcf-9e9a-900b72c6bb46" providerId="ADAL" clId="{B4160541-181D-41F0-82EF-CBF481B4CC4C}" dt="2026-03-30T11:32:12.424" v="3699"/>
          <ac:spMkLst>
            <pc:docMk/>
            <pc:sldMk cId="3019359585" sldId="1017"/>
            <ac:spMk id="4" creationId="{01508051-6AD6-28AB-5D9D-3CB0CF658109}"/>
          </ac:spMkLst>
        </pc:spChg>
        <pc:spChg chg="add mod">
          <ac:chgData name="Simon Hartley" userId="ec1d4bd2-4db4-4fcf-9e9a-900b72c6bb46" providerId="ADAL" clId="{B4160541-181D-41F0-82EF-CBF481B4CC4C}" dt="2026-03-30T11:32:18.215" v="3701"/>
          <ac:spMkLst>
            <pc:docMk/>
            <pc:sldMk cId="3019359585" sldId="1017"/>
            <ac:spMk id="5" creationId="{CDAFF793-FE6B-FF82-07D1-D2CBF3CAA25F}"/>
          </ac:spMkLst>
        </pc:spChg>
        <pc:spChg chg="add mod">
          <ac:chgData name="Simon Hartley" userId="ec1d4bd2-4db4-4fcf-9e9a-900b72c6bb46" providerId="ADAL" clId="{B4160541-181D-41F0-82EF-CBF481B4CC4C}" dt="2026-03-30T11:32:28.790" v="3703"/>
          <ac:spMkLst>
            <pc:docMk/>
            <pc:sldMk cId="3019359585" sldId="1017"/>
            <ac:spMk id="10" creationId="{5B6FBE42-1FE2-F669-5EF1-4344DF906908}"/>
          </ac:spMkLst>
        </pc:spChg>
      </pc:sldChg>
      <pc:sldChg chg="addSp modSp add mod">
        <pc:chgData name="Simon Hartley" userId="ec1d4bd2-4db4-4fcf-9e9a-900b72c6bb46" providerId="ADAL" clId="{B4160541-181D-41F0-82EF-CBF481B4CC4C}" dt="2026-03-30T11:33:32.445" v="3712" actId="20577"/>
        <pc:sldMkLst>
          <pc:docMk/>
          <pc:sldMk cId="1727449704" sldId="1018"/>
        </pc:sldMkLst>
        <pc:spChg chg="mod">
          <ac:chgData name="Simon Hartley" userId="ec1d4bd2-4db4-4fcf-9e9a-900b72c6bb46" providerId="ADAL" clId="{B4160541-181D-41F0-82EF-CBF481B4CC4C}" dt="2026-03-30T11:33:32.445" v="3712" actId="20577"/>
          <ac:spMkLst>
            <pc:docMk/>
            <pc:sldMk cId="1727449704" sldId="1018"/>
            <ac:spMk id="4" creationId="{C32F7980-20E3-0CBD-6AF7-CA198B1040EB}"/>
          </ac:spMkLst>
        </pc:spChg>
        <pc:spChg chg="add mod">
          <ac:chgData name="Simon Hartley" userId="ec1d4bd2-4db4-4fcf-9e9a-900b72c6bb46" providerId="ADAL" clId="{B4160541-181D-41F0-82EF-CBF481B4CC4C}" dt="2026-03-30T11:33:10.345" v="3707"/>
          <ac:spMkLst>
            <pc:docMk/>
            <pc:sldMk cId="1727449704" sldId="1018"/>
            <ac:spMk id="9" creationId="{EB0EE836-5A05-9407-7437-F321AD3DEB79}"/>
          </ac:spMkLst>
        </pc:spChg>
        <pc:spChg chg="add mod">
          <ac:chgData name="Simon Hartley" userId="ec1d4bd2-4db4-4fcf-9e9a-900b72c6bb46" providerId="ADAL" clId="{B4160541-181D-41F0-82EF-CBF481B4CC4C}" dt="2026-03-30T11:33:10.345" v="3707"/>
          <ac:spMkLst>
            <pc:docMk/>
            <pc:sldMk cId="1727449704" sldId="1018"/>
            <ac:spMk id="12" creationId="{C20336CE-9943-E0C4-007F-287A6925BA5D}"/>
          </ac:spMkLst>
        </pc:spChg>
        <pc:picChg chg="add mod">
          <ac:chgData name="Simon Hartley" userId="ec1d4bd2-4db4-4fcf-9e9a-900b72c6bb46" providerId="ADAL" clId="{B4160541-181D-41F0-82EF-CBF481B4CC4C}" dt="2026-03-30T11:33:10.345" v="3707"/>
          <ac:picMkLst>
            <pc:docMk/>
            <pc:sldMk cId="1727449704" sldId="1018"/>
            <ac:picMk id="5" creationId="{B63DF26B-F982-173D-21EF-C923C3522D99}"/>
          </ac:picMkLst>
        </pc:picChg>
      </pc:sldChg>
      <pc:sldChg chg="addSp modSp add ord">
        <pc:chgData name="Simon Hartley" userId="ec1d4bd2-4db4-4fcf-9e9a-900b72c6bb46" providerId="ADAL" clId="{B4160541-181D-41F0-82EF-CBF481B4CC4C}" dt="2026-03-30T11:34:51.598" v="3724"/>
        <pc:sldMkLst>
          <pc:docMk/>
          <pc:sldMk cId="118223888" sldId="1019"/>
        </pc:sldMkLst>
        <pc:spChg chg="mod">
          <ac:chgData name="Simon Hartley" userId="ec1d4bd2-4db4-4fcf-9e9a-900b72c6bb46" providerId="ADAL" clId="{B4160541-181D-41F0-82EF-CBF481B4CC4C}" dt="2026-03-30T11:34:43.272" v="3721"/>
          <ac:spMkLst>
            <pc:docMk/>
            <pc:sldMk cId="118223888" sldId="1019"/>
            <ac:spMk id="4" creationId="{B5514699-CD12-DA85-0B13-6FFABD5B1BFB}"/>
          </ac:spMkLst>
        </pc:spChg>
        <pc:picChg chg="add mod">
          <ac:chgData name="Simon Hartley" userId="ec1d4bd2-4db4-4fcf-9e9a-900b72c6bb46" providerId="ADAL" clId="{B4160541-181D-41F0-82EF-CBF481B4CC4C}" dt="2026-03-30T11:34:51.598" v="3724"/>
          <ac:picMkLst>
            <pc:docMk/>
            <pc:sldMk cId="118223888" sldId="1019"/>
            <ac:picMk id="8" creationId="{A16A3A56-1DB4-5908-6860-923BE073A829}"/>
          </ac:picMkLst>
        </pc:picChg>
      </pc:sldChg>
      <pc:sldChg chg="delSp modSp add del mod setBg delDesignElem">
        <pc:chgData name="Simon Hartley" userId="ec1d4bd2-4db4-4fcf-9e9a-900b72c6bb46" providerId="ADAL" clId="{B4160541-181D-41F0-82EF-CBF481B4CC4C}" dt="2026-03-30T11:32:34.205" v="3704" actId="47"/>
        <pc:sldMkLst>
          <pc:docMk/>
          <pc:sldMk cId="154080018" sldId="1019"/>
        </pc:sldMkLst>
        <pc:spChg chg="mod">
          <ac:chgData name="Simon Hartley" userId="ec1d4bd2-4db4-4fcf-9e9a-900b72c6bb46" providerId="ADAL" clId="{B4160541-181D-41F0-82EF-CBF481B4CC4C}" dt="2026-03-30T11:32:06.424" v="3698" actId="21"/>
          <ac:spMkLst>
            <pc:docMk/>
            <pc:sldMk cId="154080018" sldId="1019"/>
            <ac:spMk id="4" creationId="{47AEBC25-E573-9A4F-ACDB-080672EE6B2B}"/>
          </ac:spMkLst>
        </pc:spChg>
        <pc:spChg chg="del">
          <ac:chgData name="Simon Hartley" userId="ec1d4bd2-4db4-4fcf-9e9a-900b72c6bb46" providerId="ADAL" clId="{B4160541-181D-41F0-82EF-CBF481B4CC4C}" dt="2026-03-30T11:32:15.726" v="3700" actId="21"/>
          <ac:spMkLst>
            <pc:docMk/>
            <pc:sldMk cId="154080018" sldId="1019"/>
            <ac:spMk id="5" creationId="{CDAFF793-FE6B-FF82-07D1-D2CBF3CAA25F}"/>
          </ac:spMkLst>
        </pc:spChg>
        <pc:spChg chg="del">
          <ac:chgData name="Simon Hartley" userId="ec1d4bd2-4db4-4fcf-9e9a-900b72c6bb46" providerId="ADAL" clId="{B4160541-181D-41F0-82EF-CBF481B4CC4C}" dt="2026-03-30T11:32:26.465" v="3702" actId="21"/>
          <ac:spMkLst>
            <pc:docMk/>
            <pc:sldMk cId="154080018" sldId="1019"/>
            <ac:spMk id="10" creationId="{5B6FBE42-1FE2-F669-5EF1-4344DF906908}"/>
          </ac:spMkLst>
        </pc:spChg>
        <pc:spChg chg="del">
          <ac:chgData name="Simon Hartley" userId="ec1d4bd2-4db4-4fcf-9e9a-900b72c6bb46" providerId="ADAL" clId="{B4160541-181D-41F0-82EF-CBF481B4CC4C}" dt="2026-03-30T11:31:59.587" v="3697"/>
          <ac:spMkLst>
            <pc:docMk/>
            <pc:sldMk cId="154080018" sldId="1019"/>
            <ac:spMk id="15" creationId="{9EAEE3E4-DEE4-C0B7-C7D9-19523A225288}"/>
          </ac:spMkLst>
        </pc:spChg>
        <pc:spChg chg="del">
          <ac:chgData name="Simon Hartley" userId="ec1d4bd2-4db4-4fcf-9e9a-900b72c6bb46" providerId="ADAL" clId="{B4160541-181D-41F0-82EF-CBF481B4CC4C}" dt="2026-03-30T11:31:59.587" v="3697"/>
          <ac:spMkLst>
            <pc:docMk/>
            <pc:sldMk cId="154080018" sldId="1019"/>
            <ac:spMk id="17" creationId="{7AE5A8F7-5553-A2FD-C9B4-D06356BB7A97}"/>
          </ac:spMkLst>
        </pc:spChg>
        <pc:spChg chg="del">
          <ac:chgData name="Simon Hartley" userId="ec1d4bd2-4db4-4fcf-9e9a-900b72c6bb46" providerId="ADAL" clId="{B4160541-181D-41F0-82EF-CBF481B4CC4C}" dt="2026-03-30T11:31:59.587" v="3697"/>
          <ac:spMkLst>
            <pc:docMk/>
            <pc:sldMk cId="154080018" sldId="1019"/>
            <ac:spMk id="19" creationId="{1BE5BA36-6B91-54F8-4C35-75B2AC3DF6BA}"/>
          </ac:spMkLst>
        </pc:spChg>
        <pc:spChg chg="del">
          <ac:chgData name="Simon Hartley" userId="ec1d4bd2-4db4-4fcf-9e9a-900b72c6bb46" providerId="ADAL" clId="{B4160541-181D-41F0-82EF-CBF481B4CC4C}" dt="2026-03-30T11:31:59.587" v="3697"/>
          <ac:spMkLst>
            <pc:docMk/>
            <pc:sldMk cId="154080018" sldId="1019"/>
            <ac:spMk id="21" creationId="{99031625-2E30-5225-503E-703D18FD9A17}"/>
          </ac:spMkLst>
        </pc:spChg>
      </pc:sldChg>
      <pc:sldChg chg="delSp add del mod">
        <pc:chgData name="Simon Hartley" userId="ec1d4bd2-4db4-4fcf-9e9a-900b72c6bb46" providerId="ADAL" clId="{B4160541-181D-41F0-82EF-CBF481B4CC4C}" dt="2026-03-30T11:35:08.199" v="3728" actId="47"/>
        <pc:sldMkLst>
          <pc:docMk/>
          <pc:sldMk cId="772873590" sldId="1020"/>
        </pc:sldMkLst>
        <pc:picChg chg="del">
          <ac:chgData name="Simon Hartley" userId="ec1d4bd2-4db4-4fcf-9e9a-900b72c6bb46" providerId="ADAL" clId="{B4160541-181D-41F0-82EF-CBF481B4CC4C}" dt="2026-03-30T11:35:01.125" v="3726" actId="21"/>
          <ac:picMkLst>
            <pc:docMk/>
            <pc:sldMk cId="772873590" sldId="1020"/>
            <ac:picMk id="10" creationId="{750C88B3-E76E-CE47-DE1B-56B0F306E592}"/>
          </ac:picMkLst>
        </pc:picChg>
        <pc:picChg chg="del">
          <ac:chgData name="Simon Hartley" userId="ec1d4bd2-4db4-4fcf-9e9a-900b72c6bb46" providerId="ADAL" clId="{B4160541-181D-41F0-82EF-CBF481B4CC4C}" dt="2026-03-30T11:35:01.125" v="3726" actId="21"/>
          <ac:picMkLst>
            <pc:docMk/>
            <pc:sldMk cId="772873590" sldId="1020"/>
            <ac:picMk id="14" creationId="{9FD8B2FB-4AE7-65B8-9306-C40E09E22E58}"/>
          </ac:picMkLst>
        </pc:picChg>
      </pc:sldChg>
      <pc:sldChg chg="delSp add del setBg delDesignElem">
        <pc:chgData name="Simon Hartley" userId="ec1d4bd2-4db4-4fcf-9e9a-900b72c6bb46" providerId="ADAL" clId="{B4160541-181D-41F0-82EF-CBF481B4CC4C}" dt="2026-03-30T11:34:37.066" v="3720" actId="47"/>
        <pc:sldMkLst>
          <pc:docMk/>
          <pc:sldMk cId="3815560427" sldId="1021"/>
        </pc:sldMkLst>
        <pc:spChg chg="del">
          <ac:chgData name="Simon Hartley" userId="ec1d4bd2-4db4-4fcf-9e9a-900b72c6bb46" providerId="ADAL" clId="{B4160541-181D-41F0-82EF-CBF481B4CC4C}" dt="2026-03-30T11:34:09.780" v="3716"/>
          <ac:spMkLst>
            <pc:docMk/>
            <pc:sldMk cId="3815560427" sldId="1021"/>
            <ac:spMk id="11" creationId="{0B94E8CB-9E0B-4211-2B60-5DF95CCC51E3}"/>
          </ac:spMkLst>
        </pc:spChg>
        <pc:spChg chg="del">
          <ac:chgData name="Simon Hartley" userId="ec1d4bd2-4db4-4fcf-9e9a-900b72c6bb46" providerId="ADAL" clId="{B4160541-181D-41F0-82EF-CBF481B4CC4C}" dt="2026-03-30T11:34:09.780" v="3716"/>
          <ac:spMkLst>
            <pc:docMk/>
            <pc:sldMk cId="3815560427" sldId="1021"/>
            <ac:spMk id="13" creationId="{66CC14A3-C244-88B8-35E4-75AF9141DA26}"/>
          </ac:spMkLst>
        </pc:spChg>
        <pc:spChg chg="del">
          <ac:chgData name="Simon Hartley" userId="ec1d4bd2-4db4-4fcf-9e9a-900b72c6bb46" providerId="ADAL" clId="{B4160541-181D-41F0-82EF-CBF481B4CC4C}" dt="2026-03-30T11:34:09.780" v="3716"/>
          <ac:spMkLst>
            <pc:docMk/>
            <pc:sldMk cId="3815560427" sldId="1021"/>
            <ac:spMk id="15" creationId="{45E3D38D-4E75-0E5C-2071-0735DB581B99}"/>
          </ac:spMkLst>
        </pc:spChg>
        <pc:spChg chg="del">
          <ac:chgData name="Simon Hartley" userId="ec1d4bd2-4db4-4fcf-9e9a-900b72c6bb46" providerId="ADAL" clId="{B4160541-181D-41F0-82EF-CBF481B4CC4C}" dt="2026-03-30T11:34:09.780" v="3716"/>
          <ac:spMkLst>
            <pc:docMk/>
            <pc:sldMk cId="3815560427" sldId="1021"/>
            <ac:spMk id="17" creationId="{8279980C-A432-66FA-E785-3EC24B6B346C}"/>
          </ac:spMkLst>
        </pc:spChg>
      </pc:sldChg>
      <pc:sldChg chg="addSp modSp add mod ord">
        <pc:chgData name="Simon Hartley" userId="ec1d4bd2-4db4-4fcf-9e9a-900b72c6bb46" providerId="ADAL" clId="{B4160541-181D-41F0-82EF-CBF481B4CC4C}" dt="2026-03-30T11:36:30.624" v="3785" actId="1076"/>
        <pc:sldMkLst>
          <pc:docMk/>
          <pc:sldMk cId="1574408607" sldId="1022"/>
        </pc:sldMkLst>
        <pc:spChg chg="mod">
          <ac:chgData name="Simon Hartley" userId="ec1d4bd2-4db4-4fcf-9e9a-900b72c6bb46" providerId="ADAL" clId="{B4160541-181D-41F0-82EF-CBF481B4CC4C}" dt="2026-03-30T11:36:10.350" v="3779" actId="20577"/>
          <ac:spMkLst>
            <pc:docMk/>
            <pc:sldMk cId="1574408607" sldId="1022"/>
            <ac:spMk id="4" creationId="{5F5FBB25-9E08-B13E-1A50-3EDB47993C14}"/>
          </ac:spMkLst>
        </pc:spChg>
        <pc:picChg chg="add mod">
          <ac:chgData name="Simon Hartley" userId="ec1d4bd2-4db4-4fcf-9e9a-900b72c6bb46" providerId="ADAL" clId="{B4160541-181D-41F0-82EF-CBF481B4CC4C}" dt="2026-03-30T11:36:30.624" v="3785" actId="1076"/>
          <ac:picMkLst>
            <pc:docMk/>
            <pc:sldMk cId="1574408607" sldId="1022"/>
            <ac:picMk id="32" creationId="{68F32E14-732E-9651-4321-85BD6A518F55}"/>
          </ac:picMkLst>
        </pc:picChg>
      </pc:sldChg>
      <pc:sldChg chg="addSp modSp add">
        <pc:chgData name="Simon Hartley" userId="ec1d4bd2-4db4-4fcf-9e9a-900b72c6bb46" providerId="ADAL" clId="{B4160541-181D-41F0-82EF-CBF481B4CC4C}" dt="2026-03-30T11:35:03.886" v="3727"/>
        <pc:sldMkLst>
          <pc:docMk/>
          <pc:sldMk cId="3912906170" sldId="1023"/>
        </pc:sldMkLst>
        <pc:picChg chg="add mod">
          <ac:chgData name="Simon Hartley" userId="ec1d4bd2-4db4-4fcf-9e9a-900b72c6bb46" providerId="ADAL" clId="{B4160541-181D-41F0-82EF-CBF481B4CC4C}" dt="2026-03-30T11:35:03.886" v="3727"/>
          <ac:picMkLst>
            <pc:docMk/>
            <pc:sldMk cId="3912906170" sldId="1023"/>
            <ac:picMk id="10" creationId="{750C88B3-E76E-CE47-DE1B-56B0F306E592}"/>
          </ac:picMkLst>
        </pc:picChg>
        <pc:picChg chg="add mod">
          <ac:chgData name="Simon Hartley" userId="ec1d4bd2-4db4-4fcf-9e9a-900b72c6bb46" providerId="ADAL" clId="{B4160541-181D-41F0-82EF-CBF481B4CC4C}" dt="2026-03-30T11:35:03.886" v="3727"/>
          <ac:picMkLst>
            <pc:docMk/>
            <pc:sldMk cId="3912906170" sldId="1023"/>
            <ac:picMk id="14" creationId="{9FD8B2FB-4AE7-65B8-9306-C40E09E22E58}"/>
          </ac:picMkLst>
        </pc:picChg>
      </pc:sldChg>
      <pc:sldChg chg="addSp delSp modSp add mod ord">
        <pc:chgData name="Simon Hartley" userId="ec1d4bd2-4db4-4fcf-9e9a-900b72c6bb46" providerId="ADAL" clId="{B4160541-181D-41F0-82EF-CBF481B4CC4C}" dt="2026-03-30T12:17:54.878" v="4088"/>
        <pc:sldMkLst>
          <pc:docMk/>
          <pc:sldMk cId="1939520468" sldId="1024"/>
        </pc:sldMkLst>
        <pc:picChg chg="add del mod">
          <ac:chgData name="Simon Hartley" userId="ec1d4bd2-4db4-4fcf-9e9a-900b72c6bb46" providerId="ADAL" clId="{B4160541-181D-41F0-82EF-CBF481B4CC4C}" dt="2026-03-30T12:17:25.459" v="4079" actId="478"/>
          <ac:picMkLst>
            <pc:docMk/>
            <pc:sldMk cId="1939520468" sldId="1024"/>
            <ac:picMk id="5" creationId="{51B81361-3FB3-89C2-79C0-71E30A24C986}"/>
          </ac:picMkLst>
        </pc:picChg>
        <pc:picChg chg="add mod">
          <ac:chgData name="Simon Hartley" userId="ec1d4bd2-4db4-4fcf-9e9a-900b72c6bb46" providerId="ADAL" clId="{B4160541-181D-41F0-82EF-CBF481B4CC4C}" dt="2026-03-30T12:17:45.217" v="4086" actId="1076"/>
          <ac:picMkLst>
            <pc:docMk/>
            <pc:sldMk cId="1939520468" sldId="1024"/>
            <ac:picMk id="8" creationId="{DB211506-70AD-01B1-0BDC-400AABFFEED8}"/>
          </ac:picMkLst>
        </pc:picChg>
      </pc:sldChg>
      <pc:sldChg chg="add del">
        <pc:chgData name="Simon Hartley" userId="ec1d4bd2-4db4-4fcf-9e9a-900b72c6bb46" providerId="ADAL" clId="{B4160541-181D-41F0-82EF-CBF481B4CC4C}" dt="2026-03-30T12:18:26.295" v="4089" actId="47"/>
        <pc:sldMkLst>
          <pc:docMk/>
          <pc:sldMk cId="216947634" sldId="1025"/>
        </pc:sldMkLst>
      </pc:sldChg>
      <pc:sldChg chg="addSp delSp modSp add mod ord">
        <pc:chgData name="Simon Hartley" userId="ec1d4bd2-4db4-4fcf-9e9a-900b72c6bb46" providerId="ADAL" clId="{B4160541-181D-41F0-82EF-CBF481B4CC4C}" dt="2026-03-30T12:05:00.770" v="4042" actId="14100"/>
        <pc:sldMkLst>
          <pc:docMk/>
          <pc:sldMk cId="3220344215" sldId="1026"/>
        </pc:sldMkLst>
        <pc:spChg chg="add mod">
          <ac:chgData name="Simon Hartley" userId="ec1d4bd2-4db4-4fcf-9e9a-900b72c6bb46" providerId="ADAL" clId="{B4160541-181D-41F0-82EF-CBF481B4CC4C}" dt="2026-03-30T12:05:00.770" v="4042" actId="14100"/>
          <ac:spMkLst>
            <pc:docMk/>
            <pc:sldMk cId="3220344215" sldId="1026"/>
            <ac:spMk id="34" creationId="{0D0BEECD-CDC1-FB0F-BADA-C1020128376F}"/>
          </ac:spMkLst>
        </pc:spChg>
        <pc:spChg chg="mod">
          <ac:chgData name="Simon Hartley" userId="ec1d4bd2-4db4-4fcf-9e9a-900b72c6bb46" providerId="ADAL" clId="{B4160541-181D-41F0-82EF-CBF481B4CC4C}" dt="2026-03-30T11:43:07.469" v="3973" actId="20577"/>
          <ac:spMkLst>
            <pc:docMk/>
            <pc:sldMk cId="3220344215" sldId="1026"/>
            <ac:spMk id="44" creationId="{0B83A83B-D650-0808-9D03-C5AE628941DE}"/>
          </ac:spMkLst>
        </pc:spChg>
        <pc:picChg chg="add del mod">
          <ac:chgData name="Simon Hartley" userId="ec1d4bd2-4db4-4fcf-9e9a-900b72c6bb46" providerId="ADAL" clId="{B4160541-181D-41F0-82EF-CBF481B4CC4C}" dt="2026-03-30T11:38:28.715" v="3815" actId="478"/>
          <ac:picMkLst>
            <pc:docMk/>
            <pc:sldMk cId="3220344215" sldId="1026"/>
            <ac:picMk id="3" creationId="{BB3EAC07-C829-2D1A-3A71-1D409F584FF8}"/>
          </ac:picMkLst>
        </pc:picChg>
        <pc:picChg chg="add del mod">
          <ac:chgData name="Simon Hartley" userId="ec1d4bd2-4db4-4fcf-9e9a-900b72c6bb46" providerId="ADAL" clId="{B4160541-181D-41F0-82EF-CBF481B4CC4C}" dt="2026-03-30T11:38:24.650" v="3813" actId="478"/>
          <ac:picMkLst>
            <pc:docMk/>
            <pc:sldMk cId="3220344215" sldId="1026"/>
            <ac:picMk id="5" creationId="{4FCD6999-F255-36CA-767D-7ADE4CBD5017}"/>
          </ac:picMkLst>
        </pc:picChg>
        <pc:picChg chg="add del mod">
          <ac:chgData name="Simon Hartley" userId="ec1d4bd2-4db4-4fcf-9e9a-900b72c6bb46" providerId="ADAL" clId="{B4160541-181D-41F0-82EF-CBF481B4CC4C}" dt="2026-03-30T11:42:35.260" v="3954" actId="478"/>
          <ac:picMkLst>
            <pc:docMk/>
            <pc:sldMk cId="3220344215" sldId="1026"/>
            <ac:picMk id="8" creationId="{D2E83FEE-159B-53E6-0878-E94244731C7C}"/>
          </ac:picMkLst>
        </pc:picChg>
        <pc:picChg chg="add del mod">
          <ac:chgData name="Simon Hartley" userId="ec1d4bd2-4db4-4fcf-9e9a-900b72c6bb46" providerId="ADAL" clId="{B4160541-181D-41F0-82EF-CBF481B4CC4C}" dt="2026-03-30T11:38:18.874" v="3810" actId="478"/>
          <ac:picMkLst>
            <pc:docMk/>
            <pc:sldMk cId="3220344215" sldId="1026"/>
            <ac:picMk id="10" creationId="{B3BED150-CAA3-0247-213E-EED26A29CC4D}"/>
          </ac:picMkLst>
        </pc:picChg>
        <pc:picChg chg="add mod">
          <ac:chgData name="Simon Hartley" userId="ec1d4bd2-4db4-4fcf-9e9a-900b72c6bb46" providerId="ADAL" clId="{B4160541-181D-41F0-82EF-CBF481B4CC4C}" dt="2026-03-30T11:42:56.437" v="3963" actId="14100"/>
          <ac:picMkLst>
            <pc:docMk/>
            <pc:sldMk cId="3220344215" sldId="1026"/>
            <ac:picMk id="14" creationId="{175AC1A1-1EE5-4D62-771C-B5B742381344}"/>
          </ac:picMkLst>
        </pc:picChg>
        <pc:picChg chg="add mod">
          <ac:chgData name="Simon Hartley" userId="ec1d4bd2-4db4-4fcf-9e9a-900b72c6bb46" providerId="ADAL" clId="{B4160541-181D-41F0-82EF-CBF481B4CC4C}" dt="2026-03-30T11:42:57.978" v="3964" actId="1076"/>
          <ac:picMkLst>
            <pc:docMk/>
            <pc:sldMk cId="3220344215" sldId="1026"/>
            <ac:picMk id="18" creationId="{909F1BB9-EA11-E684-1ABB-8E13D07ED79A}"/>
          </ac:picMkLst>
        </pc:picChg>
        <pc:picChg chg="add del mod">
          <ac:chgData name="Simon Hartley" userId="ec1d4bd2-4db4-4fcf-9e9a-900b72c6bb46" providerId="ADAL" clId="{B4160541-181D-41F0-82EF-CBF481B4CC4C}" dt="2026-03-30T11:39:42.475" v="3828" actId="478"/>
          <ac:picMkLst>
            <pc:docMk/>
            <pc:sldMk cId="3220344215" sldId="1026"/>
            <ac:picMk id="22" creationId="{2F7179CF-292E-6A0A-2B0F-6B3D0C4A00A0}"/>
          </ac:picMkLst>
        </pc:picChg>
        <pc:picChg chg="add del mod">
          <ac:chgData name="Simon Hartley" userId="ec1d4bd2-4db4-4fcf-9e9a-900b72c6bb46" providerId="ADAL" clId="{B4160541-181D-41F0-82EF-CBF481B4CC4C}" dt="2026-03-30T11:39:28.764" v="3825" actId="478"/>
          <ac:picMkLst>
            <pc:docMk/>
            <pc:sldMk cId="3220344215" sldId="1026"/>
            <ac:picMk id="26" creationId="{A74370C5-06F8-93F9-E7E3-0F8F599B1F1E}"/>
          </ac:picMkLst>
        </pc:picChg>
        <pc:picChg chg="add mod">
          <ac:chgData name="Simon Hartley" userId="ec1d4bd2-4db4-4fcf-9e9a-900b72c6bb46" providerId="ADAL" clId="{B4160541-181D-41F0-82EF-CBF481B4CC4C}" dt="2026-03-30T11:42:59.460" v="3965" actId="1076"/>
          <ac:picMkLst>
            <pc:docMk/>
            <pc:sldMk cId="3220344215" sldId="1026"/>
            <ac:picMk id="30" creationId="{680A1722-5B5B-894D-0800-1919A45576AE}"/>
          </ac:picMkLst>
        </pc:picChg>
        <pc:picChg chg="add del mod">
          <ac:chgData name="Simon Hartley" userId="ec1d4bd2-4db4-4fcf-9e9a-900b72c6bb46" providerId="ADAL" clId="{B4160541-181D-41F0-82EF-CBF481B4CC4C}" dt="2026-03-30T11:36:21.048" v="3782" actId="21"/>
          <ac:picMkLst>
            <pc:docMk/>
            <pc:sldMk cId="3220344215" sldId="1026"/>
            <ac:picMk id="32" creationId="{68F32E14-732E-9651-4321-85BD6A518F55}"/>
          </ac:picMkLst>
        </pc:picChg>
        <pc:picChg chg="add del mod">
          <ac:chgData name="Simon Hartley" userId="ec1d4bd2-4db4-4fcf-9e9a-900b72c6bb46" providerId="ADAL" clId="{B4160541-181D-41F0-82EF-CBF481B4CC4C}" dt="2026-03-30T11:42:47.389" v="3959" actId="478"/>
          <ac:picMkLst>
            <pc:docMk/>
            <pc:sldMk cId="3220344215" sldId="1026"/>
            <ac:picMk id="33" creationId="{2FF18F8F-AE66-A1DF-18D4-9670DDDDA297}"/>
          </ac:picMkLst>
        </pc:picChg>
      </pc:sldChg>
      <pc:sldChg chg="add del">
        <pc:chgData name="Simon Hartley" userId="ec1d4bd2-4db4-4fcf-9e9a-900b72c6bb46" providerId="ADAL" clId="{B4160541-181D-41F0-82EF-CBF481B4CC4C}" dt="2026-03-30T11:51:32.337" v="3983" actId="47"/>
        <pc:sldMkLst>
          <pc:docMk/>
          <pc:sldMk cId="1880950376" sldId="1027"/>
        </pc:sldMkLst>
      </pc:sldChg>
      <pc:sldChg chg="addSp delSp modSp add mod">
        <pc:chgData name="Simon Hartley" userId="ec1d4bd2-4db4-4fcf-9e9a-900b72c6bb46" providerId="ADAL" clId="{B4160541-181D-41F0-82EF-CBF481B4CC4C}" dt="2026-03-30T12:04:50.542" v="4040"/>
        <pc:sldMkLst>
          <pc:docMk/>
          <pc:sldMk cId="2144880794" sldId="1028"/>
        </pc:sldMkLst>
        <pc:spChg chg="add del mod">
          <ac:chgData name="Simon Hartley" userId="ec1d4bd2-4db4-4fcf-9e9a-900b72c6bb46" providerId="ADAL" clId="{B4160541-181D-41F0-82EF-CBF481B4CC4C}" dt="2026-03-30T12:04:24.957" v="4032" actId="478"/>
          <ac:spMkLst>
            <pc:docMk/>
            <pc:sldMk cId="2144880794" sldId="1028"/>
            <ac:spMk id="7" creationId="{EFEF0134-3464-9485-D42C-256E9C848D3C}"/>
          </ac:spMkLst>
        </pc:spChg>
        <pc:spChg chg="add mod">
          <ac:chgData name="Simon Hartley" userId="ec1d4bd2-4db4-4fcf-9e9a-900b72c6bb46" providerId="ADAL" clId="{B4160541-181D-41F0-82EF-CBF481B4CC4C}" dt="2026-03-30T12:04:50.542" v="4040"/>
          <ac:spMkLst>
            <pc:docMk/>
            <pc:sldMk cId="2144880794" sldId="1028"/>
            <ac:spMk id="31" creationId="{311A57E1-30A4-73D5-FBE9-B58F05061A64}"/>
          </ac:spMkLst>
        </pc:spChg>
        <pc:spChg chg="mod">
          <ac:chgData name="Simon Hartley" userId="ec1d4bd2-4db4-4fcf-9e9a-900b72c6bb46" providerId="ADAL" clId="{B4160541-181D-41F0-82EF-CBF481B4CC4C}" dt="2026-03-30T11:43:19.199" v="3974" actId="20577"/>
          <ac:spMkLst>
            <pc:docMk/>
            <pc:sldMk cId="2144880794" sldId="1028"/>
            <ac:spMk id="44" creationId="{B14ED77B-0365-7979-ED32-55665F7E2440}"/>
          </ac:spMkLst>
        </pc:spChg>
        <pc:picChg chg="del mod">
          <ac:chgData name="Simon Hartley" userId="ec1d4bd2-4db4-4fcf-9e9a-900b72c6bb46" providerId="ADAL" clId="{B4160541-181D-41F0-82EF-CBF481B4CC4C}" dt="2026-03-30T11:37:43.310" v="3800" actId="478"/>
          <ac:picMkLst>
            <pc:docMk/>
            <pc:sldMk cId="2144880794" sldId="1028"/>
            <ac:picMk id="3" creationId="{EBCE5F70-8712-7B3D-D361-8EC503C9A294}"/>
          </ac:picMkLst>
        </pc:picChg>
        <pc:picChg chg="add mod">
          <ac:chgData name="Simon Hartley" userId="ec1d4bd2-4db4-4fcf-9e9a-900b72c6bb46" providerId="ADAL" clId="{B4160541-181D-41F0-82EF-CBF481B4CC4C}" dt="2026-03-30T11:50:45.525" v="3982" actId="1076"/>
          <ac:picMkLst>
            <pc:docMk/>
            <pc:sldMk cId="2144880794" sldId="1028"/>
            <ac:picMk id="4" creationId="{AB487FC9-37EB-8ED6-B608-AD7C905EE62D}"/>
          </ac:picMkLst>
        </pc:picChg>
        <pc:picChg chg="del mod">
          <ac:chgData name="Simon Hartley" userId="ec1d4bd2-4db4-4fcf-9e9a-900b72c6bb46" providerId="ADAL" clId="{B4160541-181D-41F0-82EF-CBF481B4CC4C}" dt="2026-03-30T11:37:39.938" v="3798" actId="478"/>
          <ac:picMkLst>
            <pc:docMk/>
            <pc:sldMk cId="2144880794" sldId="1028"/>
            <ac:picMk id="5" creationId="{6850B9D0-C048-ACD6-1273-E685A589E153}"/>
          </ac:picMkLst>
        </pc:picChg>
        <pc:picChg chg="del mod">
          <ac:chgData name="Simon Hartley" userId="ec1d4bd2-4db4-4fcf-9e9a-900b72c6bb46" providerId="ADAL" clId="{B4160541-181D-41F0-82EF-CBF481B4CC4C}" dt="2026-03-30T11:37:51.682" v="3804" actId="478"/>
          <ac:picMkLst>
            <pc:docMk/>
            <pc:sldMk cId="2144880794" sldId="1028"/>
            <ac:picMk id="8" creationId="{00194590-BBA5-F63F-6E63-685A3EE5204D}"/>
          </ac:picMkLst>
        </pc:picChg>
        <pc:picChg chg="del mod">
          <ac:chgData name="Simon Hartley" userId="ec1d4bd2-4db4-4fcf-9e9a-900b72c6bb46" providerId="ADAL" clId="{B4160541-181D-41F0-82EF-CBF481B4CC4C}" dt="2026-03-30T11:50:28.065" v="3978" actId="478"/>
          <ac:picMkLst>
            <pc:docMk/>
            <pc:sldMk cId="2144880794" sldId="1028"/>
            <ac:picMk id="10" creationId="{3C7EBBDB-F3BF-1DE8-3ED3-2A0B1E309288}"/>
          </ac:picMkLst>
        </pc:picChg>
        <pc:picChg chg="add del mod">
          <ac:chgData name="Simon Hartley" userId="ec1d4bd2-4db4-4fcf-9e9a-900b72c6bb46" providerId="ADAL" clId="{B4160541-181D-41F0-82EF-CBF481B4CC4C}" dt="2026-03-30T12:04:36.298" v="4039" actId="931"/>
          <ac:picMkLst>
            <pc:docMk/>
            <pc:sldMk cId="2144880794" sldId="1028"/>
            <ac:picMk id="12" creationId="{8886A496-9B56-B648-7911-585BE8C2CA8E}"/>
          </ac:picMkLst>
        </pc:picChg>
        <pc:picChg chg="del">
          <ac:chgData name="Simon Hartley" userId="ec1d4bd2-4db4-4fcf-9e9a-900b72c6bb46" providerId="ADAL" clId="{B4160541-181D-41F0-82EF-CBF481B4CC4C}" dt="2026-03-30T11:37:46.894" v="3802" actId="478"/>
          <ac:picMkLst>
            <pc:docMk/>
            <pc:sldMk cId="2144880794" sldId="1028"/>
            <ac:picMk id="14" creationId="{1530B943-5892-4BCC-EA72-AC10A1CC84E5}"/>
          </ac:picMkLst>
        </pc:picChg>
        <pc:picChg chg="del">
          <ac:chgData name="Simon Hartley" userId="ec1d4bd2-4db4-4fcf-9e9a-900b72c6bb46" providerId="ADAL" clId="{B4160541-181D-41F0-82EF-CBF481B4CC4C}" dt="2026-03-30T11:38:04.624" v="3807" actId="21"/>
          <ac:picMkLst>
            <pc:docMk/>
            <pc:sldMk cId="2144880794" sldId="1028"/>
            <ac:picMk id="18" creationId="{2FF18F8F-AE66-A1DF-18D4-9670DDDDA297}"/>
          </ac:picMkLst>
        </pc:picChg>
        <pc:picChg chg="add del mod">
          <ac:chgData name="Simon Hartley" userId="ec1d4bd2-4db4-4fcf-9e9a-900b72c6bb46" providerId="ADAL" clId="{B4160541-181D-41F0-82EF-CBF481B4CC4C}" dt="2026-03-30T12:04:35.591" v="4038" actId="931"/>
          <ac:picMkLst>
            <pc:docMk/>
            <pc:sldMk cId="2144880794" sldId="1028"/>
            <ac:picMk id="20" creationId="{184CD8C7-DFB0-1DB8-4C9C-18283CB0AD61}"/>
          </ac:picMkLst>
        </pc:picChg>
        <pc:picChg chg="del">
          <ac:chgData name="Simon Hartley" userId="ec1d4bd2-4db4-4fcf-9e9a-900b72c6bb46" providerId="ADAL" clId="{B4160541-181D-41F0-82EF-CBF481B4CC4C}" dt="2026-03-30T11:37:32.544" v="3795" actId="478"/>
          <ac:picMkLst>
            <pc:docMk/>
            <pc:sldMk cId="2144880794" sldId="1028"/>
            <ac:picMk id="22" creationId="{0701BB51-ECB8-8889-1C64-AFF001D7CA0A}"/>
          </ac:picMkLst>
        </pc:picChg>
        <pc:picChg chg="del">
          <ac:chgData name="Simon Hartley" userId="ec1d4bd2-4db4-4fcf-9e9a-900b72c6bb46" providerId="ADAL" clId="{B4160541-181D-41F0-82EF-CBF481B4CC4C}" dt="2026-03-30T11:37:31.531" v="3794" actId="478"/>
          <ac:picMkLst>
            <pc:docMk/>
            <pc:sldMk cId="2144880794" sldId="1028"/>
            <ac:picMk id="26" creationId="{ACC2DF01-C6FE-9F6C-D035-EAFFD32CA07B}"/>
          </ac:picMkLst>
        </pc:picChg>
        <pc:picChg chg="add del mod">
          <ac:chgData name="Simon Hartley" userId="ec1d4bd2-4db4-4fcf-9e9a-900b72c6bb46" providerId="ADAL" clId="{B4160541-181D-41F0-82EF-CBF481B4CC4C}" dt="2026-03-30T12:04:28.686" v="4037" actId="931"/>
          <ac:picMkLst>
            <pc:docMk/>
            <pc:sldMk cId="2144880794" sldId="1028"/>
            <ac:picMk id="28" creationId="{EA892DC8-8DF6-5905-918B-AC380B3FE0DE}"/>
          </ac:picMkLst>
        </pc:picChg>
        <pc:picChg chg="del">
          <ac:chgData name="Simon Hartley" userId="ec1d4bd2-4db4-4fcf-9e9a-900b72c6bb46" providerId="ADAL" clId="{B4160541-181D-41F0-82EF-CBF481B4CC4C}" dt="2026-03-30T11:37:54.036" v="3805" actId="478"/>
          <ac:picMkLst>
            <pc:docMk/>
            <pc:sldMk cId="2144880794" sldId="1028"/>
            <ac:picMk id="30" creationId="{EE3DE16D-400F-62A5-8DB3-072C4421AD0F}"/>
          </ac:picMkLst>
        </pc:picChg>
      </pc:sldChg>
      <pc:sldChg chg="addSp delSp modSp add mod ord">
        <pc:chgData name="Simon Hartley" userId="ec1d4bd2-4db4-4fcf-9e9a-900b72c6bb46" providerId="ADAL" clId="{B4160541-181D-41F0-82EF-CBF481B4CC4C}" dt="2026-03-30T11:54:19.392" v="4016" actId="6549"/>
        <pc:sldMkLst>
          <pc:docMk/>
          <pc:sldMk cId="1458374642" sldId="1029"/>
        </pc:sldMkLst>
        <pc:spChg chg="add del mod">
          <ac:chgData name="Simon Hartley" userId="ec1d4bd2-4db4-4fcf-9e9a-900b72c6bb46" providerId="ADAL" clId="{B4160541-181D-41F0-82EF-CBF481B4CC4C}" dt="2026-03-30T11:40:58.868" v="3891" actId="478"/>
          <ac:spMkLst>
            <pc:docMk/>
            <pc:sldMk cId="1458374642" sldId="1029"/>
            <ac:spMk id="2" creationId="{3B66D8EA-E887-6542-4EA5-DDFB85A038DA}"/>
          </ac:spMkLst>
        </pc:spChg>
        <pc:spChg chg="add mod">
          <ac:chgData name="Simon Hartley" userId="ec1d4bd2-4db4-4fcf-9e9a-900b72c6bb46" providerId="ADAL" clId="{B4160541-181D-41F0-82EF-CBF481B4CC4C}" dt="2026-03-30T11:53:52.173" v="3998"/>
          <ac:spMkLst>
            <pc:docMk/>
            <pc:sldMk cId="1458374642" sldId="1029"/>
            <ac:spMk id="3" creationId="{793206F8-9370-EF04-4FB9-2D2BEB7D5158}"/>
          </ac:spMkLst>
        </pc:spChg>
        <pc:spChg chg="mod">
          <ac:chgData name="Simon Hartley" userId="ec1d4bd2-4db4-4fcf-9e9a-900b72c6bb46" providerId="ADAL" clId="{B4160541-181D-41F0-82EF-CBF481B4CC4C}" dt="2026-03-30T11:54:19.392" v="4016" actId="6549"/>
          <ac:spMkLst>
            <pc:docMk/>
            <pc:sldMk cId="1458374642" sldId="1029"/>
            <ac:spMk id="44" creationId="{EBFF7E48-F402-A5E6-EC5B-9BD4E963B713}"/>
          </ac:spMkLst>
        </pc:spChg>
        <pc:picChg chg="del mod">
          <ac:chgData name="Simon Hartley" userId="ec1d4bd2-4db4-4fcf-9e9a-900b72c6bb46" providerId="ADAL" clId="{B4160541-181D-41F0-82EF-CBF481B4CC4C}" dt="2026-03-30T11:39:52.681" v="3832" actId="478"/>
          <ac:picMkLst>
            <pc:docMk/>
            <pc:sldMk cId="1458374642" sldId="1029"/>
            <ac:picMk id="8" creationId="{C0D89965-4C40-34E2-7CFE-CAA9B54F8963}"/>
          </ac:picMkLst>
        </pc:picChg>
        <pc:picChg chg="mod ord">
          <ac:chgData name="Simon Hartley" userId="ec1d4bd2-4db4-4fcf-9e9a-900b72c6bb46" providerId="ADAL" clId="{B4160541-181D-41F0-82EF-CBF481B4CC4C}" dt="2026-03-30T11:54:00.331" v="3999" actId="1076"/>
          <ac:picMkLst>
            <pc:docMk/>
            <pc:sldMk cId="1458374642" sldId="1029"/>
            <ac:picMk id="14" creationId="{53B6C432-5C7E-D0F2-0F2E-A23885A96DD2}"/>
          </ac:picMkLst>
        </pc:picChg>
        <pc:picChg chg="mod">
          <ac:chgData name="Simon Hartley" userId="ec1d4bd2-4db4-4fcf-9e9a-900b72c6bb46" providerId="ADAL" clId="{B4160541-181D-41F0-82EF-CBF481B4CC4C}" dt="2026-03-30T11:41:54.021" v="3947" actId="1076"/>
          <ac:picMkLst>
            <pc:docMk/>
            <pc:sldMk cId="1458374642" sldId="1029"/>
            <ac:picMk id="22" creationId="{01A1A5CC-573B-C728-0BDD-487F3A65AC08}"/>
          </ac:picMkLst>
        </pc:picChg>
        <pc:picChg chg="del">
          <ac:chgData name="Simon Hartley" userId="ec1d4bd2-4db4-4fcf-9e9a-900b72c6bb46" providerId="ADAL" clId="{B4160541-181D-41F0-82EF-CBF481B4CC4C}" dt="2026-03-30T11:39:47.972" v="3829" actId="478"/>
          <ac:picMkLst>
            <pc:docMk/>
            <pc:sldMk cId="1458374642" sldId="1029"/>
            <ac:picMk id="26" creationId="{299558E5-C00A-EAA9-B70E-65C8A0B34622}"/>
          </ac:picMkLst>
        </pc:picChg>
        <pc:picChg chg="mod">
          <ac:chgData name="Simon Hartley" userId="ec1d4bd2-4db4-4fcf-9e9a-900b72c6bb46" providerId="ADAL" clId="{B4160541-181D-41F0-82EF-CBF481B4CC4C}" dt="2026-03-30T11:41:52.132" v="3946" actId="1076"/>
          <ac:picMkLst>
            <pc:docMk/>
            <pc:sldMk cId="1458374642" sldId="1029"/>
            <ac:picMk id="30" creationId="{1B8707EB-0B70-A933-CEAC-CB6FE0050A93}"/>
          </ac:picMkLst>
        </pc:picChg>
        <pc:picChg chg="mod">
          <ac:chgData name="Simon Hartley" userId="ec1d4bd2-4db4-4fcf-9e9a-900b72c6bb46" providerId="ADAL" clId="{B4160541-181D-41F0-82EF-CBF481B4CC4C}" dt="2026-03-30T11:41:58.422" v="3949" actId="1076"/>
          <ac:picMkLst>
            <pc:docMk/>
            <pc:sldMk cId="1458374642" sldId="1029"/>
            <ac:picMk id="33" creationId="{B2EA10C3-ED9E-5637-517A-5C4FEAC98FE6}"/>
          </ac:picMkLst>
        </pc:picChg>
      </pc:sldChg>
      <pc:sldChg chg="addSp modSp add mod">
        <pc:chgData name="Simon Hartley" userId="ec1d4bd2-4db4-4fcf-9e9a-900b72c6bb46" providerId="ADAL" clId="{B4160541-181D-41F0-82EF-CBF481B4CC4C}" dt="2026-03-30T12:04:10.403" v="4030" actId="1076"/>
        <pc:sldMkLst>
          <pc:docMk/>
          <pc:sldMk cId="1053717476" sldId="1030"/>
        </pc:sldMkLst>
        <pc:spChg chg="add mod">
          <ac:chgData name="Simon Hartley" userId="ec1d4bd2-4db4-4fcf-9e9a-900b72c6bb46" providerId="ADAL" clId="{B4160541-181D-41F0-82EF-CBF481B4CC4C}" dt="2026-03-30T12:04:10.403" v="4030" actId="1076"/>
          <ac:spMkLst>
            <pc:docMk/>
            <pc:sldMk cId="1053717476" sldId="1030"/>
            <ac:spMk id="3" creationId="{8497432B-D2DC-673D-315F-A8271EF36829}"/>
          </ac:spMkLst>
        </pc:spChg>
      </pc:sldChg>
      <pc:sldChg chg="addSp delSp modSp add mod">
        <pc:chgData name="Simon Hartley" userId="ec1d4bd2-4db4-4fcf-9e9a-900b72c6bb46" providerId="ADAL" clId="{B4160541-181D-41F0-82EF-CBF481B4CC4C}" dt="2026-03-30T12:05:48.796" v="4044"/>
        <pc:sldMkLst>
          <pc:docMk/>
          <pc:sldMk cId="3509914008" sldId="1031"/>
        </pc:sldMkLst>
        <pc:spChg chg="add mod">
          <ac:chgData name="Simon Hartley" userId="ec1d4bd2-4db4-4fcf-9e9a-900b72c6bb46" providerId="ADAL" clId="{B4160541-181D-41F0-82EF-CBF481B4CC4C}" dt="2026-03-30T12:05:48.796" v="4044"/>
          <ac:spMkLst>
            <pc:docMk/>
            <pc:sldMk cId="3509914008" sldId="1031"/>
            <ac:spMk id="9" creationId="{55DA1AE5-C561-DBBA-EEDC-88C0DC759806}"/>
          </ac:spMkLst>
        </pc:spChg>
        <pc:spChg chg="mod">
          <ac:chgData name="Simon Hartley" userId="ec1d4bd2-4db4-4fcf-9e9a-900b72c6bb46" providerId="ADAL" clId="{B4160541-181D-41F0-82EF-CBF481B4CC4C}" dt="2026-03-30T11:51:43.338" v="3986" actId="20577"/>
          <ac:spMkLst>
            <pc:docMk/>
            <pc:sldMk cId="3509914008" sldId="1031"/>
            <ac:spMk id="44" creationId="{88D14FFA-E225-C5DA-A46B-D88BCAE503A9}"/>
          </ac:spMkLst>
        </pc:spChg>
        <pc:picChg chg="add mod">
          <ac:chgData name="Simon Hartley" userId="ec1d4bd2-4db4-4fcf-9e9a-900b72c6bb46" providerId="ADAL" clId="{B4160541-181D-41F0-82EF-CBF481B4CC4C}" dt="2026-03-30T12:03:05.657" v="4022" actId="1076"/>
          <ac:picMkLst>
            <pc:docMk/>
            <pc:sldMk cId="3509914008" sldId="1031"/>
            <ac:picMk id="3" creationId="{D2824481-CBC2-CEAA-F078-56F3EEFDE597}"/>
          </ac:picMkLst>
        </pc:picChg>
        <pc:picChg chg="add mod">
          <ac:chgData name="Simon Hartley" userId="ec1d4bd2-4db4-4fcf-9e9a-900b72c6bb46" providerId="ADAL" clId="{B4160541-181D-41F0-82EF-CBF481B4CC4C}" dt="2026-03-30T12:03:18.506" v="4024" actId="1076"/>
          <ac:picMkLst>
            <pc:docMk/>
            <pc:sldMk cId="3509914008" sldId="1031"/>
            <ac:picMk id="5" creationId="{EE0188CE-B0FB-5FF0-8310-57211A7BCE0B}"/>
          </ac:picMkLst>
        </pc:picChg>
        <pc:picChg chg="add mod">
          <ac:chgData name="Simon Hartley" userId="ec1d4bd2-4db4-4fcf-9e9a-900b72c6bb46" providerId="ADAL" clId="{B4160541-181D-41F0-82EF-CBF481B4CC4C}" dt="2026-03-30T12:03:21.742" v="4025" actId="1076"/>
          <ac:picMkLst>
            <pc:docMk/>
            <pc:sldMk cId="3509914008" sldId="1031"/>
            <ac:picMk id="8" creationId="{61F52935-4257-C7DA-6CBA-06916899F224}"/>
          </ac:picMkLst>
        </pc:picChg>
        <pc:picChg chg="del">
          <ac:chgData name="Simon Hartley" userId="ec1d4bd2-4db4-4fcf-9e9a-900b72c6bb46" providerId="ADAL" clId="{B4160541-181D-41F0-82EF-CBF481B4CC4C}" dt="2026-03-30T11:51:48.532" v="3987" actId="478"/>
          <ac:picMkLst>
            <pc:docMk/>
            <pc:sldMk cId="3509914008" sldId="1031"/>
            <ac:picMk id="10" creationId="{A73226F2-96EB-2DAF-CCA7-92EE9F1EC1BB}"/>
          </ac:picMkLst>
        </pc:picChg>
      </pc:sldChg>
      <pc:sldChg chg="addSp delSp modSp add mod ord">
        <pc:chgData name="Simon Hartley" userId="ec1d4bd2-4db4-4fcf-9e9a-900b72c6bb46" providerId="ADAL" clId="{B4160541-181D-41F0-82EF-CBF481B4CC4C}" dt="2026-03-30T12:19:40.198" v="4107"/>
        <pc:sldMkLst>
          <pc:docMk/>
          <pc:sldMk cId="318552557" sldId="1032"/>
        </pc:sldMkLst>
        <pc:spChg chg="add del mod">
          <ac:chgData name="Simon Hartley" userId="ec1d4bd2-4db4-4fcf-9e9a-900b72c6bb46" providerId="ADAL" clId="{B4160541-181D-41F0-82EF-CBF481B4CC4C}" dt="2026-03-30T12:09:52.993" v="4066" actId="478"/>
          <ac:spMkLst>
            <pc:docMk/>
            <pc:sldMk cId="318552557" sldId="1032"/>
            <ac:spMk id="4" creationId="{5437A8F3-7381-F3ED-6C61-658F92E98C05}"/>
          </ac:spMkLst>
        </pc:spChg>
        <pc:spChg chg="add del mod">
          <ac:chgData name="Simon Hartley" userId="ec1d4bd2-4db4-4fcf-9e9a-900b72c6bb46" providerId="ADAL" clId="{B4160541-181D-41F0-82EF-CBF481B4CC4C}" dt="2026-03-30T12:09:50.520" v="4065"/>
          <ac:spMkLst>
            <pc:docMk/>
            <pc:sldMk cId="318552557" sldId="1032"/>
            <ac:spMk id="9" creationId="{711A6BAF-FDE0-5E5B-0CB1-16EB72671584}"/>
          </ac:spMkLst>
        </pc:spChg>
        <pc:spChg chg="add mod">
          <ac:chgData name="Simon Hartley" userId="ec1d4bd2-4db4-4fcf-9e9a-900b72c6bb46" providerId="ADAL" clId="{B4160541-181D-41F0-82EF-CBF481B4CC4C}" dt="2026-03-30T12:09:47.558" v="4063" actId="20577"/>
          <ac:spMkLst>
            <pc:docMk/>
            <pc:sldMk cId="318552557" sldId="1032"/>
            <ac:spMk id="10" creationId="{0E824EC0-F2E8-500C-3B92-45834DD65A0B}"/>
          </ac:spMkLst>
        </pc:spChg>
        <pc:spChg chg="mod">
          <ac:chgData name="Simon Hartley" userId="ec1d4bd2-4db4-4fcf-9e9a-900b72c6bb46" providerId="ADAL" clId="{B4160541-181D-41F0-82EF-CBF481B4CC4C}" dt="2026-03-30T12:06:07.986" v="4045" actId="20577"/>
          <ac:spMkLst>
            <pc:docMk/>
            <pc:sldMk cId="318552557" sldId="1032"/>
            <ac:spMk id="44" creationId="{D4C2356D-4E3B-55E8-A9EF-B0322DF807BA}"/>
          </ac:spMkLst>
        </pc:spChg>
        <pc:picChg chg="del">
          <ac:chgData name="Simon Hartley" userId="ec1d4bd2-4db4-4fcf-9e9a-900b72c6bb46" providerId="ADAL" clId="{B4160541-181D-41F0-82EF-CBF481B4CC4C}" dt="2026-03-30T12:06:13.121" v="4046" actId="478"/>
          <ac:picMkLst>
            <pc:docMk/>
            <pc:sldMk cId="318552557" sldId="1032"/>
            <ac:picMk id="3" creationId="{68E6A262-8F96-9588-6907-F7DC90D1D2A8}"/>
          </ac:picMkLst>
        </pc:picChg>
        <pc:picChg chg="del">
          <ac:chgData name="Simon Hartley" userId="ec1d4bd2-4db4-4fcf-9e9a-900b72c6bb46" providerId="ADAL" clId="{B4160541-181D-41F0-82EF-CBF481B4CC4C}" dt="2026-03-30T12:06:13.121" v="4046" actId="478"/>
          <ac:picMkLst>
            <pc:docMk/>
            <pc:sldMk cId="318552557" sldId="1032"/>
            <ac:picMk id="5" creationId="{9FD61EB9-2CF1-E61B-A66A-F9710E7AC5A2}"/>
          </ac:picMkLst>
        </pc:picChg>
        <pc:picChg chg="del">
          <ac:chgData name="Simon Hartley" userId="ec1d4bd2-4db4-4fcf-9e9a-900b72c6bb46" providerId="ADAL" clId="{B4160541-181D-41F0-82EF-CBF481B4CC4C}" dt="2026-03-30T12:06:13.121" v="4046" actId="478"/>
          <ac:picMkLst>
            <pc:docMk/>
            <pc:sldMk cId="318552557" sldId="1032"/>
            <ac:picMk id="8" creationId="{9A26148B-ED55-79D6-99E0-A39482BC3D39}"/>
          </ac:picMkLst>
        </pc:picChg>
        <pc:picChg chg="add mod">
          <ac:chgData name="Simon Hartley" userId="ec1d4bd2-4db4-4fcf-9e9a-900b72c6bb46" providerId="ADAL" clId="{B4160541-181D-41F0-82EF-CBF481B4CC4C}" dt="2026-03-30T12:10:23.606" v="4071" actId="14100"/>
          <ac:picMkLst>
            <pc:docMk/>
            <pc:sldMk cId="318552557" sldId="1032"/>
            <ac:picMk id="14" creationId="{01A723F3-76E6-D7AF-E052-343E8306724C}"/>
          </ac:picMkLst>
        </pc:picChg>
        <pc:picChg chg="add mod">
          <ac:chgData name="Simon Hartley" userId="ec1d4bd2-4db4-4fcf-9e9a-900b72c6bb46" providerId="ADAL" clId="{B4160541-181D-41F0-82EF-CBF481B4CC4C}" dt="2026-03-30T12:10:19.663" v="4070" actId="1076"/>
          <ac:picMkLst>
            <pc:docMk/>
            <pc:sldMk cId="318552557" sldId="1032"/>
            <ac:picMk id="18" creationId="{D4DE0772-7568-B7BA-3E30-567695193593}"/>
          </ac:picMkLst>
        </pc:picChg>
      </pc:sldChg>
      <pc:sldChg chg="addSp delSp modSp add mod ord">
        <pc:chgData name="Simon Hartley" userId="ec1d4bd2-4db4-4fcf-9e9a-900b72c6bb46" providerId="ADAL" clId="{B4160541-181D-41F0-82EF-CBF481B4CC4C}" dt="2026-03-30T12:30:54.923" v="4154" actId="1076"/>
        <pc:sldMkLst>
          <pc:docMk/>
          <pc:sldMk cId="1282645748" sldId="1033"/>
        </pc:sldMkLst>
        <pc:spChg chg="mod">
          <ac:chgData name="Simon Hartley" userId="ec1d4bd2-4db4-4fcf-9e9a-900b72c6bb46" providerId="ADAL" clId="{B4160541-181D-41F0-82EF-CBF481B4CC4C}" dt="2026-03-30T12:17:09.799" v="4074"/>
          <ac:spMkLst>
            <pc:docMk/>
            <pc:sldMk cId="1282645748" sldId="1033"/>
            <ac:spMk id="10" creationId="{F5F5ACB9-8643-0C10-62B9-6D38E2920AF4}"/>
          </ac:spMkLst>
        </pc:spChg>
        <pc:spChg chg="mod">
          <ac:chgData name="Simon Hartley" userId="ec1d4bd2-4db4-4fcf-9e9a-900b72c6bb46" providerId="ADAL" clId="{B4160541-181D-41F0-82EF-CBF481B4CC4C}" dt="2026-03-30T12:10:34.368" v="4073" actId="20577"/>
          <ac:spMkLst>
            <pc:docMk/>
            <pc:sldMk cId="1282645748" sldId="1033"/>
            <ac:spMk id="44" creationId="{766E2FA1-11A4-AA74-182A-1BC08E2E52D7}"/>
          </ac:spMkLst>
        </pc:spChg>
        <pc:picChg chg="add mod">
          <ac:chgData name="Simon Hartley" userId="ec1d4bd2-4db4-4fcf-9e9a-900b72c6bb46" providerId="ADAL" clId="{B4160541-181D-41F0-82EF-CBF481B4CC4C}" dt="2026-03-30T12:30:22.123" v="4151" actId="1076"/>
          <ac:picMkLst>
            <pc:docMk/>
            <pc:sldMk cId="1282645748" sldId="1033"/>
            <ac:picMk id="3" creationId="{690AF1EE-219C-714E-F3A9-6B4F8C85F59E}"/>
          </ac:picMkLst>
        </pc:picChg>
        <pc:picChg chg="add mod">
          <ac:chgData name="Simon Hartley" userId="ec1d4bd2-4db4-4fcf-9e9a-900b72c6bb46" providerId="ADAL" clId="{B4160541-181D-41F0-82EF-CBF481B4CC4C}" dt="2026-03-30T12:30:13.430" v="4148" actId="1076"/>
          <ac:picMkLst>
            <pc:docMk/>
            <pc:sldMk cId="1282645748" sldId="1033"/>
            <ac:picMk id="5" creationId="{A0830754-6DE1-7E7E-C0BF-94F2EA75860E}"/>
          </ac:picMkLst>
        </pc:picChg>
        <pc:picChg chg="add del mod">
          <ac:chgData name="Simon Hartley" userId="ec1d4bd2-4db4-4fcf-9e9a-900b72c6bb46" providerId="ADAL" clId="{B4160541-181D-41F0-82EF-CBF481B4CC4C}" dt="2026-03-30T12:29:20.222" v="4133" actId="21"/>
          <ac:picMkLst>
            <pc:docMk/>
            <pc:sldMk cId="1282645748" sldId="1033"/>
            <ac:picMk id="8" creationId="{9B60523D-4465-9791-7F50-6F77553AB778}"/>
          </ac:picMkLst>
        </pc:picChg>
        <pc:picChg chg="add mod">
          <ac:chgData name="Simon Hartley" userId="ec1d4bd2-4db4-4fcf-9e9a-900b72c6bb46" providerId="ADAL" clId="{B4160541-181D-41F0-82EF-CBF481B4CC4C}" dt="2026-03-30T12:30:19.621" v="4150" actId="1076"/>
          <ac:picMkLst>
            <pc:docMk/>
            <pc:sldMk cId="1282645748" sldId="1033"/>
            <ac:picMk id="12" creationId="{A19B18B7-1D4E-BF04-EF8B-6FD97B56F220}"/>
          </ac:picMkLst>
        </pc:picChg>
        <pc:picChg chg="del">
          <ac:chgData name="Simon Hartley" userId="ec1d4bd2-4db4-4fcf-9e9a-900b72c6bb46" providerId="ADAL" clId="{B4160541-181D-41F0-82EF-CBF481B4CC4C}" dt="2026-03-30T12:17:14.166" v="4075" actId="478"/>
          <ac:picMkLst>
            <pc:docMk/>
            <pc:sldMk cId="1282645748" sldId="1033"/>
            <ac:picMk id="14" creationId="{633781DC-77D4-04F2-B035-A81843A78C4B}"/>
          </ac:picMkLst>
        </pc:picChg>
        <pc:picChg chg="del">
          <ac:chgData name="Simon Hartley" userId="ec1d4bd2-4db4-4fcf-9e9a-900b72c6bb46" providerId="ADAL" clId="{B4160541-181D-41F0-82EF-CBF481B4CC4C}" dt="2026-03-30T12:17:15.274" v="4076" actId="478"/>
          <ac:picMkLst>
            <pc:docMk/>
            <pc:sldMk cId="1282645748" sldId="1033"/>
            <ac:picMk id="18" creationId="{900582A3-A672-61BF-5036-C729E42C1520}"/>
          </ac:picMkLst>
        </pc:picChg>
        <pc:picChg chg="add mod">
          <ac:chgData name="Simon Hartley" userId="ec1d4bd2-4db4-4fcf-9e9a-900b72c6bb46" providerId="ADAL" clId="{B4160541-181D-41F0-82EF-CBF481B4CC4C}" dt="2026-03-30T12:30:54.923" v="4154" actId="1076"/>
          <ac:picMkLst>
            <pc:docMk/>
            <pc:sldMk cId="1282645748" sldId="1033"/>
            <ac:picMk id="20" creationId="{3F03C31D-DD97-DE4A-D041-AF5F21313811}"/>
          </ac:picMkLst>
        </pc:picChg>
      </pc:sldChg>
      <pc:sldChg chg="addSp modSp add mod ord">
        <pc:chgData name="Simon Hartley" userId="ec1d4bd2-4db4-4fcf-9e9a-900b72c6bb46" providerId="ADAL" clId="{B4160541-181D-41F0-82EF-CBF481B4CC4C}" dt="2026-03-30T12:29:53.640" v="4145" actId="14100"/>
        <pc:sldMkLst>
          <pc:docMk/>
          <pc:sldMk cId="612247809" sldId="1034"/>
        </pc:sldMkLst>
        <pc:picChg chg="add mod">
          <ac:chgData name="Simon Hartley" userId="ec1d4bd2-4db4-4fcf-9e9a-900b72c6bb46" providerId="ADAL" clId="{B4160541-181D-41F0-82EF-CBF481B4CC4C}" dt="2026-03-30T12:29:33.003" v="4138" actId="1076"/>
          <ac:picMkLst>
            <pc:docMk/>
            <pc:sldMk cId="612247809" sldId="1034"/>
            <ac:picMk id="3" creationId="{2B52FCC5-DEA1-29D8-F33F-750389D75F4E}"/>
          </ac:picMkLst>
        </pc:picChg>
        <pc:picChg chg="add mod">
          <ac:chgData name="Simon Hartley" userId="ec1d4bd2-4db4-4fcf-9e9a-900b72c6bb46" providerId="ADAL" clId="{B4160541-181D-41F0-82EF-CBF481B4CC4C}" dt="2026-03-30T12:29:45.563" v="4143" actId="1076"/>
          <ac:picMkLst>
            <pc:docMk/>
            <pc:sldMk cId="612247809" sldId="1034"/>
            <ac:picMk id="5" creationId="{29775B40-1F94-1446-5A0D-3674141A7B5F}"/>
          </ac:picMkLst>
        </pc:picChg>
        <pc:picChg chg="add mod">
          <ac:chgData name="Simon Hartley" userId="ec1d4bd2-4db4-4fcf-9e9a-900b72c6bb46" providerId="ADAL" clId="{B4160541-181D-41F0-82EF-CBF481B4CC4C}" dt="2026-03-30T12:29:53.640" v="4145" actId="14100"/>
          <ac:picMkLst>
            <pc:docMk/>
            <pc:sldMk cId="612247809" sldId="1034"/>
            <ac:picMk id="8" creationId="{B1A70723-3E6C-1E4B-964F-EFF4AA299F46}"/>
          </ac:picMkLst>
        </pc:picChg>
        <pc:picChg chg="add mod">
          <ac:chgData name="Simon Hartley" userId="ec1d4bd2-4db4-4fcf-9e9a-900b72c6bb46" providerId="ADAL" clId="{B4160541-181D-41F0-82EF-CBF481B4CC4C}" dt="2026-03-30T12:29:43.159" v="4142" actId="1076"/>
          <ac:picMkLst>
            <pc:docMk/>
            <pc:sldMk cId="612247809" sldId="1034"/>
            <ac:picMk id="9" creationId="{9B60523D-4465-9791-7F50-6F77553AB778}"/>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AE6F21-F9AA-B804-F44A-0E1CBE7D104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dirty="0"/>
          </a:p>
        </p:txBody>
      </p:sp>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D913024-4032-4B4F-8680-09D5E08EDB6E}" type="datetimeFigureOut">
              <a:rPr lang="en-GB" smtClean="0"/>
              <a:t>30/03/2026</a:t>
            </a:fld>
            <a:endParaRPr lang="en-GB"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49E357A0-8177-46BC-BFCE-19D99E3453CC}" type="slidenum">
              <a:rPr lang="en-GB" smtClean="0"/>
              <a:t>‹#›</a:t>
            </a:fld>
            <a:endParaRPr lang="en-GB"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n-GB" sz="1200"/>
            </a:lvl1pPr>
          </a:lstStyle>
          <a:p>
            <a:pPr rtl="0"/>
            <a:endParaRPr lang="en-GB"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n-GB" sz="1200"/>
            </a:lvl1pPr>
          </a:lstStyle>
          <a:p>
            <a:pPr rtl="0"/>
            <a:fld id="{F2AE225E-43E0-7047-8ADB-DD9EBB41B4D0}" type="datetimeFigureOut">
              <a:rPr lang="en-GB" noProof="0" smtClean="0"/>
              <a:t>30/03/2026</a:t>
            </a:fld>
            <a:endParaRPr lang="en-GB"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n-GB"/>
            </a:defPPr>
          </a:lstStyle>
          <a:p>
            <a:pPr rtl="0"/>
            <a:endParaRPr lang="en-GB"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n-GB"/>
            </a:def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Fourth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n-GB" sz="1200"/>
            </a:lvl1pPr>
          </a:lstStyle>
          <a:p>
            <a:pPr rtl="0"/>
            <a:endParaRPr lang="en-GB"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n-GB" sz="1200"/>
            </a:lvl1pPr>
          </a:lstStyle>
          <a:p>
            <a:pPr rtl="0"/>
            <a:fld id="{7C366290-4595-5745-A50F-D5EC13BAC604}" type="slidenum">
              <a:rPr lang="en-GB" noProof="0" smtClean="0"/>
              <a:t>‹#›</a:t>
            </a:fld>
            <a:endParaRPr lang="en-GB"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lang="en-GB" sz="1200" kern="1200">
        <a:solidFill>
          <a:schemeClr val="tx1"/>
        </a:solidFill>
        <a:latin typeface="+mn-lt"/>
        <a:ea typeface="+mn-ea"/>
        <a:cs typeface="+mn-cs"/>
      </a:defRPr>
    </a:lvl1pPr>
    <a:lvl2pPr marL="457200" algn="l" defTabSz="914400" rtl="0" eaLnBrk="1" latinLnBrk="0" hangingPunct="1">
      <a:defRPr lang="en-GB" sz="1200" kern="1200">
        <a:solidFill>
          <a:schemeClr val="tx1"/>
        </a:solidFill>
        <a:latin typeface="+mn-lt"/>
        <a:ea typeface="+mn-ea"/>
        <a:cs typeface="+mn-cs"/>
      </a:defRPr>
    </a:lvl2pPr>
    <a:lvl3pPr marL="914400" algn="l" defTabSz="914400" rtl="0" eaLnBrk="1" latinLnBrk="0" hangingPunct="1">
      <a:defRPr lang="en-GB" sz="1200" kern="1200">
        <a:solidFill>
          <a:schemeClr val="tx1"/>
        </a:solidFill>
        <a:latin typeface="+mn-lt"/>
        <a:ea typeface="+mn-ea"/>
        <a:cs typeface="+mn-cs"/>
      </a:defRPr>
    </a:lvl3pPr>
    <a:lvl4pPr marL="1371600" algn="l" defTabSz="914400" rtl="0" eaLnBrk="1" latinLnBrk="0" hangingPunct="1">
      <a:defRPr lang="en-GB" sz="1200" kern="1200">
        <a:solidFill>
          <a:schemeClr val="tx1"/>
        </a:solidFill>
        <a:latin typeface="+mn-lt"/>
        <a:ea typeface="+mn-ea"/>
        <a:cs typeface="+mn-cs"/>
      </a:defRPr>
    </a:lvl4pPr>
    <a:lvl5pPr marL="1828800" algn="l" defTabSz="914400" rtl="0" eaLnBrk="1" latinLnBrk="0" hangingPunct="1">
      <a:defRPr lang="en-GB" sz="1200" kern="1200">
        <a:solidFill>
          <a:schemeClr val="tx1"/>
        </a:solidFill>
        <a:latin typeface="+mn-lt"/>
        <a:ea typeface="+mn-ea"/>
        <a:cs typeface="+mn-cs"/>
      </a:defRPr>
    </a:lvl5pPr>
    <a:lvl6pPr marL="2286000" algn="l" defTabSz="914400" rtl="0" eaLnBrk="1" latinLnBrk="0" hangingPunct="1">
      <a:defRPr lang="en-GB" sz="1200" kern="1200">
        <a:solidFill>
          <a:schemeClr val="tx1"/>
        </a:solidFill>
        <a:latin typeface="+mn-lt"/>
        <a:ea typeface="+mn-ea"/>
        <a:cs typeface="+mn-cs"/>
      </a:defRPr>
    </a:lvl6pPr>
    <a:lvl7pPr marL="2743200" algn="l" defTabSz="914400" rtl="0" eaLnBrk="1" latinLnBrk="0" hangingPunct="1">
      <a:defRPr lang="en-GB" sz="1200" kern="1200">
        <a:solidFill>
          <a:schemeClr val="tx1"/>
        </a:solidFill>
        <a:latin typeface="+mn-lt"/>
        <a:ea typeface="+mn-ea"/>
        <a:cs typeface="+mn-cs"/>
      </a:defRPr>
    </a:lvl7pPr>
    <a:lvl8pPr marL="3200400" algn="l" defTabSz="914400" rtl="0" eaLnBrk="1" latinLnBrk="0" hangingPunct="1">
      <a:defRPr lang="en-GB" sz="1200" kern="1200">
        <a:solidFill>
          <a:schemeClr val="tx1"/>
        </a:solidFill>
        <a:latin typeface="+mn-lt"/>
        <a:ea typeface="+mn-ea"/>
        <a:cs typeface="+mn-cs"/>
      </a:defRPr>
    </a:lvl8pPr>
    <a:lvl9pPr marL="3657600" algn="l" defTabSz="914400" rtl="0" eaLnBrk="1" latinLnBrk="0" hangingPunct="1">
      <a:defRPr lang="en-GB"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1</a:t>
            </a:fld>
            <a:endParaRPr lang="en-GB"/>
          </a:p>
        </p:txBody>
      </p:sp>
    </p:spTree>
    <p:extLst>
      <p:ext uri="{BB962C8B-B14F-4D97-AF65-F5344CB8AC3E}">
        <p14:creationId xmlns:p14="http://schemas.microsoft.com/office/powerpoint/2010/main" val="3149589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7C366290-4595-5745-A50F-D5EC13BAC604}" type="slidenum">
              <a:rPr lang="en-GB" smtClean="0"/>
              <a:t>35</a:t>
            </a:fld>
            <a:endParaRPr lang="en-GB"/>
          </a:p>
        </p:txBody>
      </p:sp>
    </p:spTree>
    <p:extLst>
      <p:ext uri="{BB962C8B-B14F-4D97-AF65-F5344CB8AC3E}">
        <p14:creationId xmlns:p14="http://schemas.microsoft.com/office/powerpoint/2010/main" val="179850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33D3C5-C513-43F4-A4D6-A2D1D297FCB0}" type="datetimeFigureOut">
              <a:rPr lang="en-GB" smtClean="0"/>
              <a:t>30/03/2026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8BE21A-0860-4DF1-B29E-E3B1418E0AF4}" type="slidenum">
              <a:rPr lang="en-GB" smtClean="0"/>
              <a:t>‹#›</a:t>
            </a:fld>
            <a:endParaRPr lang="en-GB"/>
          </a:p>
        </p:txBody>
      </p:sp>
      <p:sp>
        <p:nvSpPr>
          <p:cNvPr id="7" name="Freeform: Shape 6">
            <a:extLst>
              <a:ext uri="{FF2B5EF4-FFF2-40B4-BE49-F238E27FC236}">
                <a16:creationId xmlns:a16="http://schemas.microsoft.com/office/drawing/2014/main" id="{A1E48223-F4A1-8F60-AA22-EBDDC42E5A48}"/>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59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GB"/>
            </a:defPPr>
          </a:lstStyle>
          <a:p>
            <a:pPr algn="ctr" rtl="0"/>
            <a:endParaRPr lang="en-GB" dirty="0"/>
          </a:p>
        </p:txBody>
      </p:sp>
      <p:sp>
        <p:nvSpPr>
          <p:cNvPr id="8" name="Freeform: Shape 7">
            <a:extLst>
              <a:ext uri="{FF2B5EF4-FFF2-40B4-BE49-F238E27FC236}">
                <a16:creationId xmlns:a16="http://schemas.microsoft.com/office/drawing/2014/main" id="{F7D37D5C-3AEC-BF8C-8DD4-4B7F569B5123}"/>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314B053A-CAF8-DF97-BD72-A4DA6E275029}"/>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0624B72E-9F13-C9C7-4309-EE5C54929E9B}"/>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548065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4" name="Freeform: Shape 3">
            <a:extLst>
              <a:ext uri="{FF2B5EF4-FFF2-40B4-BE49-F238E27FC236}">
                <a16:creationId xmlns:a16="http://schemas.microsoft.com/office/drawing/2014/main" id="{FB5ABD66-23DB-A7AE-959F-8E7F41C4D663}"/>
              </a:ext>
            </a:extLst>
          </p:cNvPr>
          <p:cNvSpPr/>
          <p:nvPr userDrawn="1"/>
        </p:nvSpPr>
        <p:spPr>
          <a:xfrm>
            <a:off x="8645826" y="0"/>
            <a:ext cx="3546175" cy="4669896"/>
          </a:xfrm>
          <a:custGeom>
            <a:avLst/>
            <a:gdLst>
              <a:gd name="connsiteX0" fmla="*/ 196669 w 3546175"/>
              <a:gd name="connsiteY0" fmla="*/ 0 h 4669896"/>
              <a:gd name="connsiteX1" fmla="*/ 3546175 w 3546175"/>
              <a:gd name="connsiteY1" fmla="*/ 0 h 4669896"/>
              <a:gd name="connsiteX2" fmla="*/ 3546175 w 3546175"/>
              <a:gd name="connsiteY2" fmla="*/ 4669896 h 4669896"/>
              <a:gd name="connsiteX3" fmla="*/ 3301022 w 3546175"/>
              <a:gd name="connsiteY3" fmla="*/ 4559120 h 4669896"/>
              <a:gd name="connsiteX4" fmla="*/ 294600 w 3546175"/>
              <a:gd name="connsiteY4" fmla="*/ 2329081 h 4669896"/>
              <a:gd name="connsiteX5" fmla="*/ 758 w 3546175"/>
              <a:gd name="connsiteY5" fmla="*/ 920518 h 4669896"/>
              <a:gd name="connsiteX6" fmla="*/ 124987 w 3546175"/>
              <a:gd name="connsiteY6" fmla="*/ 162828 h 466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46175" h="4669896">
                <a:moveTo>
                  <a:pt x="196669" y="0"/>
                </a:moveTo>
                <a:lnTo>
                  <a:pt x="3546175" y="0"/>
                </a:lnTo>
                <a:lnTo>
                  <a:pt x="3546175" y="4669896"/>
                </a:lnTo>
                <a:lnTo>
                  <a:pt x="3301022" y="4559120"/>
                </a:lnTo>
                <a:cubicBezTo>
                  <a:pt x="1737541" y="3850476"/>
                  <a:pt x="786681" y="3370244"/>
                  <a:pt x="294600" y="2329081"/>
                </a:cubicBezTo>
                <a:cubicBezTo>
                  <a:pt x="26188" y="1761108"/>
                  <a:pt x="-5879" y="1237338"/>
                  <a:pt x="758" y="920518"/>
                </a:cubicBezTo>
                <a:cubicBezTo>
                  <a:pt x="-1092" y="722283"/>
                  <a:pt x="18818" y="445104"/>
                  <a:pt x="124987" y="162828"/>
                </a:cubicBezTo>
                <a:close/>
              </a:path>
            </a:pathLst>
          </a:custGeom>
          <a:solidFill>
            <a:schemeClr val="accent2">
              <a:lumMod val="60000"/>
              <a:lumOff val="40000"/>
              <a:alpha val="3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8B6DE5F8-6F75-3A93-0611-68422360713F}"/>
              </a:ext>
            </a:extLst>
          </p:cNvPr>
          <p:cNvSpPr/>
          <p:nvPr userDrawn="1"/>
        </p:nvSpPr>
        <p:spPr>
          <a:xfrm>
            <a:off x="9843584" y="1681979"/>
            <a:ext cx="2357774" cy="5185045"/>
          </a:xfrm>
          <a:custGeom>
            <a:avLst/>
            <a:gdLst>
              <a:gd name="connsiteX0" fmla="*/ 1569604 w 2355896"/>
              <a:gd name="connsiteY0" fmla="*/ 930 h 5176020"/>
              <a:gd name="connsiteX1" fmla="*/ 2294545 w 2355896"/>
              <a:gd name="connsiteY1" fmla="*/ 262206 h 5176020"/>
              <a:gd name="connsiteX2" fmla="*/ 2355896 w 2355896"/>
              <a:gd name="connsiteY2" fmla="*/ 305299 h 5176020"/>
              <a:gd name="connsiteX3" fmla="*/ 2355896 w 2355896"/>
              <a:gd name="connsiteY3" fmla="*/ 5176020 h 5176020"/>
              <a:gd name="connsiteX4" fmla="*/ 1257259 w 2355896"/>
              <a:gd name="connsiteY4" fmla="*/ 5176020 h 5176020"/>
              <a:gd name="connsiteX5" fmla="*/ 1235764 w 2355896"/>
              <a:gd name="connsiteY5" fmla="*/ 5150921 h 5176020"/>
              <a:gd name="connsiteX6" fmla="*/ 706756 w 2355896"/>
              <a:gd name="connsiteY6" fmla="*/ 4186633 h 5176020"/>
              <a:gd name="connsiteX7" fmla="*/ 87362 w 2355896"/>
              <a:gd name="connsiteY7" fmla="*/ 1347390 h 5176020"/>
              <a:gd name="connsiteX8" fmla="*/ 604815 w 2355896"/>
              <a:gd name="connsiteY8" fmla="*/ 465087 h 5176020"/>
              <a:gd name="connsiteX9" fmla="*/ 1426482 w 2355896"/>
              <a:gd name="connsiteY9" fmla="*/ 5354 h 5176020"/>
              <a:gd name="connsiteX10" fmla="*/ 1569604 w 2355896"/>
              <a:gd name="connsiteY10" fmla="*/ 930 h 5176020"/>
              <a:gd name="connsiteX0" fmla="*/ 2355896 w 2445269"/>
              <a:gd name="connsiteY0" fmla="*/ 305299 h 5176020"/>
              <a:gd name="connsiteX1" fmla="*/ 2355896 w 2445269"/>
              <a:gd name="connsiteY1" fmla="*/ 5176020 h 5176020"/>
              <a:gd name="connsiteX2" fmla="*/ 1257259 w 2445269"/>
              <a:gd name="connsiteY2" fmla="*/ 5176020 h 5176020"/>
              <a:gd name="connsiteX3" fmla="*/ 1235764 w 2445269"/>
              <a:gd name="connsiteY3" fmla="*/ 5150921 h 5176020"/>
              <a:gd name="connsiteX4" fmla="*/ 706756 w 2445269"/>
              <a:gd name="connsiteY4" fmla="*/ 4186633 h 5176020"/>
              <a:gd name="connsiteX5" fmla="*/ 87362 w 2445269"/>
              <a:gd name="connsiteY5" fmla="*/ 1347390 h 5176020"/>
              <a:gd name="connsiteX6" fmla="*/ 604815 w 2445269"/>
              <a:gd name="connsiteY6" fmla="*/ 465087 h 5176020"/>
              <a:gd name="connsiteX7" fmla="*/ 1426482 w 2445269"/>
              <a:gd name="connsiteY7" fmla="*/ 5354 h 5176020"/>
              <a:gd name="connsiteX8" fmla="*/ 1569604 w 2445269"/>
              <a:gd name="connsiteY8" fmla="*/ 930 h 5176020"/>
              <a:gd name="connsiteX9" fmla="*/ 2294545 w 2445269"/>
              <a:gd name="connsiteY9" fmla="*/ 262206 h 5176020"/>
              <a:gd name="connsiteX10" fmla="*/ 2445269 w 2445269"/>
              <a:gd name="connsiteY10" fmla="*/ 396137 h 5176020"/>
              <a:gd name="connsiteX0" fmla="*/ 2355896 w 2445269"/>
              <a:gd name="connsiteY0" fmla="*/ 5176020 h 5176020"/>
              <a:gd name="connsiteX1" fmla="*/ 1257259 w 2445269"/>
              <a:gd name="connsiteY1" fmla="*/ 5176020 h 5176020"/>
              <a:gd name="connsiteX2" fmla="*/ 1235764 w 2445269"/>
              <a:gd name="connsiteY2" fmla="*/ 5150921 h 5176020"/>
              <a:gd name="connsiteX3" fmla="*/ 706756 w 2445269"/>
              <a:gd name="connsiteY3" fmla="*/ 4186633 h 5176020"/>
              <a:gd name="connsiteX4" fmla="*/ 87362 w 2445269"/>
              <a:gd name="connsiteY4" fmla="*/ 1347390 h 5176020"/>
              <a:gd name="connsiteX5" fmla="*/ 604815 w 2445269"/>
              <a:gd name="connsiteY5" fmla="*/ 465087 h 5176020"/>
              <a:gd name="connsiteX6" fmla="*/ 1426482 w 2445269"/>
              <a:gd name="connsiteY6" fmla="*/ 5354 h 5176020"/>
              <a:gd name="connsiteX7" fmla="*/ 1569604 w 2445269"/>
              <a:gd name="connsiteY7" fmla="*/ 930 h 5176020"/>
              <a:gd name="connsiteX8" fmla="*/ 2294545 w 2445269"/>
              <a:gd name="connsiteY8" fmla="*/ 262206 h 5176020"/>
              <a:gd name="connsiteX9" fmla="*/ 2445269 w 2445269"/>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294545 w 2440304"/>
              <a:gd name="connsiteY8" fmla="*/ 262206 h 5176020"/>
              <a:gd name="connsiteX9" fmla="*/ 2440304 w 2440304"/>
              <a:gd name="connsiteY9" fmla="*/ 396137 h 5176020"/>
              <a:gd name="connsiteX0" fmla="*/ 2355896 w 2440304"/>
              <a:gd name="connsiteY0" fmla="*/ 5176020 h 5176020"/>
              <a:gd name="connsiteX1" fmla="*/ 1257259 w 2440304"/>
              <a:gd name="connsiteY1" fmla="*/ 5176020 h 5176020"/>
              <a:gd name="connsiteX2" fmla="*/ 1235764 w 2440304"/>
              <a:gd name="connsiteY2" fmla="*/ 5150921 h 5176020"/>
              <a:gd name="connsiteX3" fmla="*/ 706756 w 2440304"/>
              <a:gd name="connsiteY3" fmla="*/ 4186633 h 5176020"/>
              <a:gd name="connsiteX4" fmla="*/ 87362 w 2440304"/>
              <a:gd name="connsiteY4" fmla="*/ 1347390 h 5176020"/>
              <a:gd name="connsiteX5" fmla="*/ 604815 w 2440304"/>
              <a:gd name="connsiteY5" fmla="*/ 465087 h 5176020"/>
              <a:gd name="connsiteX6" fmla="*/ 1426482 w 2440304"/>
              <a:gd name="connsiteY6" fmla="*/ 5354 h 5176020"/>
              <a:gd name="connsiteX7" fmla="*/ 1569604 w 2440304"/>
              <a:gd name="connsiteY7" fmla="*/ 930 h 5176020"/>
              <a:gd name="connsiteX8" fmla="*/ 2304475 w 2440304"/>
              <a:gd name="connsiteY8" fmla="*/ 274822 h 5176020"/>
              <a:gd name="connsiteX9" fmla="*/ 2440304 w 2440304"/>
              <a:gd name="connsiteY9" fmla="*/ 396137 h 5176020"/>
              <a:gd name="connsiteX0" fmla="*/ 2355896 w 2355896"/>
              <a:gd name="connsiteY0" fmla="*/ 5176020 h 5176020"/>
              <a:gd name="connsiteX1" fmla="*/ 1257259 w 2355896"/>
              <a:gd name="connsiteY1" fmla="*/ 5176020 h 5176020"/>
              <a:gd name="connsiteX2" fmla="*/ 1235764 w 2355896"/>
              <a:gd name="connsiteY2" fmla="*/ 5150921 h 5176020"/>
              <a:gd name="connsiteX3" fmla="*/ 706756 w 2355896"/>
              <a:gd name="connsiteY3" fmla="*/ 4186633 h 5176020"/>
              <a:gd name="connsiteX4" fmla="*/ 87362 w 2355896"/>
              <a:gd name="connsiteY4" fmla="*/ 1347390 h 5176020"/>
              <a:gd name="connsiteX5" fmla="*/ 604815 w 2355896"/>
              <a:gd name="connsiteY5" fmla="*/ 465087 h 5176020"/>
              <a:gd name="connsiteX6" fmla="*/ 1426482 w 2355896"/>
              <a:gd name="connsiteY6" fmla="*/ 5354 h 5176020"/>
              <a:gd name="connsiteX7" fmla="*/ 1569604 w 2355896"/>
              <a:gd name="connsiteY7" fmla="*/ 930 h 5176020"/>
              <a:gd name="connsiteX8" fmla="*/ 2304475 w 2355896"/>
              <a:gd name="connsiteY8" fmla="*/ 274822 h 5176020"/>
              <a:gd name="connsiteX0" fmla="*/ 1257259 w 2304475"/>
              <a:gd name="connsiteY0" fmla="*/ 5176020 h 5176020"/>
              <a:gd name="connsiteX1" fmla="*/ 1235764 w 2304475"/>
              <a:gd name="connsiteY1" fmla="*/ 5150921 h 5176020"/>
              <a:gd name="connsiteX2" fmla="*/ 706756 w 2304475"/>
              <a:gd name="connsiteY2" fmla="*/ 4186633 h 5176020"/>
              <a:gd name="connsiteX3" fmla="*/ 87362 w 2304475"/>
              <a:gd name="connsiteY3" fmla="*/ 1347390 h 5176020"/>
              <a:gd name="connsiteX4" fmla="*/ 604815 w 2304475"/>
              <a:gd name="connsiteY4" fmla="*/ 465087 h 5176020"/>
              <a:gd name="connsiteX5" fmla="*/ 1426482 w 2304475"/>
              <a:gd name="connsiteY5" fmla="*/ 5354 h 5176020"/>
              <a:gd name="connsiteX6" fmla="*/ 1569604 w 2304475"/>
              <a:gd name="connsiteY6" fmla="*/ 930 h 5176020"/>
              <a:gd name="connsiteX7" fmla="*/ 2304475 w 2304475"/>
              <a:gd name="connsiteY7" fmla="*/ 274822 h 5176020"/>
              <a:gd name="connsiteX0" fmla="*/ 1235764 w 2304475"/>
              <a:gd name="connsiteY0" fmla="*/ 5150921 h 5150921"/>
              <a:gd name="connsiteX1" fmla="*/ 706756 w 2304475"/>
              <a:gd name="connsiteY1" fmla="*/ 4186633 h 5150921"/>
              <a:gd name="connsiteX2" fmla="*/ 87362 w 2304475"/>
              <a:gd name="connsiteY2" fmla="*/ 1347390 h 5150921"/>
              <a:gd name="connsiteX3" fmla="*/ 604815 w 2304475"/>
              <a:gd name="connsiteY3" fmla="*/ 465087 h 5150921"/>
              <a:gd name="connsiteX4" fmla="*/ 1426482 w 2304475"/>
              <a:gd name="connsiteY4" fmla="*/ 5354 h 5150921"/>
              <a:gd name="connsiteX5" fmla="*/ 1569604 w 2304475"/>
              <a:gd name="connsiteY5" fmla="*/ 930 h 5150921"/>
              <a:gd name="connsiteX6" fmla="*/ 2304475 w 2304475"/>
              <a:gd name="connsiteY6" fmla="*/ 274822 h 5150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4475" h="5150921">
                <a:moveTo>
                  <a:pt x="1235764" y="5150921"/>
                </a:moveTo>
                <a:cubicBezTo>
                  <a:pt x="1089744" y="4970003"/>
                  <a:pt x="919633" y="4675268"/>
                  <a:pt x="706756" y="4186633"/>
                </a:cubicBezTo>
                <a:cubicBezTo>
                  <a:pt x="159927" y="2931459"/>
                  <a:pt x="-166151" y="2182975"/>
                  <a:pt x="87362" y="1347390"/>
                </a:cubicBezTo>
                <a:cubicBezTo>
                  <a:pt x="217029" y="920066"/>
                  <a:pt x="450111" y="628826"/>
                  <a:pt x="604815" y="465087"/>
                </a:cubicBezTo>
                <a:cubicBezTo>
                  <a:pt x="754631" y="296578"/>
                  <a:pt x="1030250" y="48187"/>
                  <a:pt x="1426482" y="5354"/>
                </a:cubicBezTo>
                <a:cubicBezTo>
                  <a:pt x="1473780" y="240"/>
                  <a:pt x="1521538" y="-1153"/>
                  <a:pt x="1569604" y="930"/>
                </a:cubicBezTo>
                <a:cubicBezTo>
                  <a:pt x="1809933" y="11345"/>
                  <a:pt x="2067880" y="121265"/>
                  <a:pt x="2304475" y="274822"/>
                </a:cubicBezTo>
              </a:path>
            </a:pathLst>
          </a:custGeom>
          <a:noFill/>
          <a:ln w="69850"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41954490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33D3C5-C513-43F4-A4D6-A2D1D297FCB0}" type="datetimeFigureOut">
              <a:rPr lang="en-GB" smtClean="0"/>
              <a:t>30/03/2026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28BE21A-0860-4DF1-B29E-E3B1418E0AF4}" type="slidenum">
              <a:rPr lang="en-GB" smtClean="0"/>
              <a:t>‹#›</a:t>
            </a:fld>
            <a:endParaRPr lang="en-GB"/>
          </a:p>
        </p:txBody>
      </p:sp>
      <p:sp>
        <p:nvSpPr>
          <p:cNvPr id="7" name="Freeform: Shape 6">
            <a:extLst>
              <a:ext uri="{FF2B5EF4-FFF2-40B4-BE49-F238E27FC236}">
                <a16:creationId xmlns:a16="http://schemas.microsoft.com/office/drawing/2014/main" id="{01354E6D-E1F4-CCC1-CE42-79916D03C780}"/>
              </a:ext>
            </a:extLst>
          </p:cNvPr>
          <p:cNvSpPr/>
          <p:nvPr userDrawn="1"/>
        </p:nvSpPr>
        <p:spPr>
          <a:xfrm>
            <a:off x="1" y="1454554"/>
            <a:ext cx="7279953" cy="5403446"/>
          </a:xfrm>
          <a:custGeom>
            <a:avLst/>
            <a:gdLst>
              <a:gd name="connsiteX0" fmla="*/ 2849225 w 7279953"/>
              <a:gd name="connsiteY0" fmla="*/ 1991 h 5403446"/>
              <a:gd name="connsiteX1" fmla="*/ 5787175 w 7279953"/>
              <a:gd name="connsiteY1" fmla="*/ 802235 h 5403446"/>
              <a:gd name="connsiteX2" fmla="*/ 7222098 w 7279953"/>
              <a:gd name="connsiteY2" fmla="*/ 5257058 h 5403446"/>
              <a:gd name="connsiteX3" fmla="*/ 7198134 w 7279953"/>
              <a:gd name="connsiteY3" fmla="*/ 5403446 h 5403446"/>
              <a:gd name="connsiteX4" fmla="*/ 0 w 7279953"/>
              <a:gd name="connsiteY4" fmla="*/ 5403446 h 5403446"/>
              <a:gd name="connsiteX5" fmla="*/ 0 w 7279953"/>
              <a:gd name="connsiteY5" fmla="*/ 593527 h 5403446"/>
              <a:gd name="connsiteX6" fmla="*/ 151492 w 7279953"/>
              <a:gd name="connsiteY6" fmla="*/ 533307 h 5403446"/>
              <a:gd name="connsiteX7" fmla="*/ 2849225 w 7279953"/>
              <a:gd name="connsiteY7" fmla="*/ 1991 h 5403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79953" h="5403446">
                <a:moveTo>
                  <a:pt x="2849225" y="1991"/>
                </a:moveTo>
                <a:cubicBezTo>
                  <a:pt x="3990388" y="-25010"/>
                  <a:pt x="5049890" y="221659"/>
                  <a:pt x="5787175" y="802235"/>
                </a:cubicBezTo>
                <a:cubicBezTo>
                  <a:pt x="6927689" y="1700322"/>
                  <a:pt x="7466345" y="3530716"/>
                  <a:pt x="7222098" y="5257058"/>
                </a:cubicBezTo>
                <a:lnTo>
                  <a:pt x="7198134" y="5403446"/>
                </a:lnTo>
                <a:lnTo>
                  <a:pt x="0" y="5403446"/>
                </a:lnTo>
                <a:lnTo>
                  <a:pt x="0" y="593527"/>
                </a:lnTo>
                <a:lnTo>
                  <a:pt x="151492" y="533307"/>
                </a:lnTo>
                <a:cubicBezTo>
                  <a:pt x="1024681" y="209544"/>
                  <a:pt x="1961653" y="22991"/>
                  <a:pt x="2849225" y="1991"/>
                </a:cubicBezTo>
                <a:close/>
              </a:path>
            </a:pathLst>
          </a:custGeom>
          <a:solidFill>
            <a:schemeClr val="accent2">
              <a:lumMod val="75000"/>
              <a:alpha val="58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Freeform: Shape 7">
            <a:extLst>
              <a:ext uri="{FF2B5EF4-FFF2-40B4-BE49-F238E27FC236}">
                <a16:creationId xmlns:a16="http://schemas.microsoft.com/office/drawing/2014/main" id="{3C57BD73-8DAD-5762-B57C-177ECEEACFC6}"/>
              </a:ext>
            </a:extLst>
          </p:cNvPr>
          <p:cNvSpPr/>
          <p:nvPr userDrawn="1"/>
        </p:nvSpPr>
        <p:spPr>
          <a:xfrm>
            <a:off x="1" y="1"/>
            <a:ext cx="5306847" cy="4114703"/>
          </a:xfrm>
          <a:custGeom>
            <a:avLst/>
            <a:gdLst>
              <a:gd name="connsiteX0" fmla="*/ 1128214 w 5306847"/>
              <a:gd name="connsiteY0" fmla="*/ 3116019 h 4114703"/>
              <a:gd name="connsiteX1" fmla="*/ 835809 w 5306847"/>
              <a:gd name="connsiteY1" fmla="*/ 3193860 h 4114703"/>
              <a:gd name="connsiteX2" fmla="*/ 1244658 w 5306847"/>
              <a:gd name="connsiteY2" fmla="*/ 3132653 h 4114703"/>
              <a:gd name="connsiteX3" fmla="*/ 1128214 w 5306847"/>
              <a:gd name="connsiteY3" fmla="*/ 3116019 h 4114703"/>
              <a:gd name="connsiteX4" fmla="*/ 593382 w 5306847"/>
              <a:gd name="connsiteY4" fmla="*/ 3062082 h 4114703"/>
              <a:gd name="connsiteX5" fmla="*/ 746859 w 5306847"/>
              <a:gd name="connsiteY5" fmla="*/ 3073079 h 4114703"/>
              <a:gd name="connsiteX6" fmla="*/ 593382 w 5306847"/>
              <a:gd name="connsiteY6" fmla="*/ 3062082 h 4114703"/>
              <a:gd name="connsiteX7" fmla="*/ 0 w 5306847"/>
              <a:gd name="connsiteY7" fmla="*/ 2705805 h 4114703"/>
              <a:gd name="connsiteX8" fmla="*/ 793045 w 5306847"/>
              <a:gd name="connsiteY8" fmla="*/ 2775067 h 4114703"/>
              <a:gd name="connsiteX9" fmla="*/ 1031840 w 5306847"/>
              <a:gd name="connsiteY9" fmla="*/ 2810847 h 4114703"/>
              <a:gd name="connsiteX10" fmla="*/ 1026371 w 5306847"/>
              <a:gd name="connsiteY10" fmla="*/ 2848980 h 4114703"/>
              <a:gd name="connsiteX11" fmla="*/ 59068 w 5306847"/>
              <a:gd name="connsiteY11" fmla="*/ 2811901 h 4114703"/>
              <a:gd name="connsiteX12" fmla="*/ 50283 w 5306847"/>
              <a:gd name="connsiteY12" fmla="*/ 2852290 h 4114703"/>
              <a:gd name="connsiteX13" fmla="*/ 316347 w 5306847"/>
              <a:gd name="connsiteY13" fmla="*/ 2928972 h 4114703"/>
              <a:gd name="connsiteX14" fmla="*/ 1075878 w 5306847"/>
              <a:gd name="connsiteY14" fmla="*/ 2984948 h 4114703"/>
              <a:gd name="connsiteX15" fmla="*/ 1383585 w 5306847"/>
              <a:gd name="connsiteY15" fmla="*/ 2941791 h 4114703"/>
              <a:gd name="connsiteX16" fmla="*/ 1495153 w 5306847"/>
              <a:gd name="connsiteY16" fmla="*/ 3004988 h 4114703"/>
              <a:gd name="connsiteX17" fmla="*/ 1311595 w 5306847"/>
              <a:gd name="connsiteY17" fmla="*/ 3096004 h 4114703"/>
              <a:gd name="connsiteX18" fmla="*/ 1793219 w 5306847"/>
              <a:gd name="connsiteY18" fmla="*/ 3146904 h 4114703"/>
              <a:gd name="connsiteX19" fmla="*/ 1246095 w 5306847"/>
              <a:gd name="connsiteY19" fmla="*/ 3233913 h 4114703"/>
              <a:gd name="connsiteX20" fmla="*/ 1243573 w 5306847"/>
              <a:gd name="connsiteY20" fmla="*/ 3281681 h 4114703"/>
              <a:gd name="connsiteX21" fmla="*/ 1569927 w 5306847"/>
              <a:gd name="connsiteY21" fmla="*/ 3348255 h 4114703"/>
              <a:gd name="connsiteX22" fmla="*/ 1898220 w 5306847"/>
              <a:gd name="connsiteY22" fmla="*/ 3518678 h 4114703"/>
              <a:gd name="connsiteX23" fmla="*/ 1379583 w 5306847"/>
              <a:gd name="connsiteY23" fmla="*/ 3393314 h 4114703"/>
              <a:gd name="connsiteX24" fmla="*/ 1365854 w 5306847"/>
              <a:gd name="connsiteY24" fmla="*/ 3430365 h 4114703"/>
              <a:gd name="connsiteX25" fmla="*/ 1899877 w 5306847"/>
              <a:gd name="connsiteY25" fmla="*/ 3756354 h 4114703"/>
              <a:gd name="connsiteX26" fmla="*/ 1390394 w 5306847"/>
              <a:gd name="connsiteY26" fmla="*/ 3559368 h 4114703"/>
              <a:gd name="connsiteX27" fmla="*/ 1652019 w 5306847"/>
              <a:gd name="connsiteY27" fmla="*/ 3834080 h 4114703"/>
              <a:gd name="connsiteX28" fmla="*/ 1277598 w 5306847"/>
              <a:gd name="connsiteY28" fmla="*/ 3652747 h 4114703"/>
              <a:gd name="connsiteX29" fmla="*/ 1363636 w 5306847"/>
              <a:gd name="connsiteY29" fmla="*/ 4114703 h 4114703"/>
              <a:gd name="connsiteX30" fmla="*/ 1003785 w 5306847"/>
              <a:gd name="connsiteY30" fmla="*/ 3536203 h 4114703"/>
              <a:gd name="connsiteX31" fmla="*/ 1137175 w 5306847"/>
              <a:gd name="connsiteY31" fmla="*/ 3932544 h 4114703"/>
              <a:gd name="connsiteX32" fmla="*/ 1092633 w 5306847"/>
              <a:gd name="connsiteY32" fmla="*/ 3954634 h 4114703"/>
              <a:gd name="connsiteX33" fmla="*/ 981708 w 5306847"/>
              <a:gd name="connsiteY33" fmla="*/ 3767746 h 4114703"/>
              <a:gd name="connsiteX34" fmla="*/ 816353 w 5306847"/>
              <a:gd name="connsiteY34" fmla="*/ 3458203 h 4114703"/>
              <a:gd name="connsiteX35" fmla="*/ 612237 w 5306847"/>
              <a:gd name="connsiteY35" fmla="*/ 3330261 h 4114703"/>
              <a:gd name="connsiteX36" fmla="*/ 782209 w 5306847"/>
              <a:gd name="connsiteY36" fmla="*/ 3785035 h 4114703"/>
              <a:gd name="connsiteX37" fmla="*/ 359536 w 5306847"/>
              <a:gd name="connsiteY37" fmla="*/ 3187049 h 4114703"/>
              <a:gd name="connsiteX38" fmla="*/ 316861 w 5306847"/>
              <a:gd name="connsiteY38" fmla="*/ 3207700 h 4114703"/>
              <a:gd name="connsiteX39" fmla="*/ 519543 w 5306847"/>
              <a:gd name="connsiteY39" fmla="*/ 3770012 h 4114703"/>
              <a:gd name="connsiteX40" fmla="*/ 119870 w 5306847"/>
              <a:gd name="connsiteY40" fmla="*/ 3080521 h 4114703"/>
              <a:gd name="connsiteX41" fmla="*/ 155937 w 5306847"/>
              <a:gd name="connsiteY41" fmla="*/ 3674683 h 4114703"/>
              <a:gd name="connsiteX42" fmla="*/ 39600 w 5306847"/>
              <a:gd name="connsiteY42" fmla="*/ 3316729 h 4114703"/>
              <a:gd name="connsiteX43" fmla="*/ 0 w 5306847"/>
              <a:gd name="connsiteY43" fmla="*/ 3138695 h 4114703"/>
              <a:gd name="connsiteX44" fmla="*/ 0 w 5306847"/>
              <a:gd name="connsiteY44" fmla="*/ 2448197 h 4114703"/>
              <a:gd name="connsiteX45" fmla="*/ 55485 w 5306847"/>
              <a:gd name="connsiteY45" fmla="*/ 2448349 h 4114703"/>
              <a:gd name="connsiteX46" fmla="*/ 127415 w 5306847"/>
              <a:gd name="connsiteY46" fmla="*/ 2484330 h 4114703"/>
              <a:gd name="connsiteX47" fmla="*/ 35102 w 5306847"/>
              <a:gd name="connsiteY47" fmla="*/ 2503119 h 4114703"/>
              <a:gd name="connsiteX48" fmla="*/ 0 w 5306847"/>
              <a:gd name="connsiteY48" fmla="*/ 2507241 h 4114703"/>
              <a:gd name="connsiteX49" fmla="*/ 0 w 5306847"/>
              <a:gd name="connsiteY49" fmla="*/ 1951810 h 4114703"/>
              <a:gd name="connsiteX50" fmla="*/ 65069 w 5306847"/>
              <a:gd name="connsiteY50" fmla="*/ 1993449 h 4114703"/>
              <a:gd name="connsiteX51" fmla="*/ 541335 w 5306847"/>
              <a:gd name="connsiteY51" fmla="*/ 2322212 h 4114703"/>
              <a:gd name="connsiteX52" fmla="*/ 95359 w 5306847"/>
              <a:gd name="connsiteY52" fmla="*/ 2112344 h 4114703"/>
              <a:gd name="connsiteX53" fmla="*/ 0 w 5306847"/>
              <a:gd name="connsiteY53" fmla="*/ 2070199 h 4114703"/>
              <a:gd name="connsiteX54" fmla="*/ 1493216 w 5306847"/>
              <a:gd name="connsiteY54" fmla="*/ 1252887 h 4114703"/>
              <a:gd name="connsiteX55" fmla="*/ 774195 w 5306847"/>
              <a:gd name="connsiteY55" fmla="*/ 1512992 h 4114703"/>
              <a:gd name="connsiteX56" fmla="*/ 1493216 w 5306847"/>
              <a:gd name="connsiteY56" fmla="*/ 1252887 h 4114703"/>
              <a:gd name="connsiteX57" fmla="*/ 76255 w 5306847"/>
              <a:gd name="connsiteY57" fmla="*/ 1097450 h 4114703"/>
              <a:gd name="connsiteX58" fmla="*/ 33618 w 5306847"/>
              <a:gd name="connsiteY58" fmla="*/ 1349175 h 4114703"/>
              <a:gd name="connsiteX59" fmla="*/ 0 w 5306847"/>
              <a:gd name="connsiteY59" fmla="*/ 1432332 h 4114703"/>
              <a:gd name="connsiteX60" fmla="*/ 0 w 5306847"/>
              <a:gd name="connsiteY60" fmla="*/ 1189112 h 4114703"/>
              <a:gd name="connsiteX61" fmla="*/ 2029776 w 5306847"/>
              <a:gd name="connsiteY61" fmla="*/ 932082 h 4114703"/>
              <a:gd name="connsiteX62" fmla="*/ 1584547 w 5306847"/>
              <a:gd name="connsiteY62" fmla="*/ 1035281 h 4114703"/>
              <a:gd name="connsiteX63" fmla="*/ 1855741 w 5306847"/>
              <a:gd name="connsiteY63" fmla="*/ 1119025 h 4114703"/>
              <a:gd name="connsiteX64" fmla="*/ 2029776 w 5306847"/>
              <a:gd name="connsiteY64" fmla="*/ 932082 h 4114703"/>
              <a:gd name="connsiteX65" fmla="*/ 2172757 w 5306847"/>
              <a:gd name="connsiteY65" fmla="*/ 756549 h 4114703"/>
              <a:gd name="connsiteX66" fmla="*/ 1449360 w 5306847"/>
              <a:gd name="connsiteY66" fmla="*/ 944440 h 4114703"/>
              <a:gd name="connsiteX67" fmla="*/ 1465019 w 5306847"/>
              <a:gd name="connsiteY67" fmla="*/ 953215 h 4114703"/>
              <a:gd name="connsiteX68" fmla="*/ 2108011 w 5306847"/>
              <a:gd name="connsiteY68" fmla="*/ 848645 h 4114703"/>
              <a:gd name="connsiteX69" fmla="*/ 2172757 w 5306847"/>
              <a:gd name="connsiteY69" fmla="*/ 756549 h 4114703"/>
              <a:gd name="connsiteX70" fmla="*/ 4252658 w 5306847"/>
              <a:gd name="connsiteY70" fmla="*/ 150792 h 4114703"/>
              <a:gd name="connsiteX71" fmla="*/ 3931686 w 5306847"/>
              <a:gd name="connsiteY71" fmla="*/ 459776 h 4114703"/>
              <a:gd name="connsiteX72" fmla="*/ 4132278 w 5306847"/>
              <a:gd name="connsiteY72" fmla="*/ 351481 h 4114703"/>
              <a:gd name="connsiteX73" fmla="*/ 4283202 w 5306847"/>
              <a:gd name="connsiteY73" fmla="*/ 178164 h 4114703"/>
              <a:gd name="connsiteX74" fmla="*/ 4252658 w 5306847"/>
              <a:gd name="connsiteY74" fmla="*/ 150792 h 4114703"/>
              <a:gd name="connsiteX75" fmla="*/ 3325439 w 5306847"/>
              <a:gd name="connsiteY75" fmla="*/ 0 h 4114703"/>
              <a:gd name="connsiteX76" fmla="*/ 3418746 w 5306847"/>
              <a:gd name="connsiteY76" fmla="*/ 0 h 4114703"/>
              <a:gd name="connsiteX77" fmla="*/ 3419677 w 5306847"/>
              <a:gd name="connsiteY77" fmla="*/ 8956 h 4114703"/>
              <a:gd name="connsiteX78" fmla="*/ 3293135 w 5306847"/>
              <a:gd name="connsiteY78" fmla="*/ 286266 h 4114703"/>
              <a:gd name="connsiteX79" fmla="*/ 3118350 w 5306847"/>
              <a:gd name="connsiteY79" fmla="*/ 657091 h 4114703"/>
              <a:gd name="connsiteX80" fmla="*/ 3329162 w 5306847"/>
              <a:gd name="connsiteY80" fmla="*/ 590326 h 4114703"/>
              <a:gd name="connsiteX81" fmla="*/ 3639279 w 5306847"/>
              <a:gd name="connsiteY81" fmla="*/ 4623 h 4114703"/>
              <a:gd name="connsiteX82" fmla="*/ 3642347 w 5306847"/>
              <a:gd name="connsiteY82" fmla="*/ 0 h 4114703"/>
              <a:gd name="connsiteX83" fmla="*/ 3767243 w 5306847"/>
              <a:gd name="connsiteY83" fmla="*/ 0 h 4114703"/>
              <a:gd name="connsiteX84" fmla="*/ 3613382 w 5306847"/>
              <a:gd name="connsiteY84" fmla="*/ 253431 h 4114703"/>
              <a:gd name="connsiteX85" fmla="*/ 3417993 w 5306847"/>
              <a:gd name="connsiteY85" fmla="*/ 575207 h 4114703"/>
              <a:gd name="connsiteX86" fmla="*/ 3686405 w 5306847"/>
              <a:gd name="connsiteY86" fmla="*/ 478980 h 4114703"/>
              <a:gd name="connsiteX87" fmla="*/ 3866549 w 5306847"/>
              <a:gd name="connsiteY87" fmla="*/ 110874 h 4114703"/>
              <a:gd name="connsiteX88" fmla="*/ 3929931 w 5306847"/>
              <a:gd name="connsiteY88" fmla="*/ 0 h 4114703"/>
              <a:gd name="connsiteX89" fmla="*/ 4126959 w 5306847"/>
              <a:gd name="connsiteY89" fmla="*/ 0 h 4114703"/>
              <a:gd name="connsiteX90" fmla="*/ 4117244 w 5306847"/>
              <a:gd name="connsiteY90" fmla="*/ 13877 h 4114703"/>
              <a:gd name="connsiteX91" fmla="*/ 4042900 w 5306847"/>
              <a:gd name="connsiteY91" fmla="*/ 153958 h 4114703"/>
              <a:gd name="connsiteX92" fmla="*/ 4386860 w 5306847"/>
              <a:gd name="connsiteY92" fmla="*/ 73668 h 4114703"/>
              <a:gd name="connsiteX93" fmla="*/ 4454900 w 5306847"/>
              <a:gd name="connsiteY93" fmla="*/ 0 h 4114703"/>
              <a:gd name="connsiteX94" fmla="*/ 4550359 w 5306847"/>
              <a:gd name="connsiteY94" fmla="*/ 0 h 4114703"/>
              <a:gd name="connsiteX95" fmla="*/ 4527388 w 5306847"/>
              <a:gd name="connsiteY95" fmla="*/ 31847 h 4114703"/>
              <a:gd name="connsiteX96" fmla="*/ 4376382 w 5306847"/>
              <a:gd name="connsiteY96" fmla="*/ 240637 h 4114703"/>
              <a:gd name="connsiteX97" fmla="*/ 4663766 w 5306847"/>
              <a:gd name="connsiteY97" fmla="*/ 12858 h 4114703"/>
              <a:gd name="connsiteX98" fmla="*/ 4679372 w 5306847"/>
              <a:gd name="connsiteY98" fmla="*/ 0 h 4114703"/>
              <a:gd name="connsiteX99" fmla="*/ 4869273 w 5306847"/>
              <a:gd name="connsiteY99" fmla="*/ 0 h 4114703"/>
              <a:gd name="connsiteX100" fmla="*/ 4683376 w 5306847"/>
              <a:gd name="connsiteY100" fmla="*/ 138589 h 4114703"/>
              <a:gd name="connsiteX101" fmla="*/ 4443736 w 5306847"/>
              <a:gd name="connsiteY101" fmla="*/ 322099 h 4114703"/>
              <a:gd name="connsiteX102" fmla="*/ 4371506 w 5306847"/>
              <a:gd name="connsiteY102" fmla="*/ 403295 h 4114703"/>
              <a:gd name="connsiteX103" fmla="*/ 5289989 w 5306847"/>
              <a:gd name="connsiteY103" fmla="*/ 73257 h 4114703"/>
              <a:gd name="connsiteX104" fmla="*/ 5306847 w 5306847"/>
              <a:gd name="connsiteY104" fmla="*/ 129614 h 4114703"/>
              <a:gd name="connsiteX105" fmla="*/ 4722826 w 5306847"/>
              <a:gd name="connsiteY105" fmla="*/ 358107 h 4114703"/>
              <a:gd name="connsiteX106" fmla="*/ 4732656 w 5306847"/>
              <a:gd name="connsiteY106" fmla="*/ 394876 h 4114703"/>
              <a:gd name="connsiteX107" fmla="*/ 5154856 w 5306847"/>
              <a:gd name="connsiteY107" fmla="*/ 369219 h 4114703"/>
              <a:gd name="connsiteX108" fmla="*/ 5086105 w 5306847"/>
              <a:gd name="connsiteY108" fmla="*/ 476601 h 4114703"/>
              <a:gd name="connsiteX109" fmla="*/ 4749699 w 5306847"/>
              <a:gd name="connsiteY109" fmla="*/ 535007 h 4114703"/>
              <a:gd name="connsiteX110" fmla="*/ 5008733 w 5306847"/>
              <a:gd name="connsiteY110" fmla="*/ 672153 h 4114703"/>
              <a:gd name="connsiteX111" fmla="*/ 4655581 w 5306847"/>
              <a:gd name="connsiteY111" fmla="*/ 652691 h 4114703"/>
              <a:gd name="connsiteX112" fmla="*/ 4644466 w 5306847"/>
              <a:gd name="connsiteY112" fmla="*/ 683862 h 4114703"/>
              <a:gd name="connsiteX113" fmla="*/ 4964410 w 5306847"/>
              <a:gd name="connsiteY113" fmla="*/ 830658 h 4114703"/>
              <a:gd name="connsiteX114" fmla="*/ 4658386 w 5306847"/>
              <a:gd name="connsiteY114" fmla="*/ 788605 h 4114703"/>
              <a:gd name="connsiteX115" fmla="*/ 4333885 w 5306847"/>
              <a:gd name="connsiteY115" fmla="*/ 723281 h 4114703"/>
              <a:gd name="connsiteX116" fmla="*/ 4008791 w 5306847"/>
              <a:gd name="connsiteY116" fmla="*/ 732211 h 4114703"/>
              <a:gd name="connsiteX117" fmla="*/ 4598281 w 5306847"/>
              <a:gd name="connsiteY117" fmla="*/ 981875 h 4114703"/>
              <a:gd name="connsiteX118" fmla="*/ 4465159 w 5306847"/>
              <a:gd name="connsiteY118" fmla="*/ 970683 h 4114703"/>
              <a:gd name="connsiteX119" fmla="*/ 3747111 w 5306847"/>
              <a:gd name="connsiteY119" fmla="*/ 785763 h 4114703"/>
              <a:gd name="connsiteX120" fmla="*/ 3529957 w 5306847"/>
              <a:gd name="connsiteY120" fmla="*/ 800574 h 4114703"/>
              <a:gd name="connsiteX121" fmla="*/ 4239375 w 5306847"/>
              <a:gd name="connsiteY121" fmla="*/ 1115034 h 4114703"/>
              <a:gd name="connsiteX122" fmla="*/ 4280974 w 5306847"/>
              <a:gd name="connsiteY122" fmla="*/ 1202039 h 4114703"/>
              <a:gd name="connsiteX123" fmla="*/ 3849984 w 5306847"/>
              <a:gd name="connsiteY123" fmla="*/ 1030627 h 4114703"/>
              <a:gd name="connsiteX124" fmla="*/ 3409429 w 5306847"/>
              <a:gd name="connsiteY124" fmla="*/ 870743 h 4114703"/>
              <a:gd name="connsiteX125" fmla="*/ 3000741 w 5306847"/>
              <a:gd name="connsiteY125" fmla="*/ 841661 h 4114703"/>
              <a:gd name="connsiteX126" fmla="*/ 3001634 w 5306847"/>
              <a:gd name="connsiteY126" fmla="*/ 868350 h 4114703"/>
              <a:gd name="connsiteX127" fmla="*/ 3977926 w 5306847"/>
              <a:gd name="connsiteY127" fmla="*/ 1183583 h 4114703"/>
              <a:gd name="connsiteX128" fmla="*/ 3987416 w 5306847"/>
              <a:gd name="connsiteY128" fmla="*/ 1246207 h 4114703"/>
              <a:gd name="connsiteX129" fmla="*/ 2715015 w 5306847"/>
              <a:gd name="connsiteY129" fmla="*/ 1008947 h 4114703"/>
              <a:gd name="connsiteX130" fmla="*/ 3348065 w 5306847"/>
              <a:gd name="connsiteY130" fmla="*/ 1206626 h 4114703"/>
              <a:gd name="connsiteX131" fmla="*/ 3259910 w 5306847"/>
              <a:gd name="connsiteY131" fmla="*/ 1230747 h 4114703"/>
              <a:gd name="connsiteX132" fmla="*/ 3182468 w 5306847"/>
              <a:gd name="connsiteY132" fmla="*/ 1221624 h 4114703"/>
              <a:gd name="connsiteX133" fmla="*/ 2536035 w 5306847"/>
              <a:gd name="connsiteY133" fmla="*/ 1073823 h 4114703"/>
              <a:gd name="connsiteX134" fmla="*/ 2329567 w 5306847"/>
              <a:gd name="connsiteY134" fmla="*/ 1080109 h 4114703"/>
              <a:gd name="connsiteX135" fmla="*/ 1490638 w 5306847"/>
              <a:gd name="connsiteY135" fmla="*/ 1410800 h 4114703"/>
              <a:gd name="connsiteX136" fmla="*/ 1579656 w 5306847"/>
              <a:gd name="connsiteY136" fmla="*/ 1399406 h 4114703"/>
              <a:gd name="connsiteX137" fmla="*/ 2568862 w 5306847"/>
              <a:gd name="connsiteY137" fmla="*/ 1198528 h 4114703"/>
              <a:gd name="connsiteX138" fmla="*/ 2724042 w 5306847"/>
              <a:gd name="connsiteY138" fmla="*/ 1259695 h 4114703"/>
              <a:gd name="connsiteX139" fmla="*/ 2265993 w 5306847"/>
              <a:gd name="connsiteY139" fmla="*/ 1324555 h 4114703"/>
              <a:gd name="connsiteX140" fmla="*/ 3218786 w 5306847"/>
              <a:gd name="connsiteY140" fmla="*/ 1449876 h 4114703"/>
              <a:gd name="connsiteX141" fmla="*/ 2197564 w 5306847"/>
              <a:gd name="connsiteY141" fmla="*/ 1469480 h 4114703"/>
              <a:gd name="connsiteX142" fmla="*/ 3519100 w 5306847"/>
              <a:gd name="connsiteY142" fmla="*/ 1755212 h 4114703"/>
              <a:gd name="connsiteX143" fmla="*/ 3508692 w 5306847"/>
              <a:gd name="connsiteY143" fmla="*/ 1809348 h 4114703"/>
              <a:gd name="connsiteX144" fmla="*/ 2986339 w 5306847"/>
              <a:gd name="connsiteY144" fmla="*/ 1722848 h 4114703"/>
              <a:gd name="connsiteX145" fmla="*/ 2984790 w 5306847"/>
              <a:gd name="connsiteY145" fmla="*/ 1742491 h 4114703"/>
              <a:gd name="connsiteX146" fmla="*/ 3571283 w 5306847"/>
              <a:gd name="connsiteY146" fmla="*/ 2031955 h 4114703"/>
              <a:gd name="connsiteX147" fmla="*/ 3615118 w 5306847"/>
              <a:gd name="connsiteY147" fmla="*/ 2086291 h 4114703"/>
              <a:gd name="connsiteX148" fmla="*/ 2708513 w 5306847"/>
              <a:gd name="connsiteY148" fmla="*/ 1781688 h 4114703"/>
              <a:gd name="connsiteX149" fmla="*/ 3172418 w 5306847"/>
              <a:gd name="connsiteY149" fmla="*/ 2199742 h 4114703"/>
              <a:gd name="connsiteX150" fmla="*/ 2132197 w 5306847"/>
              <a:gd name="connsiteY150" fmla="*/ 1641209 h 4114703"/>
              <a:gd name="connsiteX151" fmla="*/ 2630167 w 5306847"/>
              <a:gd name="connsiteY151" fmla="*/ 2204145 h 4114703"/>
              <a:gd name="connsiteX152" fmla="*/ 2599847 w 5306847"/>
              <a:gd name="connsiteY152" fmla="*/ 2233140 h 4114703"/>
              <a:gd name="connsiteX153" fmla="*/ 2069682 w 5306847"/>
              <a:gd name="connsiteY153" fmla="*/ 1761346 h 4114703"/>
              <a:gd name="connsiteX154" fmla="*/ 2051614 w 5306847"/>
              <a:gd name="connsiteY154" fmla="*/ 1778826 h 4114703"/>
              <a:gd name="connsiteX155" fmla="*/ 2278737 w 5306847"/>
              <a:gd name="connsiteY155" fmla="*/ 2072065 h 4114703"/>
              <a:gd name="connsiteX156" fmla="*/ 2250256 w 5306847"/>
              <a:gd name="connsiteY156" fmla="*/ 2105001 h 4114703"/>
              <a:gd name="connsiteX157" fmla="*/ 2154719 w 5306847"/>
              <a:gd name="connsiteY157" fmla="*/ 2038687 h 4114703"/>
              <a:gd name="connsiteX158" fmla="*/ 1707849 w 5306847"/>
              <a:gd name="connsiteY158" fmla="*/ 1603352 h 4114703"/>
              <a:gd name="connsiteX159" fmla="*/ 1525666 w 5306847"/>
              <a:gd name="connsiteY159" fmla="*/ 1568923 h 4114703"/>
              <a:gd name="connsiteX160" fmla="*/ 1930439 w 5306847"/>
              <a:gd name="connsiteY160" fmla="*/ 2152124 h 4114703"/>
              <a:gd name="connsiteX161" fmla="*/ 1452634 w 5306847"/>
              <a:gd name="connsiteY161" fmla="*/ 1665318 h 4114703"/>
              <a:gd name="connsiteX162" fmla="*/ 1219821 w 5306847"/>
              <a:gd name="connsiteY162" fmla="*/ 1571963 h 4114703"/>
              <a:gd name="connsiteX163" fmla="*/ 1050195 w 5306847"/>
              <a:gd name="connsiteY163" fmla="*/ 1546914 h 4114703"/>
              <a:gd name="connsiteX164" fmla="*/ 1034486 w 5306847"/>
              <a:gd name="connsiteY164" fmla="*/ 1587574 h 4114703"/>
              <a:gd name="connsiteX165" fmla="*/ 1481611 w 5306847"/>
              <a:gd name="connsiteY165" fmla="*/ 1894459 h 4114703"/>
              <a:gd name="connsiteX166" fmla="*/ 1469161 w 5306847"/>
              <a:gd name="connsiteY166" fmla="*/ 1924278 h 4114703"/>
              <a:gd name="connsiteX167" fmla="*/ 1377537 w 5306847"/>
              <a:gd name="connsiteY167" fmla="*/ 1900183 h 4114703"/>
              <a:gd name="connsiteX168" fmla="*/ 999407 w 5306847"/>
              <a:gd name="connsiteY168" fmla="*/ 1697006 h 4114703"/>
              <a:gd name="connsiteX169" fmla="*/ 805960 w 5306847"/>
              <a:gd name="connsiteY169" fmla="*/ 1643277 h 4114703"/>
              <a:gd name="connsiteX170" fmla="*/ 793467 w 5306847"/>
              <a:gd name="connsiteY170" fmla="*/ 1681164 h 4114703"/>
              <a:gd name="connsiteX171" fmla="*/ 1024949 w 5306847"/>
              <a:gd name="connsiteY171" fmla="*/ 1811845 h 4114703"/>
              <a:gd name="connsiteX172" fmla="*/ 1212262 w 5306847"/>
              <a:gd name="connsiteY172" fmla="*/ 1972065 h 4114703"/>
              <a:gd name="connsiteX173" fmla="*/ 398553 w 5306847"/>
              <a:gd name="connsiteY173" fmla="*/ 1745032 h 4114703"/>
              <a:gd name="connsiteX174" fmla="*/ 824711 w 5306847"/>
              <a:gd name="connsiteY174" fmla="*/ 2090377 h 4114703"/>
              <a:gd name="connsiteX175" fmla="*/ 343018 w 5306847"/>
              <a:gd name="connsiteY175" fmla="*/ 1854143 h 4114703"/>
              <a:gd name="connsiteX176" fmla="*/ 17025 w 5306847"/>
              <a:gd name="connsiteY176" fmla="*/ 1831006 h 4114703"/>
              <a:gd name="connsiteX177" fmla="*/ 0 w 5306847"/>
              <a:gd name="connsiteY177" fmla="*/ 1837998 h 4114703"/>
              <a:gd name="connsiteX178" fmla="*/ 0 w 5306847"/>
              <a:gd name="connsiteY178" fmla="*/ 1569479 h 4114703"/>
              <a:gd name="connsiteX179" fmla="*/ 14353 w 5306847"/>
              <a:gd name="connsiteY179" fmla="*/ 1564248 h 4114703"/>
              <a:gd name="connsiteX180" fmla="*/ 94549 w 5306847"/>
              <a:gd name="connsiteY180" fmla="*/ 1453845 h 4114703"/>
              <a:gd name="connsiteX181" fmla="*/ 303185 w 5306847"/>
              <a:gd name="connsiteY181" fmla="*/ 713266 h 4114703"/>
              <a:gd name="connsiteX182" fmla="*/ 371403 w 5306847"/>
              <a:gd name="connsiteY182" fmla="*/ 807454 h 4114703"/>
              <a:gd name="connsiteX183" fmla="*/ 281093 w 5306847"/>
              <a:gd name="connsiteY183" fmla="*/ 1245667 h 4114703"/>
              <a:gd name="connsiteX184" fmla="*/ 235045 w 5306847"/>
              <a:gd name="connsiteY184" fmla="*/ 1398061 h 4114703"/>
              <a:gd name="connsiteX185" fmla="*/ 503757 w 5306847"/>
              <a:gd name="connsiteY185" fmla="*/ 1085268 h 4114703"/>
              <a:gd name="connsiteX186" fmla="*/ 543798 w 5306847"/>
              <a:gd name="connsiteY186" fmla="*/ 598266 h 4114703"/>
              <a:gd name="connsiteX187" fmla="*/ 585451 w 5306847"/>
              <a:gd name="connsiteY187" fmla="*/ 456397 h 4114703"/>
              <a:gd name="connsiteX188" fmla="*/ 630810 w 5306847"/>
              <a:gd name="connsiteY188" fmla="*/ 833318 h 4114703"/>
              <a:gd name="connsiteX189" fmla="*/ 605863 w 5306847"/>
              <a:gd name="connsiteY189" fmla="*/ 1179852 h 4114703"/>
              <a:gd name="connsiteX190" fmla="*/ 737759 w 5306847"/>
              <a:gd name="connsiteY190" fmla="*/ 1049453 h 4114703"/>
              <a:gd name="connsiteX191" fmla="*/ 860592 w 5306847"/>
              <a:gd name="connsiteY191" fmla="*/ 516272 h 4114703"/>
              <a:gd name="connsiteX192" fmla="*/ 919291 w 5306847"/>
              <a:gd name="connsiteY192" fmla="*/ 335094 h 4114703"/>
              <a:gd name="connsiteX193" fmla="*/ 935687 w 5306847"/>
              <a:gd name="connsiteY193" fmla="*/ 678965 h 4114703"/>
              <a:gd name="connsiteX194" fmla="*/ 843787 w 5306847"/>
              <a:gd name="connsiteY194" fmla="*/ 1045497 h 4114703"/>
              <a:gd name="connsiteX195" fmla="*/ 1055830 w 5306847"/>
              <a:gd name="connsiteY195" fmla="*/ 841497 h 4114703"/>
              <a:gd name="connsiteX196" fmla="*/ 1167925 w 5306847"/>
              <a:gd name="connsiteY196" fmla="*/ 148157 h 4114703"/>
              <a:gd name="connsiteX197" fmla="*/ 1224921 w 5306847"/>
              <a:gd name="connsiteY197" fmla="*/ 16199 h 4114703"/>
              <a:gd name="connsiteX198" fmla="*/ 1192163 w 5306847"/>
              <a:gd name="connsiteY198" fmla="*/ 811235 h 4114703"/>
              <a:gd name="connsiteX199" fmla="*/ 1288968 w 5306847"/>
              <a:gd name="connsiteY199" fmla="*/ 693566 h 4114703"/>
              <a:gd name="connsiteX200" fmla="*/ 1514227 w 5306847"/>
              <a:gd name="connsiteY200" fmla="*/ 173786 h 4114703"/>
              <a:gd name="connsiteX201" fmla="*/ 1591631 w 5306847"/>
              <a:gd name="connsiteY201" fmla="*/ 11535 h 4114703"/>
              <a:gd name="connsiteX202" fmla="*/ 1607996 w 5306847"/>
              <a:gd name="connsiteY202" fmla="*/ 242054 h 4114703"/>
              <a:gd name="connsiteX203" fmla="*/ 1512804 w 5306847"/>
              <a:gd name="connsiteY203" fmla="*/ 486736 h 4114703"/>
              <a:gd name="connsiteX204" fmla="*/ 2008275 w 5306847"/>
              <a:gd name="connsiteY204" fmla="*/ 120194 h 4114703"/>
              <a:gd name="connsiteX205" fmla="*/ 1694687 w 5306847"/>
              <a:gd name="connsiteY205" fmla="*/ 538951 h 4114703"/>
              <a:gd name="connsiteX206" fmla="*/ 1973612 w 5306847"/>
              <a:gd name="connsiteY206" fmla="*/ 427786 h 4114703"/>
              <a:gd name="connsiteX207" fmla="*/ 2252888 w 5306847"/>
              <a:gd name="connsiteY207" fmla="*/ 368128 h 4114703"/>
              <a:gd name="connsiteX208" fmla="*/ 1577384 w 5306847"/>
              <a:gd name="connsiteY208" fmla="*/ 763755 h 4114703"/>
              <a:gd name="connsiteX209" fmla="*/ 2290626 w 5306847"/>
              <a:gd name="connsiteY209" fmla="*/ 581598 h 4114703"/>
              <a:gd name="connsiteX210" fmla="*/ 2361773 w 5306847"/>
              <a:gd name="connsiteY210" fmla="*/ 450651 h 4114703"/>
              <a:gd name="connsiteX211" fmla="*/ 2428281 w 5306847"/>
              <a:gd name="connsiteY211" fmla="*/ 436648 h 4114703"/>
              <a:gd name="connsiteX212" fmla="*/ 2459792 w 5306847"/>
              <a:gd name="connsiteY212" fmla="*/ 496603 h 4114703"/>
              <a:gd name="connsiteX213" fmla="*/ 2342604 w 5306847"/>
              <a:gd name="connsiteY213" fmla="*/ 719236 h 4114703"/>
              <a:gd name="connsiteX214" fmla="*/ 2156442 w 5306847"/>
              <a:gd name="connsiteY214" fmla="*/ 992882 h 4114703"/>
              <a:gd name="connsiteX215" fmla="*/ 2377128 w 5306847"/>
              <a:gd name="connsiteY215" fmla="*/ 855431 h 4114703"/>
              <a:gd name="connsiteX216" fmla="*/ 2657869 w 5306847"/>
              <a:gd name="connsiteY216" fmla="*/ 275977 h 4114703"/>
              <a:gd name="connsiteX217" fmla="*/ 2717845 w 5306847"/>
              <a:gd name="connsiteY217" fmla="*/ 186956 h 4114703"/>
              <a:gd name="connsiteX218" fmla="*/ 2765311 w 5306847"/>
              <a:gd name="connsiteY218" fmla="*/ 317949 h 4114703"/>
              <a:gd name="connsiteX219" fmla="*/ 2594672 w 5306847"/>
              <a:gd name="connsiteY219" fmla="*/ 646600 h 4114703"/>
              <a:gd name="connsiteX220" fmla="*/ 2479362 w 5306847"/>
              <a:gd name="connsiteY220" fmla="*/ 845766 h 4114703"/>
              <a:gd name="connsiteX221" fmla="*/ 2760035 w 5306847"/>
              <a:gd name="connsiteY221" fmla="*/ 696655 h 4114703"/>
              <a:gd name="connsiteX222" fmla="*/ 3075725 w 5306847"/>
              <a:gd name="connsiteY222" fmla="*/ 112019 h 4114703"/>
              <a:gd name="connsiteX223" fmla="*/ 3201798 w 5306847"/>
              <a:gd name="connsiteY223" fmla="*/ 48294 h 4114703"/>
              <a:gd name="connsiteX224" fmla="*/ 2921347 w 5306847"/>
              <a:gd name="connsiteY224" fmla="*/ 651331 h 4114703"/>
              <a:gd name="connsiteX225" fmla="*/ 3060603 w 5306847"/>
              <a:gd name="connsiteY225" fmla="*/ 556032 h 4114703"/>
              <a:gd name="connsiteX226" fmla="*/ 3300399 w 5306847"/>
              <a:gd name="connsiteY226" fmla="*/ 42022 h 4114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Lst>
            <a:rect l="l" t="t" r="r" b="b"/>
            <a:pathLst>
              <a:path w="5306847" h="4114703">
                <a:moveTo>
                  <a:pt x="1128214" y="3116019"/>
                </a:moveTo>
                <a:cubicBezTo>
                  <a:pt x="1020407" y="3112849"/>
                  <a:pt x="934621" y="3147254"/>
                  <a:pt x="835809" y="3193860"/>
                </a:cubicBezTo>
                <a:cubicBezTo>
                  <a:pt x="991711" y="3275302"/>
                  <a:pt x="1093677" y="3197996"/>
                  <a:pt x="1244658" y="3132653"/>
                </a:cubicBezTo>
                <a:cubicBezTo>
                  <a:pt x="1202531" y="3122307"/>
                  <a:pt x="1164149" y="3117076"/>
                  <a:pt x="1128214" y="3116019"/>
                </a:cubicBezTo>
                <a:close/>
                <a:moveTo>
                  <a:pt x="593382" y="3062082"/>
                </a:moveTo>
                <a:cubicBezTo>
                  <a:pt x="666221" y="3122063"/>
                  <a:pt x="666221" y="3122063"/>
                  <a:pt x="746859" y="3073079"/>
                </a:cubicBezTo>
                <a:cubicBezTo>
                  <a:pt x="685821" y="3068289"/>
                  <a:pt x="639551" y="3064927"/>
                  <a:pt x="593382" y="3062082"/>
                </a:cubicBezTo>
                <a:close/>
                <a:moveTo>
                  <a:pt x="0" y="2705805"/>
                </a:moveTo>
                <a:lnTo>
                  <a:pt x="793045" y="2775067"/>
                </a:lnTo>
                <a:cubicBezTo>
                  <a:pt x="872771" y="2782134"/>
                  <a:pt x="952141" y="2798402"/>
                  <a:pt x="1031840" y="2810847"/>
                </a:cubicBezTo>
                <a:cubicBezTo>
                  <a:pt x="1030016" y="2823558"/>
                  <a:pt x="1028194" y="2836269"/>
                  <a:pt x="1026371" y="2848980"/>
                </a:cubicBezTo>
                <a:cubicBezTo>
                  <a:pt x="704076" y="2836414"/>
                  <a:pt x="381363" y="2824467"/>
                  <a:pt x="59068" y="2811901"/>
                </a:cubicBezTo>
                <a:cubicBezTo>
                  <a:pt x="56312" y="2825330"/>
                  <a:pt x="53039" y="2838860"/>
                  <a:pt x="50283" y="2852290"/>
                </a:cubicBezTo>
                <a:cubicBezTo>
                  <a:pt x="138689" y="2879159"/>
                  <a:pt x="225990" y="2919674"/>
                  <a:pt x="316347" y="2928972"/>
                </a:cubicBezTo>
                <a:cubicBezTo>
                  <a:pt x="568414" y="2955726"/>
                  <a:pt x="822478" y="2976182"/>
                  <a:pt x="1075878" y="2984948"/>
                </a:cubicBezTo>
                <a:cubicBezTo>
                  <a:pt x="1177425" y="2988311"/>
                  <a:pt x="1280417" y="2952174"/>
                  <a:pt x="1383585" y="2941791"/>
                </a:cubicBezTo>
                <a:cubicBezTo>
                  <a:pt x="1419871" y="2937961"/>
                  <a:pt x="1457682" y="2958548"/>
                  <a:pt x="1495153" y="3004988"/>
                </a:cubicBezTo>
                <a:cubicBezTo>
                  <a:pt x="1442322" y="3031375"/>
                  <a:pt x="1389908" y="3057143"/>
                  <a:pt x="1311595" y="3096004"/>
                </a:cubicBezTo>
                <a:cubicBezTo>
                  <a:pt x="1483118" y="3133579"/>
                  <a:pt x="1639406" y="3001661"/>
                  <a:pt x="1793219" y="3146904"/>
                </a:cubicBezTo>
                <a:cubicBezTo>
                  <a:pt x="1595919" y="3178271"/>
                  <a:pt x="1420957" y="3205833"/>
                  <a:pt x="1246095" y="3233913"/>
                </a:cubicBezTo>
                <a:cubicBezTo>
                  <a:pt x="1245393" y="3249629"/>
                  <a:pt x="1244275" y="3265964"/>
                  <a:pt x="1243573" y="3281681"/>
                </a:cubicBezTo>
                <a:cubicBezTo>
                  <a:pt x="1352463" y="3303493"/>
                  <a:pt x="1462717" y="3321280"/>
                  <a:pt x="1569927" y="3348255"/>
                </a:cubicBezTo>
                <a:cubicBezTo>
                  <a:pt x="1677755" y="3375648"/>
                  <a:pt x="1800706" y="3375924"/>
                  <a:pt x="1898220" y="3518678"/>
                </a:cubicBezTo>
                <a:cubicBezTo>
                  <a:pt x="1702261" y="3471349"/>
                  <a:pt x="1541180" y="3432280"/>
                  <a:pt x="1379583" y="3393314"/>
                </a:cubicBezTo>
                <a:cubicBezTo>
                  <a:pt x="1374974" y="3405492"/>
                  <a:pt x="1370464" y="3418188"/>
                  <a:pt x="1365854" y="3430365"/>
                </a:cubicBezTo>
                <a:cubicBezTo>
                  <a:pt x="1540506" y="3542009"/>
                  <a:pt x="1762365" y="3576246"/>
                  <a:pt x="1899877" y="3756354"/>
                </a:cubicBezTo>
                <a:cubicBezTo>
                  <a:pt x="1729844" y="3690553"/>
                  <a:pt x="1560427" y="3625170"/>
                  <a:pt x="1390394" y="3559368"/>
                </a:cubicBezTo>
                <a:cubicBezTo>
                  <a:pt x="1455755" y="3666468"/>
                  <a:pt x="1602337" y="3672359"/>
                  <a:pt x="1652019" y="3834080"/>
                </a:cubicBezTo>
                <a:cubicBezTo>
                  <a:pt x="1517524" y="3768894"/>
                  <a:pt x="1411475" y="3717517"/>
                  <a:pt x="1277598" y="3652747"/>
                </a:cubicBezTo>
                <a:cubicBezTo>
                  <a:pt x="1304152" y="3811443"/>
                  <a:pt x="1438682" y="3929273"/>
                  <a:pt x="1363636" y="4114703"/>
                </a:cubicBezTo>
                <a:cubicBezTo>
                  <a:pt x="1272875" y="3885215"/>
                  <a:pt x="1192331" y="3677917"/>
                  <a:pt x="1003785" y="3536203"/>
                </a:cubicBezTo>
                <a:cubicBezTo>
                  <a:pt x="1048248" y="3668317"/>
                  <a:pt x="1092712" y="3800431"/>
                  <a:pt x="1137175" y="3932544"/>
                </a:cubicBezTo>
                <a:cubicBezTo>
                  <a:pt x="1121949" y="3939802"/>
                  <a:pt x="1107341" y="3947477"/>
                  <a:pt x="1092633" y="3954634"/>
                </a:cubicBezTo>
                <a:cubicBezTo>
                  <a:pt x="1055347" y="3892578"/>
                  <a:pt x="1016610" y="3831341"/>
                  <a:pt x="981708" y="3767746"/>
                </a:cubicBezTo>
                <a:cubicBezTo>
                  <a:pt x="925311" y="3665351"/>
                  <a:pt x="872750" y="3560598"/>
                  <a:pt x="816353" y="3458203"/>
                </a:cubicBezTo>
                <a:cubicBezTo>
                  <a:pt x="777054" y="3385793"/>
                  <a:pt x="717247" y="3343158"/>
                  <a:pt x="612237" y="3330261"/>
                </a:cubicBezTo>
                <a:cubicBezTo>
                  <a:pt x="672664" y="3492043"/>
                  <a:pt x="727487" y="3638798"/>
                  <a:pt x="782209" y="3785035"/>
                </a:cubicBezTo>
                <a:cubicBezTo>
                  <a:pt x="572042" y="3628721"/>
                  <a:pt x="552638" y="3346680"/>
                  <a:pt x="359536" y="3187049"/>
                </a:cubicBezTo>
                <a:cubicBezTo>
                  <a:pt x="345345" y="3194105"/>
                  <a:pt x="331052" y="3200644"/>
                  <a:pt x="316861" y="3207700"/>
                </a:cubicBezTo>
                <a:cubicBezTo>
                  <a:pt x="384388" y="3394965"/>
                  <a:pt x="452015" y="3582747"/>
                  <a:pt x="519543" y="3770012"/>
                </a:cubicBezTo>
                <a:cubicBezTo>
                  <a:pt x="317129" y="3592849"/>
                  <a:pt x="270637" y="3334341"/>
                  <a:pt x="119870" y="3080521"/>
                </a:cubicBezTo>
                <a:cubicBezTo>
                  <a:pt x="133778" y="3306683"/>
                  <a:pt x="144807" y="3490424"/>
                  <a:pt x="155937" y="3674683"/>
                </a:cubicBezTo>
                <a:cubicBezTo>
                  <a:pt x="79119" y="3565244"/>
                  <a:pt x="60423" y="3440074"/>
                  <a:pt x="39600" y="3316729"/>
                </a:cubicBezTo>
                <a:lnTo>
                  <a:pt x="0" y="3138695"/>
                </a:lnTo>
                <a:close/>
                <a:moveTo>
                  <a:pt x="0" y="2448197"/>
                </a:moveTo>
                <a:lnTo>
                  <a:pt x="55485" y="2448349"/>
                </a:lnTo>
                <a:cubicBezTo>
                  <a:pt x="79143" y="2448585"/>
                  <a:pt x="102949" y="2460612"/>
                  <a:pt x="127415" y="2484330"/>
                </a:cubicBezTo>
                <a:cubicBezTo>
                  <a:pt x="96804" y="2492161"/>
                  <a:pt x="66039" y="2498292"/>
                  <a:pt x="35102" y="2503119"/>
                </a:cubicBezTo>
                <a:lnTo>
                  <a:pt x="0" y="2507241"/>
                </a:lnTo>
                <a:close/>
                <a:moveTo>
                  <a:pt x="0" y="1951810"/>
                </a:moveTo>
                <a:lnTo>
                  <a:pt x="65069" y="1993449"/>
                </a:lnTo>
                <a:cubicBezTo>
                  <a:pt x="234655" y="2093527"/>
                  <a:pt x="417878" y="2161264"/>
                  <a:pt x="541335" y="2322212"/>
                </a:cubicBezTo>
                <a:cubicBezTo>
                  <a:pt x="393021" y="2252189"/>
                  <a:pt x="244921" y="2180513"/>
                  <a:pt x="95359" y="2112344"/>
                </a:cubicBezTo>
                <a:lnTo>
                  <a:pt x="0" y="2070199"/>
                </a:lnTo>
                <a:close/>
                <a:moveTo>
                  <a:pt x="1493216" y="1252887"/>
                </a:moveTo>
                <a:cubicBezTo>
                  <a:pt x="1220896" y="1246187"/>
                  <a:pt x="976054" y="1320104"/>
                  <a:pt x="774195" y="1512992"/>
                </a:cubicBezTo>
                <a:cubicBezTo>
                  <a:pt x="1013835" y="1426118"/>
                  <a:pt x="1253575" y="1339762"/>
                  <a:pt x="1493216" y="1252887"/>
                </a:cubicBezTo>
                <a:close/>
                <a:moveTo>
                  <a:pt x="76255" y="1097450"/>
                </a:moveTo>
                <a:cubicBezTo>
                  <a:pt x="86992" y="1188574"/>
                  <a:pt x="64019" y="1269865"/>
                  <a:pt x="33618" y="1349175"/>
                </a:cubicBezTo>
                <a:lnTo>
                  <a:pt x="0" y="1432332"/>
                </a:lnTo>
                <a:lnTo>
                  <a:pt x="0" y="1189112"/>
                </a:lnTo>
                <a:close/>
                <a:moveTo>
                  <a:pt x="2029776" y="932082"/>
                </a:moveTo>
                <a:cubicBezTo>
                  <a:pt x="1883920" y="965807"/>
                  <a:pt x="1753992" y="995897"/>
                  <a:pt x="1584547" y="1035281"/>
                </a:cubicBezTo>
                <a:cubicBezTo>
                  <a:pt x="1704917" y="1074740"/>
                  <a:pt x="1779707" y="1117150"/>
                  <a:pt x="1855741" y="1119025"/>
                </a:cubicBezTo>
                <a:cubicBezTo>
                  <a:pt x="1949029" y="1121307"/>
                  <a:pt x="2015358" y="1062211"/>
                  <a:pt x="2029776" y="932082"/>
                </a:cubicBezTo>
                <a:close/>
                <a:moveTo>
                  <a:pt x="2172757" y="756549"/>
                </a:moveTo>
                <a:cubicBezTo>
                  <a:pt x="1970568" y="754483"/>
                  <a:pt x="1576148" y="862311"/>
                  <a:pt x="1449360" y="944440"/>
                </a:cubicBezTo>
                <a:cubicBezTo>
                  <a:pt x="1454818" y="947677"/>
                  <a:pt x="1460264" y="953603"/>
                  <a:pt x="1465019" y="953215"/>
                </a:cubicBezTo>
                <a:cubicBezTo>
                  <a:pt x="1681267" y="933746"/>
                  <a:pt x="1879501" y="802270"/>
                  <a:pt x="2108011" y="848645"/>
                </a:cubicBezTo>
                <a:cubicBezTo>
                  <a:pt x="2119676" y="850676"/>
                  <a:pt x="2142252" y="801159"/>
                  <a:pt x="2172757" y="756549"/>
                </a:cubicBezTo>
                <a:close/>
                <a:moveTo>
                  <a:pt x="4252658" y="150792"/>
                </a:moveTo>
                <a:cubicBezTo>
                  <a:pt x="4149128" y="250428"/>
                  <a:pt x="4046016" y="349445"/>
                  <a:pt x="3931686" y="459776"/>
                </a:cubicBezTo>
                <a:cubicBezTo>
                  <a:pt x="4064182" y="511921"/>
                  <a:pt x="4082927" y="404053"/>
                  <a:pt x="4132278" y="351481"/>
                </a:cubicBezTo>
                <a:cubicBezTo>
                  <a:pt x="4184746" y="295617"/>
                  <a:pt x="4233306" y="236214"/>
                  <a:pt x="4283202" y="178164"/>
                </a:cubicBezTo>
                <a:cubicBezTo>
                  <a:pt x="4272815" y="168900"/>
                  <a:pt x="4263045" y="160055"/>
                  <a:pt x="4252658" y="150792"/>
                </a:cubicBezTo>
                <a:close/>
                <a:moveTo>
                  <a:pt x="3325439" y="0"/>
                </a:moveTo>
                <a:lnTo>
                  <a:pt x="3418746" y="0"/>
                </a:lnTo>
                <a:lnTo>
                  <a:pt x="3419677" y="8956"/>
                </a:lnTo>
                <a:cubicBezTo>
                  <a:pt x="3407198" y="112089"/>
                  <a:pt x="3333136" y="193875"/>
                  <a:pt x="3293135" y="286266"/>
                </a:cubicBezTo>
                <a:cubicBezTo>
                  <a:pt x="3239068" y="411208"/>
                  <a:pt x="3176956" y="533415"/>
                  <a:pt x="3118350" y="657091"/>
                </a:cubicBezTo>
                <a:cubicBezTo>
                  <a:pt x="3259221" y="708146"/>
                  <a:pt x="3272278" y="700772"/>
                  <a:pt x="3329162" y="590326"/>
                </a:cubicBezTo>
                <a:cubicBezTo>
                  <a:pt x="3429991" y="393974"/>
                  <a:pt x="3533709" y="198674"/>
                  <a:pt x="3639279" y="4623"/>
                </a:cubicBezTo>
                <a:lnTo>
                  <a:pt x="3642347" y="0"/>
                </a:lnTo>
                <a:lnTo>
                  <a:pt x="3767243" y="0"/>
                </a:lnTo>
                <a:lnTo>
                  <a:pt x="3613382" y="253431"/>
                </a:lnTo>
                <a:cubicBezTo>
                  <a:pt x="3548391" y="360484"/>
                  <a:pt x="3483856" y="466776"/>
                  <a:pt x="3417993" y="575207"/>
                </a:cubicBezTo>
                <a:cubicBezTo>
                  <a:pt x="3606999" y="608847"/>
                  <a:pt x="3625945" y="601403"/>
                  <a:pt x="3686405" y="478980"/>
                </a:cubicBezTo>
                <a:cubicBezTo>
                  <a:pt x="3746865" y="356556"/>
                  <a:pt x="3795788" y="227242"/>
                  <a:pt x="3866549" y="110874"/>
                </a:cubicBezTo>
                <a:lnTo>
                  <a:pt x="3929931" y="0"/>
                </a:lnTo>
                <a:lnTo>
                  <a:pt x="4126959" y="0"/>
                </a:lnTo>
                <a:lnTo>
                  <a:pt x="4117244" y="13877"/>
                </a:lnTo>
                <a:cubicBezTo>
                  <a:pt x="4088992" y="57697"/>
                  <a:pt x="4063180" y="103679"/>
                  <a:pt x="4042900" y="153958"/>
                </a:cubicBezTo>
                <a:cubicBezTo>
                  <a:pt x="4165646" y="133859"/>
                  <a:pt x="4232472" y="-80058"/>
                  <a:pt x="4386860" y="73668"/>
                </a:cubicBezTo>
                <a:lnTo>
                  <a:pt x="4454900" y="0"/>
                </a:lnTo>
                <a:lnTo>
                  <a:pt x="4550359" y="0"/>
                </a:lnTo>
                <a:lnTo>
                  <a:pt x="4527388" y="31847"/>
                </a:lnTo>
                <a:cubicBezTo>
                  <a:pt x="4475179" y="97331"/>
                  <a:pt x="4414739" y="156356"/>
                  <a:pt x="4376382" y="240637"/>
                </a:cubicBezTo>
                <a:cubicBezTo>
                  <a:pt x="4472143" y="164539"/>
                  <a:pt x="4566568" y="87088"/>
                  <a:pt x="4663766" y="12858"/>
                </a:cubicBezTo>
                <a:lnTo>
                  <a:pt x="4679372" y="0"/>
                </a:lnTo>
                <a:lnTo>
                  <a:pt x="4869273" y="0"/>
                </a:lnTo>
                <a:lnTo>
                  <a:pt x="4683376" y="138589"/>
                </a:lnTo>
                <a:cubicBezTo>
                  <a:pt x="4603308" y="199482"/>
                  <a:pt x="4523612" y="260907"/>
                  <a:pt x="4443736" y="322099"/>
                </a:cubicBezTo>
                <a:cubicBezTo>
                  <a:pt x="4423613" y="337293"/>
                  <a:pt x="4409754" y="359865"/>
                  <a:pt x="4371506" y="403295"/>
                </a:cubicBezTo>
                <a:cubicBezTo>
                  <a:pt x="4705179" y="314259"/>
                  <a:pt x="4963400" y="71734"/>
                  <a:pt x="5289989" y="73257"/>
                </a:cubicBezTo>
                <a:cubicBezTo>
                  <a:pt x="5295781" y="92010"/>
                  <a:pt x="5301056" y="110862"/>
                  <a:pt x="5306847" y="129614"/>
                </a:cubicBezTo>
                <a:cubicBezTo>
                  <a:pt x="5111795" y="205673"/>
                  <a:pt x="4917360" y="282148"/>
                  <a:pt x="4722826" y="358107"/>
                </a:cubicBezTo>
                <a:cubicBezTo>
                  <a:pt x="4725758" y="370429"/>
                  <a:pt x="4729207" y="382653"/>
                  <a:pt x="4732656" y="394876"/>
                </a:cubicBezTo>
                <a:cubicBezTo>
                  <a:pt x="4874768" y="386056"/>
                  <a:pt x="5016981" y="377753"/>
                  <a:pt x="5154856" y="369219"/>
                </a:cubicBezTo>
                <a:cubicBezTo>
                  <a:pt x="5172895" y="456506"/>
                  <a:pt x="5142444" y="471022"/>
                  <a:pt x="5086105" y="476601"/>
                </a:cubicBezTo>
                <a:cubicBezTo>
                  <a:pt x="4973843" y="487140"/>
                  <a:pt x="4855128" y="467236"/>
                  <a:pt x="4749699" y="535007"/>
                </a:cubicBezTo>
                <a:cubicBezTo>
                  <a:pt x="4818316" y="611925"/>
                  <a:pt x="4965226" y="495261"/>
                  <a:pt x="5008733" y="672153"/>
                </a:cubicBezTo>
                <a:cubicBezTo>
                  <a:pt x="4879619" y="665016"/>
                  <a:pt x="4767341" y="658904"/>
                  <a:pt x="4655581" y="652691"/>
                </a:cubicBezTo>
                <a:cubicBezTo>
                  <a:pt x="4651703" y="663115"/>
                  <a:pt x="4648343" y="673438"/>
                  <a:pt x="4644466" y="683862"/>
                </a:cubicBezTo>
                <a:cubicBezTo>
                  <a:pt x="4742284" y="728780"/>
                  <a:pt x="4840720" y="774115"/>
                  <a:pt x="4964410" y="830658"/>
                </a:cubicBezTo>
                <a:cubicBezTo>
                  <a:pt x="4825152" y="906616"/>
                  <a:pt x="4748385" y="807106"/>
                  <a:pt x="4658386" y="788605"/>
                </a:cubicBezTo>
                <a:cubicBezTo>
                  <a:pt x="4550430" y="766073"/>
                  <a:pt x="4443019" y="738062"/>
                  <a:pt x="4333885" y="723281"/>
                </a:cubicBezTo>
                <a:cubicBezTo>
                  <a:pt x="4235282" y="710213"/>
                  <a:pt x="4133400" y="671995"/>
                  <a:pt x="4008791" y="732211"/>
                </a:cubicBezTo>
                <a:cubicBezTo>
                  <a:pt x="4212201" y="837191"/>
                  <a:pt x="4433679" y="825299"/>
                  <a:pt x="4598281" y="981875"/>
                </a:cubicBezTo>
                <a:cubicBezTo>
                  <a:pt x="4554179" y="978629"/>
                  <a:pt x="4507982" y="981161"/>
                  <a:pt x="4465159" y="970683"/>
                </a:cubicBezTo>
                <a:cubicBezTo>
                  <a:pt x="4225455" y="910902"/>
                  <a:pt x="3986498" y="846679"/>
                  <a:pt x="3747111" y="785763"/>
                </a:cubicBezTo>
                <a:cubicBezTo>
                  <a:pt x="3674263" y="767152"/>
                  <a:pt x="3598698" y="734563"/>
                  <a:pt x="3529957" y="800574"/>
                </a:cubicBezTo>
                <a:cubicBezTo>
                  <a:pt x="3767152" y="905433"/>
                  <a:pt x="4004046" y="1008738"/>
                  <a:pt x="4239375" y="1115034"/>
                </a:cubicBezTo>
                <a:cubicBezTo>
                  <a:pt x="4251744" y="1120688"/>
                  <a:pt x="4255022" y="1145839"/>
                  <a:pt x="4280974" y="1202039"/>
                </a:cubicBezTo>
                <a:cubicBezTo>
                  <a:pt x="4115795" y="1136369"/>
                  <a:pt x="3983414" y="1082053"/>
                  <a:pt x="3849984" y="1030627"/>
                </a:cubicBezTo>
                <a:cubicBezTo>
                  <a:pt x="3703769" y="974163"/>
                  <a:pt x="3560511" y="905307"/>
                  <a:pt x="3409429" y="870743"/>
                </a:cubicBezTo>
                <a:cubicBezTo>
                  <a:pt x="3277956" y="840425"/>
                  <a:pt x="3137597" y="849979"/>
                  <a:pt x="3000741" y="841661"/>
                </a:cubicBezTo>
                <a:cubicBezTo>
                  <a:pt x="3000583" y="851899"/>
                  <a:pt x="3001045" y="862555"/>
                  <a:pt x="3001634" y="868350"/>
                </a:cubicBezTo>
                <a:cubicBezTo>
                  <a:pt x="3327376" y="973188"/>
                  <a:pt x="3653018" y="1077509"/>
                  <a:pt x="3977926" y="1183583"/>
                </a:cubicBezTo>
                <a:cubicBezTo>
                  <a:pt x="3983083" y="1185267"/>
                  <a:pt x="3981736" y="1205944"/>
                  <a:pt x="3987416" y="1246207"/>
                </a:cubicBezTo>
                <a:cubicBezTo>
                  <a:pt x="3562053" y="1145154"/>
                  <a:pt x="3161932" y="958607"/>
                  <a:pt x="2715015" y="1008947"/>
                </a:cubicBezTo>
                <a:cubicBezTo>
                  <a:pt x="2913892" y="1071290"/>
                  <a:pt x="3112670" y="1133115"/>
                  <a:pt x="3348065" y="1206626"/>
                </a:cubicBezTo>
                <a:cubicBezTo>
                  <a:pt x="3297258" y="1221338"/>
                  <a:pt x="3278613" y="1230335"/>
                  <a:pt x="3259910" y="1230747"/>
                </a:cubicBezTo>
                <a:cubicBezTo>
                  <a:pt x="3234183" y="1230912"/>
                  <a:pt x="3207751" y="1227454"/>
                  <a:pt x="3182468" y="1221624"/>
                </a:cubicBezTo>
                <a:cubicBezTo>
                  <a:pt x="2967301" y="1172117"/>
                  <a:pt x="2752780" y="1117650"/>
                  <a:pt x="2536035" y="1073823"/>
                </a:cubicBezTo>
                <a:cubicBezTo>
                  <a:pt x="2469667" y="1060936"/>
                  <a:pt x="2391980" y="1058844"/>
                  <a:pt x="2329567" y="1080109"/>
                </a:cubicBezTo>
                <a:cubicBezTo>
                  <a:pt x="2046689" y="1176463"/>
                  <a:pt x="1767377" y="1282868"/>
                  <a:pt x="1490638" y="1410800"/>
                </a:cubicBezTo>
                <a:cubicBezTo>
                  <a:pt x="1520617" y="1407659"/>
                  <a:pt x="1553455" y="1410945"/>
                  <a:pt x="1579656" y="1399406"/>
                </a:cubicBezTo>
                <a:cubicBezTo>
                  <a:pt x="1895696" y="1263834"/>
                  <a:pt x="2231071" y="1224969"/>
                  <a:pt x="2568862" y="1198528"/>
                </a:cubicBezTo>
                <a:cubicBezTo>
                  <a:pt x="2620130" y="1194472"/>
                  <a:pt x="2673542" y="1215249"/>
                  <a:pt x="2724042" y="1259695"/>
                </a:cubicBezTo>
                <a:cubicBezTo>
                  <a:pt x="2571530" y="1281281"/>
                  <a:pt x="2418503" y="1302968"/>
                  <a:pt x="2265993" y="1324555"/>
                </a:cubicBezTo>
                <a:cubicBezTo>
                  <a:pt x="2569176" y="1396172"/>
                  <a:pt x="2881348" y="1329044"/>
                  <a:pt x="3218786" y="1449876"/>
                </a:cubicBezTo>
                <a:cubicBezTo>
                  <a:pt x="2848240" y="1456896"/>
                  <a:pt x="2523160" y="1463138"/>
                  <a:pt x="2197564" y="1469480"/>
                </a:cubicBezTo>
                <a:cubicBezTo>
                  <a:pt x="2634364" y="1596247"/>
                  <a:pt x="3093386" y="1602651"/>
                  <a:pt x="3519100" y="1755212"/>
                </a:cubicBezTo>
                <a:cubicBezTo>
                  <a:pt x="3515698" y="1773602"/>
                  <a:pt x="3512195" y="1791475"/>
                  <a:pt x="3508692" y="1809348"/>
                </a:cubicBezTo>
                <a:cubicBezTo>
                  <a:pt x="3334541" y="1780341"/>
                  <a:pt x="3160491" y="1751854"/>
                  <a:pt x="2986339" y="1722848"/>
                </a:cubicBezTo>
                <a:cubicBezTo>
                  <a:pt x="2985995" y="1729362"/>
                  <a:pt x="2985134" y="1735976"/>
                  <a:pt x="2984790" y="1742491"/>
                </a:cubicBezTo>
                <a:cubicBezTo>
                  <a:pt x="3180599" y="1838739"/>
                  <a:pt x="3376308" y="1934470"/>
                  <a:pt x="3571283" y="2031955"/>
                </a:cubicBezTo>
                <a:cubicBezTo>
                  <a:pt x="3590246" y="2041162"/>
                  <a:pt x="3604298" y="2060996"/>
                  <a:pt x="3615118" y="2086291"/>
                </a:cubicBezTo>
                <a:cubicBezTo>
                  <a:pt x="3315979" y="1971984"/>
                  <a:pt x="3021953" y="1848086"/>
                  <a:pt x="2708513" y="1781688"/>
                </a:cubicBezTo>
                <a:cubicBezTo>
                  <a:pt x="2851625" y="1938142"/>
                  <a:pt x="3056208" y="2016031"/>
                  <a:pt x="3172418" y="2199742"/>
                </a:cubicBezTo>
                <a:cubicBezTo>
                  <a:pt x="2837500" y="2011804"/>
                  <a:pt x="2530831" y="1775932"/>
                  <a:pt x="2132197" y="1641209"/>
                </a:cubicBezTo>
                <a:cubicBezTo>
                  <a:pt x="2297210" y="1857876"/>
                  <a:pt x="2515461" y="1989518"/>
                  <a:pt x="2630167" y="2204145"/>
                </a:cubicBezTo>
                <a:cubicBezTo>
                  <a:pt x="2620199" y="2213603"/>
                  <a:pt x="2609815" y="2223681"/>
                  <a:pt x="2599847" y="2233140"/>
                </a:cubicBezTo>
                <a:cubicBezTo>
                  <a:pt x="2423365" y="2076186"/>
                  <a:pt x="2246266" y="1918816"/>
                  <a:pt x="2069682" y="1761346"/>
                </a:cubicBezTo>
                <a:cubicBezTo>
                  <a:pt x="2063866" y="1767312"/>
                  <a:pt x="2057531" y="1773378"/>
                  <a:pt x="2051614" y="1778826"/>
                </a:cubicBezTo>
                <a:cubicBezTo>
                  <a:pt x="2127561" y="1876885"/>
                  <a:pt x="2202890" y="1974525"/>
                  <a:pt x="2278737" y="2072065"/>
                </a:cubicBezTo>
                <a:cubicBezTo>
                  <a:pt x="2269071" y="2083077"/>
                  <a:pt x="2259922" y="2093989"/>
                  <a:pt x="2250256" y="2105001"/>
                </a:cubicBezTo>
                <a:cubicBezTo>
                  <a:pt x="2218132" y="2083308"/>
                  <a:pt x="2182376" y="2065008"/>
                  <a:pt x="2154719" y="2038687"/>
                </a:cubicBezTo>
                <a:cubicBezTo>
                  <a:pt x="2004929" y="1894811"/>
                  <a:pt x="1856806" y="1748464"/>
                  <a:pt x="1707849" y="1603352"/>
                </a:cubicBezTo>
                <a:cubicBezTo>
                  <a:pt x="1660151" y="1556751"/>
                  <a:pt x="1608475" y="1520056"/>
                  <a:pt x="1525666" y="1568923"/>
                </a:cubicBezTo>
                <a:cubicBezTo>
                  <a:pt x="1644305" y="1762370"/>
                  <a:pt x="1861291" y="1879215"/>
                  <a:pt x="1930439" y="2152124"/>
                </a:cubicBezTo>
                <a:cubicBezTo>
                  <a:pt x="1749961" y="1969085"/>
                  <a:pt x="1599063" y="1819516"/>
                  <a:pt x="1452634" y="1665318"/>
                </a:cubicBezTo>
                <a:cubicBezTo>
                  <a:pt x="1387177" y="1596381"/>
                  <a:pt x="1332323" y="1535053"/>
                  <a:pt x="1219821" y="1571963"/>
                </a:cubicBezTo>
                <a:cubicBezTo>
                  <a:pt x="1171385" y="1587826"/>
                  <a:pt x="1107384" y="1556750"/>
                  <a:pt x="1050195" y="1546914"/>
                </a:cubicBezTo>
                <a:cubicBezTo>
                  <a:pt x="1044753" y="1560328"/>
                  <a:pt x="1039928" y="1574160"/>
                  <a:pt x="1034486" y="1587574"/>
                </a:cubicBezTo>
                <a:cubicBezTo>
                  <a:pt x="1183149" y="1689764"/>
                  <a:pt x="1332431" y="1792370"/>
                  <a:pt x="1481611" y="1894459"/>
                </a:cubicBezTo>
                <a:cubicBezTo>
                  <a:pt x="1477633" y="1904365"/>
                  <a:pt x="1473139" y="1914372"/>
                  <a:pt x="1469161" y="1924278"/>
                </a:cubicBezTo>
                <a:cubicBezTo>
                  <a:pt x="1438720" y="1916764"/>
                  <a:pt x="1405048" y="1914714"/>
                  <a:pt x="1377537" y="1900183"/>
                </a:cubicBezTo>
                <a:cubicBezTo>
                  <a:pt x="1250800" y="1833487"/>
                  <a:pt x="1128026" y="1759575"/>
                  <a:pt x="999407" y="1697006"/>
                </a:cubicBezTo>
                <a:cubicBezTo>
                  <a:pt x="940148" y="1668231"/>
                  <a:pt x="870548" y="1660808"/>
                  <a:pt x="805960" y="1643277"/>
                </a:cubicBezTo>
                <a:cubicBezTo>
                  <a:pt x="801451" y="1655973"/>
                  <a:pt x="797459" y="1668568"/>
                  <a:pt x="793467" y="1681164"/>
                </a:cubicBezTo>
                <a:cubicBezTo>
                  <a:pt x="870528" y="1724206"/>
                  <a:pt x="949771" y="1764676"/>
                  <a:pt x="1024949" y="1811845"/>
                </a:cubicBezTo>
                <a:cubicBezTo>
                  <a:pt x="1093334" y="1854426"/>
                  <a:pt x="1157236" y="1904325"/>
                  <a:pt x="1212262" y="1972065"/>
                </a:cubicBezTo>
                <a:cubicBezTo>
                  <a:pt x="950723" y="1899338"/>
                  <a:pt x="731111" y="1691672"/>
                  <a:pt x="398553" y="1745032"/>
                </a:cubicBezTo>
                <a:cubicBezTo>
                  <a:pt x="563711" y="1874101"/>
                  <a:pt x="735352" y="1928845"/>
                  <a:pt x="824711" y="2090377"/>
                </a:cubicBezTo>
                <a:cubicBezTo>
                  <a:pt x="664042" y="2012011"/>
                  <a:pt x="501706" y="1936118"/>
                  <a:pt x="343018" y="1854143"/>
                </a:cubicBezTo>
                <a:cubicBezTo>
                  <a:pt x="232967" y="1797366"/>
                  <a:pt x="128499" y="1795713"/>
                  <a:pt x="17025" y="1831006"/>
                </a:cubicBezTo>
                <a:lnTo>
                  <a:pt x="0" y="1837998"/>
                </a:lnTo>
                <a:lnTo>
                  <a:pt x="0" y="1569479"/>
                </a:lnTo>
                <a:lnTo>
                  <a:pt x="14353" y="1564248"/>
                </a:lnTo>
                <a:cubicBezTo>
                  <a:pt x="65704" y="1543060"/>
                  <a:pt x="73561" y="1526020"/>
                  <a:pt x="94549" y="1453845"/>
                </a:cubicBezTo>
                <a:cubicBezTo>
                  <a:pt x="165450" y="1211199"/>
                  <a:pt x="231811" y="967286"/>
                  <a:pt x="303185" y="713266"/>
                </a:cubicBezTo>
                <a:cubicBezTo>
                  <a:pt x="363588" y="700988"/>
                  <a:pt x="379612" y="758581"/>
                  <a:pt x="371403" y="807454"/>
                </a:cubicBezTo>
                <a:cubicBezTo>
                  <a:pt x="347391" y="954490"/>
                  <a:pt x="313466" y="1100229"/>
                  <a:pt x="281093" y="1245667"/>
                </a:cubicBezTo>
                <a:cubicBezTo>
                  <a:pt x="270297" y="1295043"/>
                  <a:pt x="252074" y="1342102"/>
                  <a:pt x="235045" y="1398061"/>
                </a:cubicBezTo>
                <a:cubicBezTo>
                  <a:pt x="422030" y="1363327"/>
                  <a:pt x="499846" y="1261168"/>
                  <a:pt x="503757" y="1085268"/>
                </a:cubicBezTo>
                <a:cubicBezTo>
                  <a:pt x="507600" y="922811"/>
                  <a:pt x="527558" y="760445"/>
                  <a:pt x="543798" y="598266"/>
                </a:cubicBezTo>
                <a:cubicBezTo>
                  <a:pt x="547928" y="558781"/>
                  <a:pt x="566210" y="520307"/>
                  <a:pt x="585451" y="456397"/>
                </a:cubicBezTo>
                <a:cubicBezTo>
                  <a:pt x="691570" y="593718"/>
                  <a:pt x="634414" y="716573"/>
                  <a:pt x="630810" y="833318"/>
                </a:cubicBezTo>
                <a:cubicBezTo>
                  <a:pt x="626904" y="948510"/>
                  <a:pt x="614840" y="1063138"/>
                  <a:pt x="605863" y="1179852"/>
                </a:cubicBezTo>
                <a:cubicBezTo>
                  <a:pt x="710325" y="1178888"/>
                  <a:pt x="723374" y="1113495"/>
                  <a:pt x="737759" y="1049453"/>
                </a:cubicBezTo>
                <a:cubicBezTo>
                  <a:pt x="778358" y="871793"/>
                  <a:pt x="818340" y="693716"/>
                  <a:pt x="860592" y="516272"/>
                </a:cubicBezTo>
                <a:cubicBezTo>
                  <a:pt x="873370" y="463288"/>
                  <a:pt x="894091" y="412520"/>
                  <a:pt x="919291" y="335094"/>
                </a:cubicBezTo>
                <a:cubicBezTo>
                  <a:pt x="1046915" y="469847"/>
                  <a:pt x="949233" y="577479"/>
                  <a:pt x="935687" y="678965"/>
                </a:cubicBezTo>
                <a:cubicBezTo>
                  <a:pt x="921251" y="792442"/>
                  <a:pt x="881417" y="902260"/>
                  <a:pt x="843787" y="1045497"/>
                </a:cubicBezTo>
                <a:cubicBezTo>
                  <a:pt x="974086" y="1003516"/>
                  <a:pt x="1038951" y="947928"/>
                  <a:pt x="1055830" y="841497"/>
                </a:cubicBezTo>
                <a:cubicBezTo>
                  <a:pt x="1092988" y="610244"/>
                  <a:pt x="1129631" y="379092"/>
                  <a:pt x="1167925" y="148157"/>
                </a:cubicBezTo>
                <a:cubicBezTo>
                  <a:pt x="1175704" y="102592"/>
                  <a:pt x="1191126" y="57688"/>
                  <a:pt x="1224921" y="16199"/>
                </a:cubicBezTo>
                <a:cubicBezTo>
                  <a:pt x="1343641" y="273562"/>
                  <a:pt x="1211458" y="518449"/>
                  <a:pt x="1192163" y="811235"/>
                </a:cubicBezTo>
                <a:cubicBezTo>
                  <a:pt x="1240925" y="752868"/>
                  <a:pt x="1274018" y="727094"/>
                  <a:pt x="1288968" y="693566"/>
                </a:cubicBezTo>
                <a:cubicBezTo>
                  <a:pt x="1366529" y="521078"/>
                  <a:pt x="1438934" y="346907"/>
                  <a:pt x="1514227" y="173786"/>
                </a:cubicBezTo>
                <a:cubicBezTo>
                  <a:pt x="1536499" y="122717"/>
                  <a:pt x="1562277" y="73114"/>
                  <a:pt x="1591631" y="11535"/>
                </a:cubicBezTo>
                <a:cubicBezTo>
                  <a:pt x="1715369" y="98692"/>
                  <a:pt x="1626331" y="173484"/>
                  <a:pt x="1607996" y="242054"/>
                </a:cubicBezTo>
                <a:cubicBezTo>
                  <a:pt x="1588714" y="314031"/>
                  <a:pt x="1554578" y="381375"/>
                  <a:pt x="1512804" y="486736"/>
                </a:cubicBezTo>
                <a:cubicBezTo>
                  <a:pt x="1699705" y="368746"/>
                  <a:pt x="1809116" y="211019"/>
                  <a:pt x="2008275" y="120194"/>
                </a:cubicBezTo>
                <a:cubicBezTo>
                  <a:pt x="1975712" y="341957"/>
                  <a:pt x="1748143" y="352883"/>
                  <a:pt x="1694687" y="538951"/>
                </a:cubicBezTo>
                <a:cubicBezTo>
                  <a:pt x="1798124" y="496818"/>
                  <a:pt x="1883072" y="453444"/>
                  <a:pt x="1973612" y="427786"/>
                </a:cubicBezTo>
                <a:cubicBezTo>
                  <a:pt x="2058046" y="403853"/>
                  <a:pt x="2121251" y="290029"/>
                  <a:pt x="2252888" y="368128"/>
                </a:cubicBezTo>
                <a:cubicBezTo>
                  <a:pt x="2060756" y="577929"/>
                  <a:pt x="1763959" y="569540"/>
                  <a:pt x="1577384" y="763755"/>
                </a:cubicBezTo>
                <a:cubicBezTo>
                  <a:pt x="1813063" y="703438"/>
                  <a:pt x="2048326" y="643739"/>
                  <a:pt x="2290626" y="581598"/>
                </a:cubicBezTo>
                <a:cubicBezTo>
                  <a:pt x="2311708" y="540968"/>
                  <a:pt x="2331799" y="492472"/>
                  <a:pt x="2361773" y="450651"/>
                </a:cubicBezTo>
                <a:cubicBezTo>
                  <a:pt x="2371869" y="436331"/>
                  <a:pt x="2411170" y="428692"/>
                  <a:pt x="2428281" y="436648"/>
                </a:cubicBezTo>
                <a:cubicBezTo>
                  <a:pt x="2445390" y="444605"/>
                  <a:pt x="2465751" y="483089"/>
                  <a:pt x="2459792" y="496603"/>
                </a:cubicBezTo>
                <a:cubicBezTo>
                  <a:pt x="2425298" y="573150"/>
                  <a:pt x="2386680" y="647812"/>
                  <a:pt x="2342604" y="719236"/>
                </a:cubicBezTo>
                <a:cubicBezTo>
                  <a:pt x="2289465" y="804779"/>
                  <a:pt x="2229631" y="886250"/>
                  <a:pt x="2156442" y="992882"/>
                </a:cubicBezTo>
                <a:cubicBezTo>
                  <a:pt x="2278327" y="979398"/>
                  <a:pt x="2337722" y="942603"/>
                  <a:pt x="2377128" y="855431"/>
                </a:cubicBezTo>
                <a:cubicBezTo>
                  <a:pt x="2465761" y="659839"/>
                  <a:pt x="2562641" y="468016"/>
                  <a:pt x="2657869" y="275977"/>
                </a:cubicBezTo>
                <a:cubicBezTo>
                  <a:pt x="2674054" y="243283"/>
                  <a:pt x="2698586" y="214875"/>
                  <a:pt x="2717845" y="186956"/>
                </a:cubicBezTo>
                <a:cubicBezTo>
                  <a:pt x="2806237" y="216514"/>
                  <a:pt x="2787557" y="272258"/>
                  <a:pt x="2765311" y="317949"/>
                </a:cubicBezTo>
                <a:cubicBezTo>
                  <a:pt x="2711831" y="429346"/>
                  <a:pt x="2652993" y="538024"/>
                  <a:pt x="2594672" y="646600"/>
                </a:cubicBezTo>
                <a:cubicBezTo>
                  <a:pt x="2561497" y="707847"/>
                  <a:pt x="2524716" y="767109"/>
                  <a:pt x="2479362" y="845766"/>
                </a:cubicBezTo>
                <a:cubicBezTo>
                  <a:pt x="2617711" y="845199"/>
                  <a:pt x="2702591" y="815269"/>
                  <a:pt x="2760035" y="696655"/>
                </a:cubicBezTo>
                <a:cubicBezTo>
                  <a:pt x="2856540" y="497384"/>
                  <a:pt x="2971491" y="307421"/>
                  <a:pt x="3075725" y="112019"/>
                </a:cubicBezTo>
                <a:cubicBezTo>
                  <a:pt x="3101604" y="62935"/>
                  <a:pt x="3122083" y="19198"/>
                  <a:pt x="3201798" y="48294"/>
                </a:cubicBezTo>
                <a:cubicBezTo>
                  <a:pt x="3169207" y="275435"/>
                  <a:pt x="2991779" y="439398"/>
                  <a:pt x="2921347" y="651331"/>
                </a:cubicBezTo>
                <a:cubicBezTo>
                  <a:pt x="3025885" y="675601"/>
                  <a:pt x="3037410" y="605132"/>
                  <a:pt x="3060603" y="556032"/>
                </a:cubicBezTo>
                <a:cubicBezTo>
                  <a:pt x="3142287" y="385430"/>
                  <a:pt x="3219232" y="212524"/>
                  <a:pt x="3300399" y="42022"/>
                </a:cubicBezTo>
                <a:close/>
              </a:path>
            </a:pathLst>
          </a:custGeom>
          <a:solidFill>
            <a:schemeClr val="tx1">
              <a:alpha val="13000"/>
            </a:schemeClr>
          </a:solidFill>
          <a:ln w="5271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7DD70B2B-8865-ED69-4A28-D0CA2A9A67AD}"/>
              </a:ext>
            </a:extLst>
          </p:cNvPr>
          <p:cNvSpPr/>
          <p:nvPr userDrawn="1"/>
        </p:nvSpPr>
        <p:spPr>
          <a:xfrm>
            <a:off x="5790280" y="0"/>
            <a:ext cx="6401718" cy="6857999"/>
          </a:xfrm>
          <a:custGeom>
            <a:avLst/>
            <a:gdLst>
              <a:gd name="connsiteX0" fmla="*/ 13164 w 6401718"/>
              <a:gd name="connsiteY0" fmla="*/ 0 h 6857999"/>
              <a:gd name="connsiteX1" fmla="*/ 6401718 w 6401718"/>
              <a:gd name="connsiteY1" fmla="*/ 0 h 6857999"/>
              <a:gd name="connsiteX2" fmla="*/ 6401718 w 6401718"/>
              <a:gd name="connsiteY2" fmla="*/ 6857999 h 6857999"/>
              <a:gd name="connsiteX3" fmla="*/ 4837168 w 6401718"/>
              <a:gd name="connsiteY3" fmla="*/ 6857999 h 6857999"/>
              <a:gd name="connsiteX4" fmla="*/ 4970284 w 6401718"/>
              <a:gd name="connsiteY4" fmla="*/ 6566499 h 6857999"/>
              <a:gd name="connsiteX5" fmla="*/ 5441996 w 6401718"/>
              <a:gd name="connsiteY5" fmla="*/ 3607583 h 6857999"/>
              <a:gd name="connsiteX6" fmla="*/ 333189 w 6401718"/>
              <a:gd name="connsiteY6" fmla="*/ 1342399 h 6857999"/>
              <a:gd name="connsiteX7" fmla="*/ 10627 w 6401718"/>
              <a:gd name="connsiteY7"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01718" h="6857999">
                <a:moveTo>
                  <a:pt x="13164" y="0"/>
                </a:moveTo>
                <a:lnTo>
                  <a:pt x="6401718" y="0"/>
                </a:lnTo>
                <a:lnTo>
                  <a:pt x="6401718" y="6857999"/>
                </a:lnTo>
                <a:lnTo>
                  <a:pt x="4837168" y="6857999"/>
                </a:lnTo>
                <a:lnTo>
                  <a:pt x="4970284" y="6566499"/>
                </a:lnTo>
                <a:cubicBezTo>
                  <a:pt x="5459272" y="5503700"/>
                  <a:pt x="5952697" y="4415857"/>
                  <a:pt x="5441996" y="3607583"/>
                </a:cubicBezTo>
                <a:cubicBezTo>
                  <a:pt x="4534017" y="2170575"/>
                  <a:pt x="1476973" y="3238952"/>
                  <a:pt x="333189" y="1342399"/>
                </a:cubicBezTo>
                <a:cubicBezTo>
                  <a:pt x="249159" y="1202652"/>
                  <a:pt x="-60917" y="673160"/>
                  <a:pt x="10627" y="17156"/>
                </a:cubicBezTo>
                <a:close/>
              </a:path>
            </a:pathLst>
          </a:custGeom>
          <a:solidFill>
            <a:schemeClr val="accent4"/>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0" name="Freeform: Shape 9">
            <a:extLst>
              <a:ext uri="{FF2B5EF4-FFF2-40B4-BE49-F238E27FC236}">
                <a16:creationId xmlns:a16="http://schemas.microsoft.com/office/drawing/2014/main" id="{9DD0CBC4-C858-C0CA-9E1D-CD160F7225C5}"/>
              </a:ext>
            </a:extLst>
          </p:cNvPr>
          <p:cNvSpPr/>
          <p:nvPr userDrawn="1"/>
        </p:nvSpPr>
        <p:spPr>
          <a:xfrm>
            <a:off x="4749567" y="5750376"/>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B43929CA-6C7B-DB72-BEE4-FDB8F55ECE6C}"/>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095540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AF05990B-AF4C-9519-A6F0-BE82692B44BA}"/>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A999DAD1-D84B-B7AD-DB4C-504FD8053F77}"/>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3910731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rtl="0"/>
            <a:r>
              <a:rPr lang="en-GB"/>
              <a:t>20XX</a:t>
            </a:r>
          </a:p>
        </p:txBody>
      </p:sp>
      <p:sp>
        <p:nvSpPr>
          <p:cNvPr id="8" name="Footer Placeholder 7"/>
          <p:cNvSpPr>
            <a:spLocks noGrp="1"/>
          </p:cNvSpPr>
          <p:nvPr>
            <p:ph type="ftr" sz="quarter" idx="11"/>
          </p:nvPr>
        </p:nvSpPr>
        <p:spPr/>
        <p:txBody>
          <a:bodyPr/>
          <a:lstStyle/>
          <a:p>
            <a:pPr rtl="0"/>
            <a:r>
              <a:rPr lang="en-GB"/>
              <a:t>presentation title</a:t>
            </a:r>
          </a:p>
        </p:txBody>
      </p:sp>
      <p:sp>
        <p:nvSpPr>
          <p:cNvPr id="9" name="Slide Number Placeholder 8"/>
          <p:cNvSpPr>
            <a:spLocks noGrp="1"/>
          </p:cNvSpPr>
          <p:nvPr>
            <p:ph type="sldNum" sz="quarter" idx="12"/>
          </p:nvPr>
        </p:nvSpPr>
        <p:spPr/>
        <p:txBody>
          <a:bodyPr/>
          <a:lstStyle/>
          <a:p>
            <a:pPr rtl="0"/>
            <a:fld id="{58FB4751-880F-D840-AAA9-3A15815CC996}" type="slidenum">
              <a:rPr lang="en-GB" smtClean="0"/>
              <a:pPr/>
              <a:t>‹#›</a:t>
            </a:fld>
            <a:endParaRPr lang="en-GB" dirty="0"/>
          </a:p>
        </p:txBody>
      </p:sp>
      <p:sp>
        <p:nvSpPr>
          <p:cNvPr id="10" name="Freeform: Shape 9">
            <a:extLst>
              <a:ext uri="{FF2B5EF4-FFF2-40B4-BE49-F238E27FC236}">
                <a16:creationId xmlns:a16="http://schemas.microsoft.com/office/drawing/2014/main" id="{9507596F-02AB-A4E5-F143-5FFE18AD5622}"/>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F121299E-72D3-EEEE-3F97-7712E62332E6}"/>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2" name="Freeform: Shape 11">
            <a:extLst>
              <a:ext uri="{FF2B5EF4-FFF2-40B4-BE49-F238E27FC236}">
                <a16:creationId xmlns:a16="http://schemas.microsoft.com/office/drawing/2014/main" id="{D4EE4586-4C79-5119-BDE2-BCF597364D7A}"/>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cxnSp>
        <p:nvCxnSpPr>
          <p:cNvPr id="13" name="Straight Connector 12">
            <a:extLst>
              <a:ext uri="{FF2B5EF4-FFF2-40B4-BE49-F238E27FC236}">
                <a16:creationId xmlns:a16="http://schemas.microsoft.com/office/drawing/2014/main" id="{FFCBA7FD-E5FF-B1C6-6A82-7F67256D2B49}"/>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08963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pPr rtl="0"/>
            <a:r>
              <a:rPr lang="en-GB"/>
              <a:t>20XX</a:t>
            </a:r>
          </a:p>
        </p:txBody>
      </p:sp>
      <p:sp>
        <p:nvSpPr>
          <p:cNvPr id="5" name="Footer Placeholder 3"/>
          <p:cNvSpPr>
            <a:spLocks noGrp="1"/>
          </p:cNvSpPr>
          <p:nvPr>
            <p:ph type="ftr" sz="quarter" idx="11"/>
          </p:nvPr>
        </p:nvSpPr>
        <p:spPr/>
        <p:txBody>
          <a:bodyPr/>
          <a:lstStyle/>
          <a:p>
            <a:pPr rtl="0"/>
            <a:r>
              <a:rPr lang="en-GB"/>
              <a:t>presentation title</a:t>
            </a:r>
          </a:p>
        </p:txBody>
      </p:sp>
      <p:sp>
        <p:nvSpPr>
          <p:cNvPr id="6" name="Slide Number Placeholder 4"/>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3430182443"/>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pPr rtl="0"/>
            <a:r>
              <a:rPr lang="en-GB"/>
              <a:t>20XX</a:t>
            </a:r>
          </a:p>
        </p:txBody>
      </p:sp>
      <p:sp>
        <p:nvSpPr>
          <p:cNvPr id="5" name="Footer Placeholder 2"/>
          <p:cNvSpPr>
            <a:spLocks noGrp="1"/>
          </p:cNvSpPr>
          <p:nvPr>
            <p:ph type="ftr" sz="quarter" idx="11"/>
          </p:nvPr>
        </p:nvSpPr>
        <p:spPr/>
        <p:txBody>
          <a:bodyPr/>
          <a:lstStyle/>
          <a:p>
            <a:pPr rtl="0"/>
            <a:r>
              <a:rPr lang="en-GB"/>
              <a:t>presentation title</a:t>
            </a:r>
          </a:p>
        </p:txBody>
      </p:sp>
      <p:sp>
        <p:nvSpPr>
          <p:cNvPr id="6" name="Slide Number Placeholder 3"/>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544457794"/>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pPr rtl="0"/>
            <a:r>
              <a:rPr lang="en-GB"/>
              <a:t>20XX</a:t>
            </a:r>
          </a:p>
        </p:txBody>
      </p:sp>
      <p:sp>
        <p:nvSpPr>
          <p:cNvPr id="5" name="Footer Placeholder 5"/>
          <p:cNvSpPr>
            <a:spLocks noGrp="1"/>
          </p:cNvSpPr>
          <p:nvPr>
            <p:ph type="ftr" sz="quarter" idx="11"/>
          </p:nvPr>
        </p:nvSpPr>
        <p:spPr/>
        <p:txBody>
          <a:bodyPr/>
          <a:lstStyle/>
          <a:p>
            <a:pPr rtl="0"/>
            <a:r>
              <a:rPr lang="en-GB"/>
              <a:t>presentation title</a:t>
            </a:r>
          </a:p>
        </p:txBody>
      </p:sp>
      <p:sp>
        <p:nvSpPr>
          <p:cNvPr id="6"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sp>
        <p:nvSpPr>
          <p:cNvPr id="8" name="Freeform: Shape 7">
            <a:extLst>
              <a:ext uri="{FF2B5EF4-FFF2-40B4-BE49-F238E27FC236}">
                <a16:creationId xmlns:a16="http://schemas.microsoft.com/office/drawing/2014/main" id="{3068A36D-AF15-F1E1-986B-F0D7E3F742E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9" name="Freeform: Shape 8">
            <a:extLst>
              <a:ext uri="{FF2B5EF4-FFF2-40B4-BE49-F238E27FC236}">
                <a16:creationId xmlns:a16="http://schemas.microsoft.com/office/drawing/2014/main" id="{AC4D0BAD-1DD1-B220-2346-E5AF5A26BB56}"/>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85886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t>‹#›</a:t>
            </a:fld>
            <a:endParaRPr lang="en-GB" dirty="0"/>
          </a:p>
        </p:txBody>
      </p:sp>
      <p:pic>
        <p:nvPicPr>
          <p:cNvPr id="8" name="Picture 7" descr="Shape, circle&#10;&#10;Description automatically generated">
            <a:extLst>
              <a:ext uri="{FF2B5EF4-FFF2-40B4-BE49-F238E27FC236}">
                <a16:creationId xmlns:a16="http://schemas.microsoft.com/office/drawing/2014/main" id="{F01D9B89-894B-7180-C557-5A13535EFF7D}"/>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9" name="Freeform: Shape 8">
            <a:extLst>
              <a:ext uri="{FF2B5EF4-FFF2-40B4-BE49-F238E27FC236}">
                <a16:creationId xmlns:a16="http://schemas.microsoft.com/office/drawing/2014/main" id="{09177D80-60EE-6138-0958-F21CC6E3859E}"/>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Tree>
    <p:extLst>
      <p:ext uri="{BB962C8B-B14F-4D97-AF65-F5344CB8AC3E}">
        <p14:creationId xmlns:p14="http://schemas.microsoft.com/office/powerpoint/2010/main" val="158070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rtl="0"/>
            <a:r>
              <a:rPr lang="en-GB"/>
              <a:t>20XX</a:t>
            </a:r>
          </a:p>
        </p:txBody>
      </p:sp>
      <p:sp>
        <p:nvSpPr>
          <p:cNvPr id="6" name="Footer Placeholder 5"/>
          <p:cNvSpPr>
            <a:spLocks noGrp="1"/>
          </p:cNvSpPr>
          <p:nvPr>
            <p:ph type="ftr" sz="quarter" idx="11"/>
          </p:nvPr>
        </p:nvSpPr>
        <p:spPr/>
        <p:txBody>
          <a:bodyPr/>
          <a:lstStyle/>
          <a:p>
            <a:pPr rtl="0"/>
            <a:r>
              <a:rPr lang="en-GB"/>
              <a:t>presentation title</a:t>
            </a:r>
          </a:p>
        </p:txBody>
      </p:sp>
      <p:sp>
        <p:nvSpPr>
          <p:cNvPr id="7" name="Slide Number Placeholder 6"/>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52182305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267342629"/>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4121050725"/>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4281822999"/>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en-GB"/>
              <a:t>20XX</a:t>
            </a:r>
          </a:p>
        </p:txBody>
      </p:sp>
      <p:sp>
        <p:nvSpPr>
          <p:cNvPr id="4"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494923360"/>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pPr rtl="0"/>
            <a:r>
              <a:rPr lang="en-GB"/>
              <a:t>20XX</a:t>
            </a:r>
          </a:p>
        </p:txBody>
      </p:sp>
      <p:sp>
        <p:nvSpPr>
          <p:cNvPr id="4"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4224033054"/>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3719365511"/>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rtl="0"/>
            <a:r>
              <a:rPr lang="en-GB"/>
              <a:t>20XX</a:t>
            </a:r>
          </a:p>
        </p:txBody>
      </p:sp>
      <p:sp>
        <p:nvSpPr>
          <p:cNvPr id="5" name="Footer Placeholder 4"/>
          <p:cNvSpPr>
            <a:spLocks noGrp="1"/>
          </p:cNvSpPr>
          <p:nvPr>
            <p:ph type="ftr" sz="quarter" idx="11"/>
          </p:nvPr>
        </p:nvSpPr>
        <p:spPr/>
        <p:txBody>
          <a:bodyPr/>
          <a:lstStyle/>
          <a:p>
            <a:pPr rtl="0"/>
            <a:r>
              <a:rPr lang="en-GB"/>
              <a:t>presentation title</a:t>
            </a:r>
          </a:p>
        </p:txBody>
      </p:sp>
      <p:sp>
        <p:nvSpPr>
          <p:cNvPr id="6" name="Slide Number Placeholder 5"/>
          <p:cNvSpPr>
            <a:spLocks noGrp="1"/>
          </p:cNvSpPr>
          <p:nvPr>
            <p:ph type="sldNum" sz="quarter" idx="12"/>
          </p:nvPr>
        </p:nvSpPr>
        <p:spPr/>
        <p:txBody>
          <a:bodyPr/>
          <a:lstStyle/>
          <a:p>
            <a:pPr rtl="0"/>
            <a:fld id="{58FB4751-880F-D840-AAA9-3A15815CC996}" type="slidenum">
              <a:rPr lang="en-GB" smtClean="0"/>
              <a:pPr/>
              <a:t>‹#›</a:t>
            </a:fld>
            <a:endParaRPr lang="en-GB" dirty="0"/>
          </a:p>
        </p:txBody>
      </p:sp>
    </p:spTree>
    <p:extLst>
      <p:ext uri="{BB962C8B-B14F-4D97-AF65-F5344CB8AC3E}">
        <p14:creationId xmlns:p14="http://schemas.microsoft.com/office/powerpoint/2010/main" val="1364029176"/>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Picture with Capt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A019-E4E4-1209-09B0-DB16867B19EA}"/>
              </a:ext>
            </a:extLst>
          </p:cNvPr>
          <p:cNvSpPr>
            <a:spLocks noGrp="1"/>
          </p:cNvSpPr>
          <p:nvPr>
            <p:ph type="title" hasCustomPrompt="1"/>
          </p:nvPr>
        </p:nvSpPr>
        <p:spPr>
          <a:xfrm>
            <a:off x="576071" y="704088"/>
            <a:ext cx="6502620" cy="676656"/>
          </a:xfrm>
        </p:spPr>
        <p:txBody>
          <a:bodyPr rtlCol="0" anchor="b"/>
          <a:lstStyle>
            <a:lvl1pPr>
              <a:defRPr lang="en-GB" sz="4800"/>
            </a:lvl1pPr>
          </a:lstStyle>
          <a:p>
            <a:pPr rtl="0"/>
            <a:r>
              <a:rPr lang="en-GB"/>
              <a:t>click to edit master title style</a:t>
            </a:r>
          </a:p>
        </p:txBody>
      </p:sp>
      <p:sp>
        <p:nvSpPr>
          <p:cNvPr id="4" name="Text Placeholder 3">
            <a:extLst>
              <a:ext uri="{FF2B5EF4-FFF2-40B4-BE49-F238E27FC236}">
                <a16:creationId xmlns:a16="http://schemas.microsoft.com/office/drawing/2014/main" id="{EE7A4080-E621-B208-20C7-8547733A6966}"/>
              </a:ext>
            </a:extLst>
          </p:cNvPr>
          <p:cNvSpPr>
            <a:spLocks noGrp="1"/>
          </p:cNvSpPr>
          <p:nvPr>
            <p:ph type="body" sz="half" idx="2"/>
          </p:nvPr>
        </p:nvSpPr>
        <p:spPr>
          <a:xfrm>
            <a:off x="576072" y="1947671"/>
            <a:ext cx="4572000" cy="4070729"/>
          </a:xfrm>
        </p:spPr>
        <p:txBody>
          <a:bodyPr rtlCol="0">
            <a:normAutofit/>
          </a:bodyPr>
          <a:lstStyle>
            <a:lvl1pPr marL="0" indent="0">
              <a:lnSpc>
                <a:spcPct val="100000"/>
              </a:lnSpc>
              <a:spcBef>
                <a:spcPts val="0"/>
              </a:spcBef>
              <a:buNone/>
              <a:defRPr lang="en-GB" sz="1800"/>
            </a:lvl1pPr>
            <a:lvl2pPr marL="457200" indent="0">
              <a:buNone/>
              <a:defRPr lang="en-GB" sz="1400"/>
            </a:lvl2pPr>
            <a:lvl3pPr marL="914400" indent="0">
              <a:buNone/>
              <a:defRPr lang="en-GB" sz="1200"/>
            </a:lvl3pPr>
            <a:lvl4pPr marL="1371600" indent="0">
              <a:buNone/>
              <a:defRPr lang="en-GB" sz="1000"/>
            </a:lvl4pPr>
            <a:lvl5pPr marL="1828800" indent="0">
              <a:buNone/>
              <a:defRPr lang="en-GB" sz="1000"/>
            </a:lvl5pPr>
            <a:lvl6pPr marL="2286000" indent="0">
              <a:buNone/>
              <a:defRPr lang="en-GB" sz="1000"/>
            </a:lvl6pPr>
            <a:lvl7pPr marL="2743200" indent="0">
              <a:buNone/>
              <a:defRPr lang="en-GB" sz="1000"/>
            </a:lvl7pPr>
            <a:lvl8pPr marL="3200400" indent="0">
              <a:buNone/>
              <a:defRPr lang="en-GB" sz="1000"/>
            </a:lvl8pPr>
            <a:lvl9pPr marL="3657600" indent="0">
              <a:buNone/>
              <a:defRPr lang="en-GB" sz="1000"/>
            </a:lvl9pPr>
          </a:lstStyle>
          <a:p>
            <a:pPr lvl="0" rtl="0"/>
            <a:r>
              <a:rPr lang="en-US"/>
              <a:t>Click to edit Master text styles</a:t>
            </a:r>
          </a:p>
        </p:txBody>
      </p:sp>
      <p:pic>
        <p:nvPicPr>
          <p:cNvPr id="9" name="Picture 8" descr="Shape, circle&#10;&#10;Description automatically generated">
            <a:extLst>
              <a:ext uri="{FF2B5EF4-FFF2-40B4-BE49-F238E27FC236}">
                <a16:creationId xmlns:a16="http://schemas.microsoft.com/office/drawing/2014/main" id="{B5ED90D1-D640-D115-6711-35DE812FC014}"/>
              </a:ext>
            </a:extLst>
          </p:cNvPr>
          <p:cNvPicPr>
            <a:picLocks noChangeAspect="1"/>
          </p:cNvPicPr>
          <p:nvPr userDrawn="1"/>
        </p:nvPicPr>
        <p:blipFill rotWithShape="1">
          <a:blip r:embed="rId2">
            <a:alphaModFix/>
          </a:blip>
          <a:srcRect r="30186" b="9728"/>
          <a:stretch/>
        </p:blipFill>
        <p:spPr>
          <a:xfrm>
            <a:off x="6768197" y="1316481"/>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Lst>
          </p:cNvPr>
          <p:cNvSpPr/>
          <p:nvPr userDrawn="1"/>
        </p:nvSpPr>
        <p:spPr>
          <a:xfrm>
            <a:off x="7078692" y="1"/>
            <a:ext cx="5113309" cy="6162929"/>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815470" y="0"/>
            <a:ext cx="4376530" cy="6018401"/>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rtlCol="0" anchor="ctr">
            <a:noAutofit/>
          </a:bodyPr>
          <a:lstStyle>
            <a:lvl1pPr marL="0" indent="0" algn="ctr">
              <a:buNone/>
              <a:defRPr lang="en-GB" sz="3200"/>
            </a:lvl1pPr>
            <a:lvl2pPr marL="457200" indent="0">
              <a:buNone/>
              <a:defRPr lang="en-GB" sz="2800"/>
            </a:lvl2pPr>
            <a:lvl3pPr marL="914400" indent="0">
              <a:buNone/>
              <a:defRPr lang="en-GB" sz="2400"/>
            </a:lvl3pPr>
            <a:lvl4pPr marL="1371600" indent="0">
              <a:buNone/>
              <a:defRPr lang="en-GB" sz="2000"/>
            </a:lvl4pPr>
            <a:lvl5pPr marL="1828800" indent="0">
              <a:buNone/>
              <a:defRPr lang="en-GB" sz="2000"/>
            </a:lvl5pPr>
            <a:lvl6pPr marL="2286000" indent="0">
              <a:buNone/>
              <a:defRPr lang="en-GB" sz="2000"/>
            </a:lvl6pPr>
            <a:lvl7pPr marL="2743200" indent="0">
              <a:buNone/>
              <a:defRPr lang="en-GB" sz="2000"/>
            </a:lvl7pPr>
            <a:lvl8pPr marL="3200400" indent="0">
              <a:buNone/>
              <a:defRPr lang="en-GB" sz="2000"/>
            </a:lvl8pPr>
            <a:lvl9pPr marL="3657600" indent="0">
              <a:buNone/>
              <a:defRPr lang="en-GB" sz="2000"/>
            </a:lvl9pPr>
          </a:lstStyle>
          <a:p>
            <a:pPr rtl="0"/>
            <a:r>
              <a:rPr lang="en-US"/>
              <a:t>Click icon to add picture</a:t>
            </a:r>
            <a:endParaRPr lang="en-GB" dirty="0"/>
          </a:p>
        </p:txBody>
      </p:sp>
      <p:sp>
        <p:nvSpPr>
          <p:cNvPr id="5" name="Date Placeholder 4">
            <a:extLst>
              <a:ext uri="{FF2B5EF4-FFF2-40B4-BE49-F238E27FC236}">
                <a16:creationId xmlns:a16="http://schemas.microsoft.com/office/drawing/2014/main" id="{E6FD7452-E3B6-7579-A363-62FAAFA8C251}"/>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2B98FAD9-245A-0174-9BD4-2B8E8A4A5B01}"/>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43ECF68C-6FDB-D274-7021-666310B3ED0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Tree>
    <p:extLst>
      <p:ext uri="{BB962C8B-B14F-4D97-AF65-F5344CB8AC3E}">
        <p14:creationId xmlns:p14="http://schemas.microsoft.com/office/powerpoint/2010/main" val="39204893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mparison">
    <p:bg>
      <p:bgPr>
        <a:solidFill>
          <a:schemeClr val="accent6"/>
        </a:solidFill>
        <a:effectLst/>
      </p:bgPr>
    </p:bg>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212AF459-3431-0E12-3599-26E4E00D03DA}"/>
              </a:ext>
            </a:extLst>
          </p:cNvPr>
          <p:cNvSpPr/>
          <p:nvPr userDrawn="1"/>
        </p:nvSpPr>
        <p:spPr>
          <a:xfrm>
            <a:off x="737754" y="1496371"/>
            <a:ext cx="11454247" cy="5361629"/>
          </a:xfrm>
          <a:custGeom>
            <a:avLst/>
            <a:gdLst>
              <a:gd name="connsiteX0" fmla="*/ 6289581 w 11454247"/>
              <a:gd name="connsiteY0" fmla="*/ 282 h 5361629"/>
              <a:gd name="connsiteX1" fmla="*/ 10470807 w 11454247"/>
              <a:gd name="connsiteY1" fmla="*/ 759302 h 5361629"/>
              <a:gd name="connsiteX2" fmla="*/ 11276049 w 11454247"/>
              <a:gd name="connsiteY2" fmla="*/ 1131122 h 5361629"/>
              <a:gd name="connsiteX3" fmla="*/ 11454247 w 11454247"/>
              <a:gd name="connsiteY3" fmla="*/ 1230436 h 5361629"/>
              <a:gd name="connsiteX4" fmla="*/ 11454247 w 11454247"/>
              <a:gd name="connsiteY4" fmla="*/ 5361629 h 5361629"/>
              <a:gd name="connsiteX5" fmla="*/ 380284 w 11454247"/>
              <a:gd name="connsiteY5" fmla="*/ 5361629 h 5361629"/>
              <a:gd name="connsiteX6" fmla="*/ 335545 w 11454247"/>
              <a:gd name="connsiteY6" fmla="*/ 5249207 h 5361629"/>
              <a:gd name="connsiteX7" fmla="*/ 397857 w 11454247"/>
              <a:gd name="connsiteY7" fmla="*/ 1927967 h 5361629"/>
              <a:gd name="connsiteX8" fmla="*/ 2970513 w 11454247"/>
              <a:gd name="connsiteY8" fmla="*/ 486859 h 5361629"/>
              <a:gd name="connsiteX9" fmla="*/ 6289581 w 11454247"/>
              <a:gd name="connsiteY9" fmla="*/ 282 h 5361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454247" h="5361629">
                <a:moveTo>
                  <a:pt x="6289581" y="282"/>
                </a:moveTo>
                <a:cubicBezTo>
                  <a:pt x="8465340" y="-14675"/>
                  <a:pt x="10006154" y="571178"/>
                  <a:pt x="10470807" y="759302"/>
                </a:cubicBezTo>
                <a:cubicBezTo>
                  <a:pt x="10778666" y="883899"/>
                  <a:pt x="11045023" y="1008258"/>
                  <a:pt x="11276049" y="1131122"/>
                </a:cubicBezTo>
                <a:lnTo>
                  <a:pt x="11454247" y="1230436"/>
                </a:lnTo>
                <a:lnTo>
                  <a:pt x="11454247" y="5361629"/>
                </a:lnTo>
                <a:lnTo>
                  <a:pt x="380284" y="5361629"/>
                </a:lnTo>
                <a:lnTo>
                  <a:pt x="335545" y="5249207"/>
                </a:lnTo>
                <a:cubicBezTo>
                  <a:pt x="-39263" y="4244088"/>
                  <a:pt x="-202610" y="2928326"/>
                  <a:pt x="397857" y="1927967"/>
                </a:cubicBezTo>
                <a:cubicBezTo>
                  <a:pt x="517170" y="1729198"/>
                  <a:pt x="951042" y="1069104"/>
                  <a:pt x="2970513" y="486859"/>
                </a:cubicBezTo>
                <a:cubicBezTo>
                  <a:pt x="4180432" y="138015"/>
                  <a:pt x="5300600" y="7081"/>
                  <a:pt x="6289581" y="282"/>
                </a:cubicBezTo>
                <a:close/>
              </a:path>
            </a:pathLst>
          </a:custGeom>
          <a:solidFill>
            <a:schemeClr val="tx2">
              <a:lumMod val="75000"/>
              <a:alpha val="43000"/>
            </a:schemeClr>
          </a:solidFill>
          <a:ln w="402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6" name="Freeform: Shape 15">
            <a:extLst>
              <a:ext uri="{FF2B5EF4-FFF2-40B4-BE49-F238E27FC236}">
                <a16:creationId xmlns:a16="http://schemas.microsoft.com/office/drawing/2014/main" id="{B520FF74-6126-AF6C-96C5-066C7B7B29A9}"/>
              </a:ext>
            </a:extLst>
          </p:cNvPr>
          <p:cNvSpPr/>
          <p:nvPr userDrawn="1"/>
        </p:nvSpPr>
        <p:spPr>
          <a:xfrm>
            <a:off x="0" y="0"/>
            <a:ext cx="8254792" cy="6858000"/>
          </a:xfrm>
          <a:custGeom>
            <a:avLst/>
            <a:gdLst>
              <a:gd name="connsiteX0" fmla="*/ 0 w 8254792"/>
              <a:gd name="connsiteY0" fmla="*/ 0 h 6858000"/>
              <a:gd name="connsiteX1" fmla="*/ 6376520 w 8254792"/>
              <a:gd name="connsiteY1" fmla="*/ 0 h 6858000"/>
              <a:gd name="connsiteX2" fmla="*/ 6476044 w 8254792"/>
              <a:gd name="connsiteY2" fmla="*/ 189247 h 6858000"/>
              <a:gd name="connsiteX3" fmla="*/ 8222355 w 8254792"/>
              <a:gd name="connsiteY3" fmla="*/ 6291375 h 6858000"/>
              <a:gd name="connsiteX4" fmla="*/ 8254792 w 8254792"/>
              <a:gd name="connsiteY4" fmla="*/ 6858000 h 6858000"/>
              <a:gd name="connsiteX5" fmla="*/ 0 w 8254792"/>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4792" h="6858000">
                <a:moveTo>
                  <a:pt x="0" y="0"/>
                </a:moveTo>
                <a:lnTo>
                  <a:pt x="6376520" y="0"/>
                </a:lnTo>
                <a:lnTo>
                  <a:pt x="6476044" y="189247"/>
                </a:lnTo>
                <a:cubicBezTo>
                  <a:pt x="7520839" y="2231293"/>
                  <a:pt x="8066945" y="4314694"/>
                  <a:pt x="8222355" y="6291375"/>
                </a:cubicBezTo>
                <a:lnTo>
                  <a:pt x="8254792" y="6858000"/>
                </a:lnTo>
                <a:lnTo>
                  <a:pt x="0" y="6858000"/>
                </a:lnTo>
                <a:close/>
              </a:path>
            </a:pathLst>
          </a:custGeom>
          <a:solidFill>
            <a:schemeClr val="tx2">
              <a:alpha val="63000"/>
            </a:schemeClr>
          </a:solidFill>
          <a:ln w="1017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4" name="Content Placeholder 3">
            <a:extLst>
              <a:ext uri="{FF2B5EF4-FFF2-40B4-BE49-F238E27FC236}">
                <a16:creationId xmlns:a16="http://schemas.microsoft.com/office/drawing/2014/main" id="{0C4A600E-CA37-9E8F-9DD7-1AAEB3F2E208}"/>
              </a:ext>
            </a:extLst>
          </p:cNvPr>
          <p:cNvSpPr>
            <a:spLocks noGrp="1"/>
          </p:cNvSpPr>
          <p:nvPr>
            <p:ph sz="half" idx="2"/>
          </p:nvPr>
        </p:nvSpPr>
        <p:spPr>
          <a:xfrm>
            <a:off x="576072" y="235000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7" name="Date Placeholder 6">
            <a:extLst>
              <a:ext uri="{FF2B5EF4-FFF2-40B4-BE49-F238E27FC236}">
                <a16:creationId xmlns:a16="http://schemas.microsoft.com/office/drawing/2014/main" id="{4DA73A1B-9BE9-D734-5640-B2B3206DACF4}"/>
              </a:ext>
            </a:extLst>
          </p:cNvPr>
          <p:cNvSpPr>
            <a:spLocks noGrp="1"/>
          </p:cNvSpPr>
          <p:nvPr>
            <p:ph type="dt" sz="half" idx="10"/>
          </p:nvPr>
        </p:nvSpPr>
        <p:spPr/>
        <p:txBody>
          <a:bodyPr rtlCol="0"/>
          <a:lstStyle>
            <a:lvl1pPr>
              <a:defRPr lang="en-GB">
                <a:solidFill>
                  <a:schemeClr val="accent1"/>
                </a:solidFill>
              </a:defRPr>
            </a:lvl1pPr>
          </a:lstStyle>
          <a:p>
            <a:pPr rtl="0"/>
            <a:r>
              <a:rPr lang="en-GB"/>
              <a:t>20XX</a:t>
            </a:r>
          </a:p>
        </p:txBody>
      </p:sp>
      <p:sp>
        <p:nvSpPr>
          <p:cNvPr id="8" name="Footer Placeholder 7">
            <a:extLst>
              <a:ext uri="{FF2B5EF4-FFF2-40B4-BE49-F238E27FC236}">
                <a16:creationId xmlns:a16="http://schemas.microsoft.com/office/drawing/2014/main" id="{4E605360-0D0D-0515-AF1D-715236942234}"/>
              </a:ext>
            </a:extLst>
          </p:cNvPr>
          <p:cNvSpPr>
            <a:spLocks noGrp="1"/>
          </p:cNvSpPr>
          <p:nvPr>
            <p:ph type="ftr" sz="quarter" idx="11"/>
          </p:nvPr>
        </p:nvSpPr>
        <p:spPr/>
        <p:txBody>
          <a:bodyPr rtlCol="0"/>
          <a:lstStyle>
            <a:lvl1pPr>
              <a:defRPr lang="en-GB">
                <a:solidFill>
                  <a:schemeClr val="accent1"/>
                </a:solidFill>
              </a:defRPr>
            </a:lvl1pPr>
          </a:lstStyle>
          <a:p>
            <a:pPr rtl="0"/>
            <a:r>
              <a:rPr lang="en-GB"/>
              <a:t>presentation title</a:t>
            </a:r>
          </a:p>
        </p:txBody>
      </p:sp>
      <p:sp>
        <p:nvSpPr>
          <p:cNvPr id="9" name="Slide Number Placeholder 8">
            <a:extLst>
              <a:ext uri="{FF2B5EF4-FFF2-40B4-BE49-F238E27FC236}">
                <a16:creationId xmlns:a16="http://schemas.microsoft.com/office/drawing/2014/main" id="{F02F138C-DDA6-0276-F8C9-E3D9813A00B0}"/>
              </a:ext>
            </a:extLst>
          </p:cNvPr>
          <p:cNvSpPr>
            <a:spLocks noGrp="1"/>
          </p:cNvSpPr>
          <p:nvPr>
            <p:ph type="sldNum" sz="quarter" idx="12"/>
          </p:nvPr>
        </p:nvSpPr>
        <p:spPr/>
        <p:txBody>
          <a:bodyPr rtlCol="0"/>
          <a:lstStyle>
            <a:lvl1pPr>
              <a:defRPr lang="en-GB">
                <a:solidFill>
                  <a:schemeClr val="accent1"/>
                </a:solidFill>
              </a:defRPr>
            </a:lvl1pPr>
          </a:lstStyle>
          <a:p>
            <a:pPr rtl="0"/>
            <a:fld id="{58FB4751-880F-D840-AAA9-3A15815CC996}" type="slidenum">
              <a:rPr lang="en-GB" smtClean="0"/>
              <a:pPr/>
              <a:t>‹#›</a:t>
            </a:fld>
            <a:endParaRPr lang="en-GB" dirty="0"/>
          </a:p>
        </p:txBody>
      </p:sp>
      <p:sp>
        <p:nvSpPr>
          <p:cNvPr id="30" name="Freeform: Shape 29">
            <a:extLst>
              <a:ext uri="{FF2B5EF4-FFF2-40B4-BE49-F238E27FC236}">
                <a16:creationId xmlns:a16="http://schemas.microsoft.com/office/drawing/2014/main" id="{1793FDF9-650D-88C9-2662-4EA29991B514}"/>
              </a:ext>
            </a:extLst>
          </p:cNvPr>
          <p:cNvSpPr/>
          <p:nvPr userDrawn="1"/>
        </p:nvSpPr>
        <p:spPr>
          <a:xfrm>
            <a:off x="8419454" y="0"/>
            <a:ext cx="3772547" cy="6858000"/>
          </a:xfrm>
          <a:custGeom>
            <a:avLst/>
            <a:gdLst>
              <a:gd name="connsiteX0" fmla="*/ 726013 w 3772547"/>
              <a:gd name="connsiteY0" fmla="*/ 6699184 h 6858000"/>
              <a:gd name="connsiteX1" fmla="*/ 194178 w 3772547"/>
              <a:gd name="connsiteY1" fmla="*/ 6822271 h 6858000"/>
              <a:gd name="connsiteX2" fmla="*/ 646765 w 3772547"/>
              <a:gd name="connsiteY2" fmla="*/ 6837951 h 6858000"/>
              <a:gd name="connsiteX3" fmla="*/ 726013 w 3772547"/>
              <a:gd name="connsiteY3" fmla="*/ 6699184 h 6858000"/>
              <a:gd name="connsiteX4" fmla="*/ 2688876 w 3772547"/>
              <a:gd name="connsiteY4" fmla="*/ 6144480 h 6858000"/>
              <a:gd name="connsiteX5" fmla="*/ 2614489 w 3772547"/>
              <a:gd name="connsiteY5" fmla="*/ 6172461 h 6858000"/>
              <a:gd name="connsiteX6" fmla="*/ 2815497 w 3772547"/>
              <a:gd name="connsiteY6" fmla="*/ 6219317 h 6858000"/>
              <a:gd name="connsiteX7" fmla="*/ 2688876 w 3772547"/>
              <a:gd name="connsiteY7" fmla="*/ 6144480 h 6858000"/>
              <a:gd name="connsiteX8" fmla="*/ 1441445 w 3772547"/>
              <a:gd name="connsiteY8" fmla="*/ 5828515 h 6858000"/>
              <a:gd name="connsiteX9" fmla="*/ 1597267 w 3772547"/>
              <a:gd name="connsiteY9" fmla="*/ 6261382 h 6858000"/>
              <a:gd name="connsiteX10" fmla="*/ 1441445 w 3772547"/>
              <a:gd name="connsiteY10" fmla="*/ 5828515 h 6858000"/>
              <a:gd name="connsiteX11" fmla="*/ 564047 w 3772547"/>
              <a:gd name="connsiteY11" fmla="*/ 5081627 h 6858000"/>
              <a:gd name="connsiteX12" fmla="*/ 757435 w 3772547"/>
              <a:gd name="connsiteY12" fmla="*/ 5169001 h 6858000"/>
              <a:gd name="connsiteX13" fmla="*/ 714026 w 3772547"/>
              <a:gd name="connsiteY13" fmla="*/ 5699328 h 6858000"/>
              <a:gd name="connsiteX14" fmla="*/ 819070 w 3772547"/>
              <a:gd name="connsiteY14" fmla="*/ 5460266 h 6858000"/>
              <a:gd name="connsiteX15" fmla="*/ 910123 w 3772547"/>
              <a:gd name="connsiteY15" fmla="*/ 5219072 h 6858000"/>
              <a:gd name="connsiteX16" fmla="*/ 926416 w 3772547"/>
              <a:gd name="connsiteY16" fmla="*/ 5486336 h 6858000"/>
              <a:gd name="connsiteX17" fmla="*/ 855495 w 3772547"/>
              <a:gd name="connsiteY17" fmla="*/ 5763094 h 6858000"/>
              <a:gd name="connsiteX18" fmla="*/ 895041 w 3772547"/>
              <a:gd name="connsiteY18" fmla="*/ 5778538 h 6858000"/>
              <a:gd name="connsiteX19" fmla="*/ 992346 w 3772547"/>
              <a:gd name="connsiteY19" fmla="*/ 5526090 h 6858000"/>
              <a:gd name="connsiteX20" fmla="*/ 1173864 w 3772547"/>
              <a:gd name="connsiteY20" fmla="*/ 5315600 h 6858000"/>
              <a:gd name="connsiteX21" fmla="*/ 847270 w 3772547"/>
              <a:gd name="connsiteY21" fmla="*/ 6236585 h 6858000"/>
              <a:gd name="connsiteX22" fmla="*/ 887516 w 3772547"/>
              <a:gd name="connsiteY22" fmla="*/ 6255450 h 6858000"/>
              <a:gd name="connsiteX23" fmla="*/ 1071336 w 3772547"/>
              <a:gd name="connsiteY23" fmla="*/ 5951839 h 6858000"/>
              <a:gd name="connsiteX24" fmla="*/ 1316332 w 3772547"/>
              <a:gd name="connsiteY24" fmla="*/ 5639299 h 6858000"/>
              <a:gd name="connsiteX25" fmla="*/ 1111498 w 3772547"/>
              <a:gd name="connsiteY25" fmla="*/ 6097820 h 6858000"/>
              <a:gd name="connsiteX26" fmla="*/ 920399 w 3772547"/>
              <a:gd name="connsiteY26" fmla="*/ 6543321 h 6858000"/>
              <a:gd name="connsiteX27" fmla="*/ 1314769 w 3772547"/>
              <a:gd name="connsiteY27" fmla="*/ 6236867 h 6858000"/>
              <a:gd name="connsiteX28" fmla="*/ 913038 w 3772547"/>
              <a:gd name="connsiteY28" fmla="*/ 6774078 h 6858000"/>
              <a:gd name="connsiteX29" fmla="*/ 947061 w 3772547"/>
              <a:gd name="connsiteY29" fmla="*/ 6810132 h 6858000"/>
              <a:gd name="connsiteX30" fmla="*/ 1390926 w 3772547"/>
              <a:gd name="connsiteY30" fmla="*/ 6536333 h 6858000"/>
              <a:gd name="connsiteX31" fmla="*/ 1123175 w 3772547"/>
              <a:gd name="connsiteY31" fmla="*/ 6814290 h 6858000"/>
              <a:gd name="connsiteX32" fmla="*/ 1084679 w 3772547"/>
              <a:gd name="connsiteY32" fmla="*/ 6858000 h 6858000"/>
              <a:gd name="connsiteX33" fmla="*/ 104784 w 3772547"/>
              <a:gd name="connsiteY33" fmla="*/ 6858000 h 6858000"/>
              <a:gd name="connsiteX34" fmla="*/ 65939 w 3772547"/>
              <a:gd name="connsiteY34" fmla="*/ 6835675 h 6858000"/>
              <a:gd name="connsiteX35" fmla="*/ 10114 w 3772547"/>
              <a:gd name="connsiteY35" fmla="*/ 6774567 h 6858000"/>
              <a:gd name="connsiteX36" fmla="*/ 681555 w 3772547"/>
              <a:gd name="connsiteY36" fmla="*/ 6591378 h 6858000"/>
              <a:gd name="connsiteX37" fmla="*/ 680218 w 3772547"/>
              <a:gd name="connsiteY37" fmla="*/ 6550076 h 6858000"/>
              <a:gd name="connsiteX38" fmla="*/ 347901 w 3772547"/>
              <a:gd name="connsiteY38" fmla="*/ 6482043 h 6858000"/>
              <a:gd name="connsiteX39" fmla="*/ 0 w 3772547"/>
              <a:gd name="connsiteY39" fmla="*/ 6393672 h 6858000"/>
              <a:gd name="connsiteX40" fmla="*/ 388033 w 3772547"/>
              <a:gd name="connsiteY40" fmla="*/ 6370506 h 6858000"/>
              <a:gd name="connsiteX41" fmla="*/ 156945 w 3772547"/>
              <a:gd name="connsiteY41" fmla="*/ 6232625 h 6858000"/>
              <a:gd name="connsiteX42" fmla="*/ 5193 w 3772547"/>
              <a:gd name="connsiteY42" fmla="*/ 6042198 h 6858000"/>
              <a:gd name="connsiteX43" fmla="*/ 688533 w 3772547"/>
              <a:gd name="connsiteY43" fmla="*/ 6376141 h 6858000"/>
              <a:gd name="connsiteX44" fmla="*/ 542200 w 3772547"/>
              <a:gd name="connsiteY44" fmla="*/ 6201712 h 6858000"/>
              <a:gd name="connsiteX45" fmla="*/ 90835 w 3772547"/>
              <a:gd name="connsiteY45" fmla="*/ 5738677 h 6858000"/>
              <a:gd name="connsiteX46" fmla="*/ 57248 w 3772547"/>
              <a:gd name="connsiteY46" fmla="*/ 5630552 h 6858000"/>
              <a:gd name="connsiteX47" fmla="*/ 208489 w 3772547"/>
              <a:gd name="connsiteY47" fmla="*/ 5722256 h 6858000"/>
              <a:gd name="connsiteX48" fmla="*/ 515823 w 3772547"/>
              <a:gd name="connsiteY48" fmla="*/ 6062655 h 6858000"/>
              <a:gd name="connsiteX49" fmla="*/ 613381 w 3772547"/>
              <a:gd name="connsiteY49" fmla="*/ 6115194 h 6858000"/>
              <a:gd name="connsiteX50" fmla="*/ 557060 w 3772547"/>
              <a:gd name="connsiteY50" fmla="*/ 5991279 h 6858000"/>
              <a:gd name="connsiteX51" fmla="*/ 197498 w 3772547"/>
              <a:gd name="connsiteY51" fmla="*/ 5562003 h 6858000"/>
              <a:gd name="connsiteX52" fmla="*/ 119794 w 3772547"/>
              <a:gd name="connsiteY52" fmla="*/ 5447443 h 6858000"/>
              <a:gd name="connsiteX53" fmla="*/ 346001 w 3772547"/>
              <a:gd name="connsiteY53" fmla="*/ 5567315 h 6858000"/>
              <a:gd name="connsiteX54" fmla="*/ 530348 w 3772547"/>
              <a:gd name="connsiteY54" fmla="*/ 5742773 h 6858000"/>
              <a:gd name="connsiteX55" fmla="*/ 332108 w 3772547"/>
              <a:gd name="connsiteY55" fmla="*/ 5208571 h 6858000"/>
              <a:gd name="connsiteX56" fmla="*/ 549238 w 3772547"/>
              <a:gd name="connsiteY56" fmla="*/ 5418673 h 6858000"/>
              <a:gd name="connsiteX57" fmla="*/ 564047 w 3772547"/>
              <a:gd name="connsiteY57" fmla="*/ 5081627 h 6858000"/>
              <a:gd name="connsiteX58" fmla="*/ 3484566 w 3772547"/>
              <a:gd name="connsiteY58" fmla="*/ 5050701 h 6858000"/>
              <a:gd name="connsiteX59" fmla="*/ 3408344 w 3772547"/>
              <a:gd name="connsiteY59" fmla="*/ 5182198 h 6858000"/>
              <a:gd name="connsiteX60" fmla="*/ 3484566 w 3772547"/>
              <a:gd name="connsiteY60" fmla="*/ 5050701 h 6858000"/>
              <a:gd name="connsiteX61" fmla="*/ 3753012 w 3772547"/>
              <a:gd name="connsiteY61" fmla="*/ 4634545 h 6858000"/>
              <a:gd name="connsiteX62" fmla="*/ 3630314 w 3772547"/>
              <a:gd name="connsiteY62" fmla="*/ 5024030 h 6858000"/>
              <a:gd name="connsiteX63" fmla="*/ 3753012 w 3772547"/>
              <a:gd name="connsiteY63" fmla="*/ 4634545 h 6858000"/>
              <a:gd name="connsiteX64" fmla="*/ 2191761 w 3772547"/>
              <a:gd name="connsiteY64" fmla="*/ 3599906 h 6858000"/>
              <a:gd name="connsiteX65" fmla="*/ 2111338 w 3772547"/>
              <a:gd name="connsiteY65" fmla="*/ 4350890 h 6858000"/>
              <a:gd name="connsiteX66" fmla="*/ 2191761 w 3772547"/>
              <a:gd name="connsiteY66" fmla="*/ 3599906 h 6858000"/>
              <a:gd name="connsiteX67" fmla="*/ 2139285 w 3772547"/>
              <a:gd name="connsiteY67" fmla="*/ 2984627 h 6858000"/>
              <a:gd name="connsiteX68" fmla="*/ 2038114 w 3772547"/>
              <a:gd name="connsiteY68" fmla="*/ 3424594 h 6858000"/>
              <a:gd name="connsiteX69" fmla="*/ 2229896 w 3772547"/>
              <a:gd name="connsiteY69" fmla="*/ 3220086 h 6858000"/>
              <a:gd name="connsiteX70" fmla="*/ 2139285 w 3772547"/>
              <a:gd name="connsiteY70" fmla="*/ 2984627 h 6858000"/>
              <a:gd name="connsiteX71" fmla="*/ 2045357 w 3772547"/>
              <a:gd name="connsiteY71" fmla="*/ 2781680 h 6858000"/>
              <a:gd name="connsiteX72" fmla="*/ 1898928 w 3772547"/>
              <a:gd name="connsiteY72" fmla="*/ 3505280 h 6858000"/>
              <a:gd name="connsiteX73" fmla="*/ 1913499 w 3772547"/>
              <a:gd name="connsiteY73" fmla="*/ 3495177 h 6858000"/>
              <a:gd name="connsiteX74" fmla="*/ 2099086 w 3772547"/>
              <a:gd name="connsiteY74" fmla="*/ 2879039 h 6858000"/>
              <a:gd name="connsiteX75" fmla="*/ 2045357 w 3772547"/>
              <a:gd name="connsiteY75" fmla="*/ 2781680 h 6858000"/>
              <a:gd name="connsiteX76" fmla="*/ 2445714 w 3772547"/>
              <a:gd name="connsiteY76" fmla="*/ 657549 h 6858000"/>
              <a:gd name="connsiteX77" fmla="*/ 2408187 w 3772547"/>
              <a:gd name="connsiteY77" fmla="*/ 672815 h 6858000"/>
              <a:gd name="connsiteX78" fmla="*/ 2543521 w 3772547"/>
              <a:gd name="connsiteY78" fmla="*/ 1091573 h 6858000"/>
              <a:gd name="connsiteX79" fmla="*/ 2534234 w 3772547"/>
              <a:gd name="connsiteY79" fmla="*/ 866591 h 6858000"/>
              <a:gd name="connsiteX80" fmla="*/ 2445714 w 3772547"/>
              <a:gd name="connsiteY80" fmla="*/ 657549 h 6858000"/>
              <a:gd name="connsiteX81" fmla="*/ 2412873 w 3772547"/>
              <a:gd name="connsiteY81" fmla="*/ 0 h 6858000"/>
              <a:gd name="connsiteX82" fmla="*/ 2529957 w 3772547"/>
              <a:gd name="connsiteY82" fmla="*/ 0 h 6858000"/>
              <a:gd name="connsiteX83" fmla="*/ 2583860 w 3772547"/>
              <a:gd name="connsiteY83" fmla="*/ 285134 h 6858000"/>
              <a:gd name="connsiteX84" fmla="*/ 2643016 w 3772547"/>
              <a:gd name="connsiteY84" fmla="*/ 577351 h 6858000"/>
              <a:gd name="connsiteX85" fmla="*/ 2683825 w 3772547"/>
              <a:gd name="connsiteY85" fmla="*/ 676637 h 6858000"/>
              <a:gd name="connsiteX86" fmla="*/ 2709915 w 3772547"/>
              <a:gd name="connsiteY86" fmla="*/ 60368 h 6858000"/>
              <a:gd name="connsiteX87" fmla="*/ 2715689 w 3772547"/>
              <a:gd name="connsiteY87" fmla="*/ 0 h 6858000"/>
              <a:gd name="connsiteX88" fmla="*/ 2823803 w 3772547"/>
              <a:gd name="connsiteY88" fmla="*/ 0 h 6858000"/>
              <a:gd name="connsiteX89" fmla="*/ 2795833 w 3772547"/>
              <a:gd name="connsiteY89" fmla="*/ 345165 h 6858000"/>
              <a:gd name="connsiteX90" fmla="*/ 2832734 w 3772547"/>
              <a:gd name="connsiteY90" fmla="*/ 352359 h 6858000"/>
              <a:gd name="connsiteX91" fmla="*/ 2978848 w 3772547"/>
              <a:gd name="connsiteY91" fmla="*/ 0 h 6858000"/>
              <a:gd name="connsiteX92" fmla="*/ 3056356 w 3772547"/>
              <a:gd name="connsiteY92" fmla="*/ 0 h 6858000"/>
              <a:gd name="connsiteX93" fmla="*/ 3064838 w 3772547"/>
              <a:gd name="connsiteY93" fmla="*/ 8688 h 6858000"/>
              <a:gd name="connsiteX94" fmla="*/ 3058339 w 3772547"/>
              <a:gd name="connsiteY94" fmla="*/ 73950 h 6858000"/>
              <a:gd name="connsiteX95" fmla="*/ 2964524 w 3772547"/>
              <a:gd name="connsiteY95" fmla="*/ 397907 h 6858000"/>
              <a:gd name="connsiteX96" fmla="*/ 3198449 w 3772547"/>
              <a:gd name="connsiteY96" fmla="*/ 227319 h 6858000"/>
              <a:gd name="connsiteX97" fmla="*/ 3028251 w 3772547"/>
              <a:gd name="connsiteY97" fmla="*/ 532426 h 6858000"/>
              <a:gd name="connsiteX98" fmla="*/ 3051113 w 3772547"/>
              <a:gd name="connsiteY98" fmla="*/ 555790 h 6858000"/>
              <a:gd name="connsiteX99" fmla="*/ 3319980 w 3772547"/>
              <a:gd name="connsiteY99" fmla="*/ 335305 h 6858000"/>
              <a:gd name="connsiteX100" fmla="*/ 3150131 w 3772547"/>
              <a:gd name="connsiteY100" fmla="*/ 588787 h 6858000"/>
              <a:gd name="connsiteX101" fmla="*/ 2951622 w 3772547"/>
              <a:gd name="connsiteY101" fmla="*/ 848597 h 6858000"/>
              <a:gd name="connsiteX102" fmla="*/ 2818780 w 3772547"/>
              <a:gd name="connsiteY102" fmla="*/ 1141086 h 6858000"/>
              <a:gd name="connsiteX103" fmla="*/ 3295693 w 3772547"/>
              <a:gd name="connsiteY103" fmla="*/ 725838 h 6858000"/>
              <a:gd name="connsiteX104" fmla="*/ 3228111 w 3772547"/>
              <a:gd name="connsiteY104" fmla="*/ 839179 h 6858000"/>
              <a:gd name="connsiteX105" fmla="*/ 2753013 w 3772547"/>
              <a:gd name="connsiteY105" fmla="*/ 1396598 h 6858000"/>
              <a:gd name="connsiteX106" fmla="*/ 2672132 w 3772547"/>
              <a:gd name="connsiteY106" fmla="*/ 1595804 h 6858000"/>
              <a:gd name="connsiteX107" fmla="*/ 3258502 w 3772547"/>
              <a:gd name="connsiteY107" fmla="*/ 1102139 h 6858000"/>
              <a:gd name="connsiteX108" fmla="*/ 3353759 w 3772547"/>
              <a:gd name="connsiteY108" fmla="*/ 1102882 h 6858000"/>
              <a:gd name="connsiteX109" fmla="*/ 3014951 w 3772547"/>
              <a:gd name="connsiteY109" fmla="*/ 1411295 h 6858000"/>
              <a:gd name="connsiteX110" fmla="*/ 2682237 w 3772547"/>
              <a:gd name="connsiteY110" fmla="*/ 1733193 h 6858000"/>
              <a:gd name="connsiteX111" fmla="*/ 2479450 w 3772547"/>
              <a:gd name="connsiteY111" fmla="*/ 2083440 h 6858000"/>
              <a:gd name="connsiteX112" fmla="*/ 2503532 w 3772547"/>
              <a:gd name="connsiteY112" fmla="*/ 2094203 h 6858000"/>
              <a:gd name="connsiteX113" fmla="*/ 3206149 w 3772547"/>
              <a:gd name="connsiteY113" fmla="*/ 1363939 h 6858000"/>
              <a:gd name="connsiteX114" fmla="*/ 3265856 w 3772547"/>
              <a:gd name="connsiteY114" fmla="*/ 1382632 h 6858000"/>
              <a:gd name="connsiteX115" fmla="*/ 2504245 w 3772547"/>
              <a:gd name="connsiteY115" fmla="*/ 2409548 h 6858000"/>
              <a:gd name="connsiteX116" fmla="*/ 2953868 w 3772547"/>
              <a:gd name="connsiteY116" fmla="*/ 1933115 h 6858000"/>
              <a:gd name="connsiteX117" fmla="*/ 2937109 w 3772547"/>
              <a:gd name="connsiteY117" fmla="*/ 2021824 h 6858000"/>
              <a:gd name="connsiteX118" fmla="*/ 2895476 w 3772547"/>
              <a:gd name="connsiteY118" fmla="*/ 2086629 h 6858000"/>
              <a:gd name="connsiteX119" fmla="*/ 2484341 w 3772547"/>
              <a:gd name="connsiteY119" fmla="*/ 2596541 h 6858000"/>
              <a:gd name="connsiteX120" fmla="*/ 2400519 w 3772547"/>
              <a:gd name="connsiteY120" fmla="*/ 2782567 h 6858000"/>
              <a:gd name="connsiteX121" fmla="*/ 2330841 w 3772547"/>
              <a:gd name="connsiteY121" fmla="*/ 3670574 h 6858000"/>
              <a:gd name="connsiteX122" fmla="*/ 2359272 w 3772547"/>
              <a:gd name="connsiteY122" fmla="*/ 3586608 h 6858000"/>
              <a:gd name="connsiteX123" fmla="*/ 2609271 w 3772547"/>
              <a:gd name="connsiteY123" fmla="*/ 2621396 h 6858000"/>
              <a:gd name="connsiteX124" fmla="*/ 2730771 w 3772547"/>
              <a:gd name="connsiteY124" fmla="*/ 2510111 h 6858000"/>
              <a:gd name="connsiteX125" fmla="*/ 2590012 w 3772547"/>
              <a:gd name="connsiteY125" fmla="*/ 2944858 h 6858000"/>
              <a:gd name="connsiteX126" fmla="*/ 3113847 w 3772547"/>
              <a:gd name="connsiteY126" fmla="*/ 2153223 h 6858000"/>
              <a:gd name="connsiteX127" fmla="*/ 2689048 w 3772547"/>
              <a:gd name="connsiteY127" fmla="*/ 3068366 h 6858000"/>
              <a:gd name="connsiteX128" fmla="*/ 3514969 w 3772547"/>
              <a:gd name="connsiteY128" fmla="*/ 2018815 h 6858000"/>
              <a:gd name="connsiteX129" fmla="*/ 3558525 w 3772547"/>
              <a:gd name="connsiteY129" fmla="*/ 2051496 h 6858000"/>
              <a:gd name="connsiteX130" fmla="*/ 3255544 w 3772547"/>
              <a:gd name="connsiteY130" fmla="*/ 2477792 h 6858000"/>
              <a:gd name="connsiteX131" fmla="*/ 3272311 w 3772547"/>
              <a:gd name="connsiteY131" fmla="*/ 2487672 h 6858000"/>
              <a:gd name="connsiteX132" fmla="*/ 3772547 w 3772547"/>
              <a:gd name="connsiteY132" fmla="*/ 2100610 h 6858000"/>
              <a:gd name="connsiteX133" fmla="*/ 3772547 w 3772547"/>
              <a:gd name="connsiteY133" fmla="*/ 2150086 h 6858000"/>
              <a:gd name="connsiteX134" fmla="*/ 3505352 w 3772547"/>
              <a:gd name="connsiteY134" fmla="*/ 2400889 h 6858000"/>
              <a:gd name="connsiteX135" fmla="*/ 3187478 w 3772547"/>
              <a:gd name="connsiteY135" fmla="*/ 2749928 h 6858000"/>
              <a:gd name="connsiteX136" fmla="*/ 3759511 w 3772547"/>
              <a:gd name="connsiteY136" fmla="*/ 2519092 h 6858000"/>
              <a:gd name="connsiteX137" fmla="*/ 2813207 w 3772547"/>
              <a:gd name="connsiteY137" fmla="*/ 3200760 h 6858000"/>
              <a:gd name="connsiteX138" fmla="*/ 3528616 w 3772547"/>
              <a:gd name="connsiteY138" fmla="*/ 3002414 h 6858000"/>
              <a:gd name="connsiteX139" fmla="*/ 3541229 w 3772547"/>
              <a:gd name="connsiteY139" fmla="*/ 3041889 h 6858000"/>
              <a:gd name="connsiteX140" fmla="*/ 2892796 w 3772547"/>
              <a:gd name="connsiteY140" fmla="*/ 3308281 h 6858000"/>
              <a:gd name="connsiteX141" fmla="*/ 2900491 w 3772547"/>
              <a:gd name="connsiteY141" fmla="*/ 3331893 h 6858000"/>
              <a:gd name="connsiteX142" fmla="*/ 3259179 w 3772547"/>
              <a:gd name="connsiteY142" fmla="*/ 3257227 h 6858000"/>
              <a:gd name="connsiteX143" fmla="*/ 3276087 w 3772547"/>
              <a:gd name="connsiteY143" fmla="*/ 3296775 h 6858000"/>
              <a:gd name="connsiteX144" fmla="*/ 3175844 w 3772547"/>
              <a:gd name="connsiteY144" fmla="*/ 3352877 h 6858000"/>
              <a:gd name="connsiteX145" fmla="*/ 2595847 w 3772547"/>
              <a:gd name="connsiteY145" fmla="*/ 3561108 h 6858000"/>
              <a:gd name="connsiteX146" fmla="*/ 2486394 w 3772547"/>
              <a:gd name="connsiteY146" fmla="*/ 3707944 h 6858000"/>
              <a:gd name="connsiteX147" fmla="*/ 3179439 w 3772547"/>
              <a:gd name="connsiteY147" fmla="*/ 3601116 h 6858000"/>
              <a:gd name="connsiteX148" fmla="*/ 2540349 w 3772547"/>
              <a:gd name="connsiteY148" fmla="*/ 3814523 h 6858000"/>
              <a:gd name="connsiteX149" fmla="*/ 2356656 w 3772547"/>
              <a:gd name="connsiteY149" fmla="*/ 3980794 h 6858000"/>
              <a:gd name="connsiteX150" fmla="*/ 2260967 w 3772547"/>
              <a:gd name="connsiteY150" fmla="*/ 4120542 h 6858000"/>
              <a:gd name="connsiteX151" fmla="*/ 2290263 w 3772547"/>
              <a:gd name="connsiteY151" fmla="*/ 4152097 h 6858000"/>
              <a:gd name="connsiteX152" fmla="*/ 2756331 w 3772547"/>
              <a:gd name="connsiteY152" fmla="*/ 3888019 h 6858000"/>
              <a:gd name="connsiteX153" fmla="*/ 2777414 w 3772547"/>
              <a:gd name="connsiteY153" fmla="*/ 3911984 h 6858000"/>
              <a:gd name="connsiteX154" fmla="*/ 2716348 w 3772547"/>
              <a:gd name="connsiteY154" fmla="*/ 3982895 h 6858000"/>
              <a:gd name="connsiteX155" fmla="*/ 2372228 w 3772547"/>
              <a:gd name="connsiteY155" fmla="*/ 4230625 h 6858000"/>
              <a:gd name="connsiteX156" fmla="*/ 2240762 w 3772547"/>
              <a:gd name="connsiteY156" fmla="*/ 4379105 h 6858000"/>
              <a:gd name="connsiteX157" fmla="*/ 2268988 w 3772547"/>
              <a:gd name="connsiteY157" fmla="*/ 4406600 h 6858000"/>
              <a:gd name="connsiteX158" fmla="*/ 2485245 w 3772547"/>
              <a:gd name="connsiteY158" fmla="*/ 4257675 h 6858000"/>
              <a:gd name="connsiteX159" fmla="*/ 2708599 w 3772547"/>
              <a:gd name="connsiteY159" fmla="*/ 4160754 h 6858000"/>
              <a:gd name="connsiteX160" fmla="*/ 2154688 w 3772547"/>
              <a:gd name="connsiteY160" fmla="*/ 4784867 h 6858000"/>
              <a:gd name="connsiteX161" fmla="*/ 2645822 w 3772547"/>
              <a:gd name="connsiteY161" fmla="*/ 4556058 h 6858000"/>
              <a:gd name="connsiteX162" fmla="*/ 2227510 w 3772547"/>
              <a:gd name="connsiteY162" fmla="*/ 4881418 h 6858000"/>
              <a:gd name="connsiteX163" fmla="*/ 2057993 w 3772547"/>
              <a:gd name="connsiteY163" fmla="*/ 5282600 h 6858000"/>
              <a:gd name="connsiteX164" fmla="*/ 2728941 w 3772547"/>
              <a:gd name="connsiteY164" fmla="*/ 4908031 h 6858000"/>
              <a:gd name="connsiteX165" fmla="*/ 2349504 w 3772547"/>
              <a:gd name="connsiteY165" fmla="*/ 5213099 h 6858000"/>
              <a:gd name="connsiteX166" fmla="*/ 2039798 w 3772547"/>
              <a:gd name="connsiteY166" fmla="*/ 5473283 h 6858000"/>
              <a:gd name="connsiteX167" fmla="*/ 2050129 w 3772547"/>
              <a:gd name="connsiteY167" fmla="*/ 5658139 h 6858000"/>
              <a:gd name="connsiteX168" fmla="*/ 2401412 w 3772547"/>
              <a:gd name="connsiteY168" fmla="*/ 5427953 h 6858000"/>
              <a:gd name="connsiteX169" fmla="*/ 1987248 w 3772547"/>
              <a:gd name="connsiteY169" fmla="*/ 6524803 h 6858000"/>
              <a:gd name="connsiteX170" fmla="*/ 2229444 w 3772547"/>
              <a:gd name="connsiteY170" fmla="*/ 6228751 h 6858000"/>
              <a:gd name="connsiteX171" fmla="*/ 2630547 w 3772547"/>
              <a:gd name="connsiteY171" fmla="*/ 5393994 h 6858000"/>
              <a:gd name="connsiteX172" fmla="*/ 2693638 w 3772547"/>
              <a:gd name="connsiteY172" fmla="*/ 5345714 h 6858000"/>
              <a:gd name="connsiteX173" fmla="*/ 2415454 w 3772547"/>
              <a:gd name="connsiteY173" fmla="*/ 6059869 h 6858000"/>
              <a:gd name="connsiteX174" fmla="*/ 2673329 w 3772547"/>
              <a:gd name="connsiteY174" fmla="*/ 5824049 h 6858000"/>
              <a:gd name="connsiteX175" fmla="*/ 3239985 w 3772547"/>
              <a:gd name="connsiteY175" fmla="*/ 4880653 h 6858000"/>
              <a:gd name="connsiteX176" fmla="*/ 3375154 w 3772547"/>
              <a:gd name="connsiteY176" fmla="*/ 4684141 h 6858000"/>
              <a:gd name="connsiteX177" fmla="*/ 3406641 w 3772547"/>
              <a:gd name="connsiteY177" fmla="*/ 4705508 h 6858000"/>
              <a:gd name="connsiteX178" fmla="*/ 2954865 w 3772547"/>
              <a:gd name="connsiteY178" fmla="*/ 5548237 h 6858000"/>
              <a:gd name="connsiteX179" fmla="*/ 2986919 w 3772547"/>
              <a:gd name="connsiteY179" fmla="*/ 5573525 h 6858000"/>
              <a:gd name="connsiteX180" fmla="*/ 3170208 w 3772547"/>
              <a:gd name="connsiteY180" fmla="*/ 5370514 h 6858000"/>
              <a:gd name="connsiteX181" fmla="*/ 3548793 w 3772547"/>
              <a:gd name="connsiteY181" fmla="*/ 4720432 h 6858000"/>
              <a:gd name="connsiteX182" fmla="*/ 3643719 w 3772547"/>
              <a:gd name="connsiteY182" fmla="*/ 4428558 h 6858000"/>
              <a:gd name="connsiteX183" fmla="*/ 3748137 w 3772547"/>
              <a:gd name="connsiteY183" fmla="*/ 4356872 h 6858000"/>
              <a:gd name="connsiteX184" fmla="*/ 3749459 w 3772547"/>
              <a:gd name="connsiteY184" fmla="*/ 4559249 h 6858000"/>
              <a:gd name="connsiteX185" fmla="*/ 3772547 w 3772547"/>
              <a:gd name="connsiteY185" fmla="*/ 4522718 h 6858000"/>
              <a:gd name="connsiteX186" fmla="*/ 3772547 w 3772547"/>
              <a:gd name="connsiteY186" fmla="*/ 5175880 h 6858000"/>
              <a:gd name="connsiteX187" fmla="*/ 3746445 w 3772547"/>
              <a:gd name="connsiteY187" fmla="*/ 5187135 h 6858000"/>
              <a:gd name="connsiteX188" fmla="*/ 3654602 w 3772547"/>
              <a:gd name="connsiteY188" fmla="*/ 5281584 h 6858000"/>
              <a:gd name="connsiteX189" fmla="*/ 3772547 w 3772547"/>
              <a:gd name="connsiteY189" fmla="*/ 5292972 h 6858000"/>
              <a:gd name="connsiteX190" fmla="*/ 3772547 w 3772547"/>
              <a:gd name="connsiteY190" fmla="*/ 5392015 h 6858000"/>
              <a:gd name="connsiteX191" fmla="*/ 3592335 w 3772547"/>
              <a:gd name="connsiteY191" fmla="*/ 5399303 h 6858000"/>
              <a:gd name="connsiteX192" fmla="*/ 3418032 w 3772547"/>
              <a:gd name="connsiteY192" fmla="*/ 5443922 h 6858000"/>
              <a:gd name="connsiteX193" fmla="*/ 3417889 w 3772547"/>
              <a:gd name="connsiteY193" fmla="*/ 5490752 h 6858000"/>
              <a:gd name="connsiteX194" fmla="*/ 3772547 w 3772547"/>
              <a:gd name="connsiteY194" fmla="*/ 5529147 h 6858000"/>
              <a:gd name="connsiteX195" fmla="*/ 3772547 w 3772547"/>
              <a:gd name="connsiteY195" fmla="*/ 5605381 h 6858000"/>
              <a:gd name="connsiteX196" fmla="*/ 3629414 w 3772547"/>
              <a:gd name="connsiteY196" fmla="*/ 5612078 h 6858000"/>
              <a:gd name="connsiteX197" fmla="*/ 3219677 w 3772547"/>
              <a:gd name="connsiteY197" fmla="*/ 5610572 h 6858000"/>
              <a:gd name="connsiteX198" fmla="*/ 3762799 w 3772547"/>
              <a:gd name="connsiteY198" fmla="*/ 5835833 h 6858000"/>
              <a:gd name="connsiteX199" fmla="*/ 3030643 w 3772547"/>
              <a:gd name="connsiteY199" fmla="*/ 5748475 h 6858000"/>
              <a:gd name="connsiteX200" fmla="*/ 2992944 w 3772547"/>
              <a:gd name="connsiteY200" fmla="*/ 5804637 h 6858000"/>
              <a:gd name="connsiteX201" fmla="*/ 3519784 w 3772547"/>
              <a:gd name="connsiteY201" fmla="*/ 6074558 h 6858000"/>
              <a:gd name="connsiteX202" fmla="*/ 2885684 w 3772547"/>
              <a:gd name="connsiteY202" fmla="*/ 5903036 h 6858000"/>
              <a:gd name="connsiteX203" fmla="*/ 2775550 w 3772547"/>
              <a:gd name="connsiteY203" fmla="*/ 6022215 h 6858000"/>
              <a:gd name="connsiteX204" fmla="*/ 3423078 w 3772547"/>
              <a:gd name="connsiteY204" fmla="*/ 6260366 h 6858000"/>
              <a:gd name="connsiteX205" fmla="*/ 3420560 w 3772547"/>
              <a:gd name="connsiteY205" fmla="*/ 6297941 h 6858000"/>
              <a:gd name="connsiteX206" fmla="*/ 3199016 w 3772547"/>
              <a:gd name="connsiteY206" fmla="*/ 6323697 h 6858000"/>
              <a:gd name="connsiteX207" fmla="*/ 3258069 w 3772547"/>
              <a:gd name="connsiteY207" fmla="*/ 6397164 h 6858000"/>
              <a:gd name="connsiteX208" fmla="*/ 2523644 w 3772547"/>
              <a:gd name="connsiteY208" fmla="*/ 6332364 h 6858000"/>
              <a:gd name="connsiteX209" fmla="*/ 3238170 w 3772547"/>
              <a:gd name="connsiteY209" fmla="*/ 6507658 h 6858000"/>
              <a:gd name="connsiteX210" fmla="*/ 3127035 w 3772547"/>
              <a:gd name="connsiteY210" fmla="*/ 6550069 h 6858000"/>
              <a:gd name="connsiteX211" fmla="*/ 2746596 w 3772547"/>
              <a:gd name="connsiteY211" fmla="*/ 6488535 h 6858000"/>
              <a:gd name="connsiteX212" fmla="*/ 2424002 w 3772547"/>
              <a:gd name="connsiteY212" fmla="*/ 6428494 h 6858000"/>
              <a:gd name="connsiteX213" fmla="*/ 2280606 w 3772547"/>
              <a:gd name="connsiteY213" fmla="*/ 6488659 h 6858000"/>
              <a:gd name="connsiteX214" fmla="*/ 3060078 w 3772547"/>
              <a:gd name="connsiteY214" fmla="*/ 6640951 h 6858000"/>
              <a:gd name="connsiteX215" fmla="*/ 2763439 w 3772547"/>
              <a:gd name="connsiteY215" fmla="*/ 6669212 h 6858000"/>
              <a:gd name="connsiteX216" fmla="*/ 2284249 w 3772547"/>
              <a:gd name="connsiteY216" fmla="*/ 6611926 h 6858000"/>
              <a:gd name="connsiteX217" fmla="*/ 2088752 w 3772547"/>
              <a:gd name="connsiteY217" fmla="*/ 6735705 h 6858000"/>
              <a:gd name="connsiteX218" fmla="*/ 2744260 w 3772547"/>
              <a:gd name="connsiteY218" fmla="*/ 6835388 h 6858000"/>
              <a:gd name="connsiteX219" fmla="*/ 2666732 w 3772547"/>
              <a:gd name="connsiteY219" fmla="*/ 6858000 h 6858000"/>
              <a:gd name="connsiteX220" fmla="*/ 1726042 w 3772547"/>
              <a:gd name="connsiteY220" fmla="*/ 6858000 h 6858000"/>
              <a:gd name="connsiteX221" fmla="*/ 1735077 w 3772547"/>
              <a:gd name="connsiteY221" fmla="*/ 6850032 h 6858000"/>
              <a:gd name="connsiteX222" fmla="*/ 1834534 w 3772547"/>
              <a:gd name="connsiteY222" fmla="*/ 6682133 h 6858000"/>
              <a:gd name="connsiteX223" fmla="*/ 2017500 w 3772547"/>
              <a:gd name="connsiteY223" fmla="*/ 6178426 h 6858000"/>
              <a:gd name="connsiteX224" fmla="*/ 2254753 w 3772547"/>
              <a:gd name="connsiteY224" fmla="*/ 5677413 h 6858000"/>
              <a:gd name="connsiteX225" fmla="*/ 1840100 w 3772547"/>
              <a:gd name="connsiteY225" fmla="*/ 6109882 h 6858000"/>
              <a:gd name="connsiteX226" fmla="*/ 1624328 w 3772547"/>
              <a:gd name="connsiteY226" fmla="*/ 6765710 h 6858000"/>
              <a:gd name="connsiteX227" fmla="*/ 1598196 w 3772547"/>
              <a:gd name="connsiteY227" fmla="*/ 6858000 h 6858000"/>
              <a:gd name="connsiteX228" fmla="*/ 1329551 w 3772547"/>
              <a:gd name="connsiteY228" fmla="*/ 6858000 h 6858000"/>
              <a:gd name="connsiteX229" fmla="*/ 1498508 w 3772547"/>
              <a:gd name="connsiteY229" fmla="*/ 6525294 h 6858000"/>
              <a:gd name="connsiteX230" fmla="*/ 1487939 w 3772547"/>
              <a:gd name="connsiteY230" fmla="*/ 6309126 h 6858000"/>
              <a:gd name="connsiteX231" fmla="*/ 1373642 w 3772547"/>
              <a:gd name="connsiteY231" fmla="*/ 6107724 h 6858000"/>
              <a:gd name="connsiteX232" fmla="*/ 1377198 w 3772547"/>
              <a:gd name="connsiteY232" fmla="*/ 5748269 h 6858000"/>
              <a:gd name="connsiteX233" fmla="*/ 1395219 w 3772547"/>
              <a:gd name="connsiteY233" fmla="*/ 5636733 h 6858000"/>
              <a:gd name="connsiteX234" fmla="*/ 1703951 w 3772547"/>
              <a:gd name="connsiteY234" fmla="*/ 5953804 h 6858000"/>
              <a:gd name="connsiteX235" fmla="*/ 1783768 w 3772547"/>
              <a:gd name="connsiteY235" fmla="*/ 5780710 h 6858000"/>
              <a:gd name="connsiteX236" fmla="*/ 1498333 w 3772547"/>
              <a:gd name="connsiteY236" fmla="*/ 5414932 h 6858000"/>
              <a:gd name="connsiteX237" fmla="*/ 1651493 w 3772547"/>
              <a:gd name="connsiteY237" fmla="*/ 5284117 h 6858000"/>
              <a:gd name="connsiteX238" fmla="*/ 1899695 w 3772547"/>
              <a:gd name="connsiteY238" fmla="*/ 5456752 h 6858000"/>
              <a:gd name="connsiteX239" fmla="*/ 1846783 w 3772547"/>
              <a:gd name="connsiteY239" fmla="*/ 5310048 h 6858000"/>
              <a:gd name="connsiteX240" fmla="*/ 1559454 w 3772547"/>
              <a:gd name="connsiteY240" fmla="*/ 4997634 h 6858000"/>
              <a:gd name="connsiteX241" fmla="*/ 1440197 w 3772547"/>
              <a:gd name="connsiteY241" fmla="*/ 4790594 h 6858000"/>
              <a:gd name="connsiteX242" fmla="*/ 1820387 w 3772547"/>
              <a:gd name="connsiteY242" fmla="*/ 5118730 h 6858000"/>
              <a:gd name="connsiteX243" fmla="*/ 1764530 w 3772547"/>
              <a:gd name="connsiteY243" fmla="*/ 4928677 h 6858000"/>
              <a:gd name="connsiteX244" fmla="*/ 1197377 w 3772547"/>
              <a:gd name="connsiteY244" fmla="*/ 4422766 h 6858000"/>
              <a:gd name="connsiteX245" fmla="*/ 1310537 w 3772547"/>
              <a:gd name="connsiteY245" fmla="*/ 4402986 h 6858000"/>
              <a:gd name="connsiteX246" fmla="*/ 1660484 w 3772547"/>
              <a:gd name="connsiteY246" fmla="*/ 4672917 h 6858000"/>
              <a:gd name="connsiteX247" fmla="*/ 1775842 w 3772547"/>
              <a:gd name="connsiteY247" fmla="*/ 4779788 h 6858000"/>
              <a:gd name="connsiteX248" fmla="*/ 1614496 w 3772547"/>
              <a:gd name="connsiteY248" fmla="*/ 4405777 h 6858000"/>
              <a:gd name="connsiteX249" fmla="*/ 1199467 w 3772547"/>
              <a:gd name="connsiteY249" fmla="*/ 4159350 h 6858000"/>
              <a:gd name="connsiteX250" fmla="*/ 1091551 w 3772547"/>
              <a:gd name="connsiteY250" fmla="*/ 4060939 h 6858000"/>
              <a:gd name="connsiteX251" fmla="*/ 1445828 w 3772547"/>
              <a:gd name="connsiteY251" fmla="*/ 4183881 h 6858000"/>
              <a:gd name="connsiteX252" fmla="*/ 1742683 w 3772547"/>
              <a:gd name="connsiteY252" fmla="*/ 4356083 h 6858000"/>
              <a:gd name="connsiteX253" fmla="*/ 1684025 w 3772547"/>
              <a:gd name="connsiteY253" fmla="*/ 4182519 h 6858000"/>
              <a:gd name="connsiteX254" fmla="*/ 1263849 w 3772547"/>
              <a:gd name="connsiteY254" fmla="*/ 3842591 h 6858000"/>
              <a:gd name="connsiteX255" fmla="*/ 1128414 w 3772547"/>
              <a:gd name="connsiteY255" fmla="*/ 3712025 h 6858000"/>
              <a:gd name="connsiteX256" fmla="*/ 1440807 w 3772547"/>
              <a:gd name="connsiteY256" fmla="*/ 3846370 h 6858000"/>
              <a:gd name="connsiteX257" fmla="*/ 1726425 w 3772547"/>
              <a:gd name="connsiteY257" fmla="*/ 4086673 h 6858000"/>
              <a:gd name="connsiteX258" fmla="*/ 1637128 w 3772547"/>
              <a:gd name="connsiteY258" fmla="*/ 3810084 h 6858000"/>
              <a:gd name="connsiteX259" fmla="*/ 1070112 w 3772547"/>
              <a:gd name="connsiteY259" fmla="*/ 3410339 h 6858000"/>
              <a:gd name="connsiteX260" fmla="*/ 977638 w 3772547"/>
              <a:gd name="connsiteY260" fmla="*/ 3302596 h 6858000"/>
              <a:gd name="connsiteX261" fmla="*/ 1669297 w 3772547"/>
              <a:gd name="connsiteY261" fmla="*/ 3675941 h 6858000"/>
              <a:gd name="connsiteX262" fmla="*/ 1606746 w 3772547"/>
              <a:gd name="connsiteY262" fmla="*/ 3539045 h 6858000"/>
              <a:gd name="connsiteX263" fmla="*/ 1242819 w 3772547"/>
              <a:gd name="connsiteY263" fmla="*/ 3113985 h 6858000"/>
              <a:gd name="connsiteX264" fmla="*/ 1132289 w 3772547"/>
              <a:gd name="connsiteY264" fmla="*/ 2975008 h 6858000"/>
              <a:gd name="connsiteX265" fmla="*/ 1344032 w 3772547"/>
              <a:gd name="connsiteY265" fmla="*/ 3060296 h 6858000"/>
              <a:gd name="connsiteX266" fmla="*/ 1520044 w 3772547"/>
              <a:gd name="connsiteY266" fmla="*/ 3250760 h 6858000"/>
              <a:gd name="connsiteX267" fmla="*/ 1409170 w 3772547"/>
              <a:gd name="connsiteY267" fmla="*/ 2652157 h 6858000"/>
              <a:gd name="connsiteX268" fmla="*/ 1645160 w 3772547"/>
              <a:gd name="connsiteY268" fmla="*/ 3111892 h 6858000"/>
              <a:gd name="connsiteX269" fmla="*/ 1667245 w 3772547"/>
              <a:gd name="connsiteY269" fmla="*/ 2816123 h 6858000"/>
              <a:gd name="connsiteX270" fmla="*/ 1735210 w 3772547"/>
              <a:gd name="connsiteY270" fmla="*/ 2542345 h 6858000"/>
              <a:gd name="connsiteX271" fmla="*/ 1793949 w 3772547"/>
              <a:gd name="connsiteY271" fmla="*/ 3313379 h 6858000"/>
              <a:gd name="connsiteX272" fmla="*/ 1941073 w 3772547"/>
              <a:gd name="connsiteY272" fmla="*/ 2601277 h 6858000"/>
              <a:gd name="connsiteX273" fmla="*/ 1855623 w 3772547"/>
              <a:gd name="connsiteY273" fmla="*/ 2481410 h 6858000"/>
              <a:gd name="connsiteX274" fmla="*/ 1871991 w 3772547"/>
              <a:gd name="connsiteY274" fmla="*/ 2416300 h 6858000"/>
              <a:gd name="connsiteX275" fmla="*/ 1938865 w 3772547"/>
              <a:gd name="connsiteY275" fmla="*/ 2414286 h 6858000"/>
              <a:gd name="connsiteX276" fmla="*/ 2085777 w 3772547"/>
              <a:gd name="connsiteY276" fmla="*/ 2614729 h 6858000"/>
              <a:gd name="connsiteX277" fmla="*/ 2248112 w 3772547"/>
              <a:gd name="connsiteY277" fmla="*/ 2898499 h 6858000"/>
              <a:gd name="connsiteX278" fmla="*/ 2221641 w 3772547"/>
              <a:gd name="connsiteY278" fmla="*/ 2643054 h 6858000"/>
              <a:gd name="connsiteX279" fmla="*/ 1828760 w 3772547"/>
              <a:gd name="connsiteY279" fmla="*/ 2142895 h 6858000"/>
              <a:gd name="connsiteX280" fmla="*/ 1775697 w 3772547"/>
              <a:gd name="connsiteY280" fmla="*/ 2051101 h 6858000"/>
              <a:gd name="connsiteX281" fmla="*/ 1912547 w 3772547"/>
              <a:gd name="connsiteY281" fmla="*/ 2065682 h 6858000"/>
              <a:gd name="connsiteX282" fmla="*/ 2130439 w 3772547"/>
              <a:gd name="connsiteY282" fmla="*/ 2359489 h 6858000"/>
              <a:gd name="connsiteX283" fmla="*/ 2257330 w 3772547"/>
              <a:gd name="connsiteY283" fmla="*/ 2548103 h 6858000"/>
              <a:gd name="connsiteX284" fmla="*/ 2246483 w 3772547"/>
              <a:gd name="connsiteY284" fmla="*/ 2234352 h 6858000"/>
              <a:gd name="connsiteX285" fmla="*/ 1864135 w 3772547"/>
              <a:gd name="connsiteY285" fmla="*/ 1700921 h 6858000"/>
              <a:gd name="connsiteX286" fmla="*/ 1862150 w 3772547"/>
              <a:gd name="connsiteY286" fmla="*/ 1561398 h 6858000"/>
              <a:gd name="connsiteX287" fmla="*/ 2276094 w 3772547"/>
              <a:gd name="connsiteY287" fmla="*/ 2071510 h 6858000"/>
              <a:gd name="connsiteX288" fmla="*/ 2251787 w 3772547"/>
              <a:gd name="connsiteY288" fmla="*/ 1906611 h 6858000"/>
              <a:gd name="connsiteX289" fmla="*/ 1899277 w 3772547"/>
              <a:gd name="connsiteY289" fmla="*/ 1471143 h 6858000"/>
              <a:gd name="connsiteX290" fmla="*/ 1817621 w 3772547"/>
              <a:gd name="connsiteY290" fmla="*/ 1312966 h 6858000"/>
              <a:gd name="connsiteX291" fmla="*/ 2112975 w 3772547"/>
              <a:gd name="connsiteY291" fmla="*/ 1583353 h 6858000"/>
              <a:gd name="connsiteX292" fmla="*/ 2366513 w 3772547"/>
              <a:gd name="connsiteY292" fmla="*/ 1899103 h 6858000"/>
              <a:gd name="connsiteX293" fmla="*/ 2398523 w 3772547"/>
              <a:gd name="connsiteY293" fmla="*/ 1683031 h 6858000"/>
              <a:gd name="connsiteX294" fmla="*/ 2012815 w 3772547"/>
              <a:gd name="connsiteY294" fmla="*/ 1154087 h 6858000"/>
              <a:gd name="connsiteX295" fmla="*/ 1968689 w 3772547"/>
              <a:gd name="connsiteY295" fmla="*/ 1049064 h 6858000"/>
              <a:gd name="connsiteX296" fmla="*/ 2018558 w 3772547"/>
              <a:gd name="connsiteY296" fmla="*/ 967611 h 6858000"/>
              <a:gd name="connsiteX297" fmla="*/ 2423566 w 3772547"/>
              <a:gd name="connsiteY297" fmla="*/ 1597619 h 6858000"/>
              <a:gd name="connsiteX298" fmla="*/ 2454360 w 3772547"/>
              <a:gd name="connsiteY298" fmla="*/ 1317652 h 6858000"/>
              <a:gd name="connsiteX299" fmla="*/ 2205557 w 3772547"/>
              <a:gd name="connsiteY299" fmla="*/ 998322 h 6858000"/>
              <a:gd name="connsiteX300" fmla="*/ 2017222 w 3772547"/>
              <a:gd name="connsiteY300" fmla="*/ 529807 h 6858000"/>
              <a:gd name="connsiteX301" fmla="*/ 1980980 w 3772547"/>
              <a:gd name="connsiteY301" fmla="*/ 353090 h 6858000"/>
              <a:gd name="connsiteX302" fmla="*/ 2320169 w 3772547"/>
              <a:gd name="connsiteY302" fmla="*/ 860412 h 6858000"/>
              <a:gd name="connsiteX303" fmla="*/ 2397827 w 3772547"/>
              <a:gd name="connsiteY303" fmla="*/ 520273 h 6858000"/>
              <a:gd name="connsiteX304" fmla="*/ 2272034 w 3772547"/>
              <a:gd name="connsiteY304" fmla="*/ 196732 h 6858000"/>
              <a:gd name="connsiteX305" fmla="*/ 2308761 w 3772547"/>
              <a:gd name="connsiteY305" fmla="*/ 176405 h 6858000"/>
              <a:gd name="connsiteX306" fmla="*/ 2421548 w 3772547"/>
              <a:gd name="connsiteY306" fmla="*/ 377402 h 6858000"/>
              <a:gd name="connsiteX307" fmla="*/ 2541527 w 3772547"/>
              <a:gd name="connsiteY307" fmla="*/ 601876 h 6858000"/>
              <a:gd name="connsiteX308" fmla="*/ 2463744 w 3772547"/>
              <a:gd name="connsiteY308" fmla="*/ 248100 h 6858000"/>
              <a:gd name="connsiteX309" fmla="*/ 2421990 w 3772547"/>
              <a:gd name="connsiteY309" fmla="*/ 7334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Lst>
            <a:rect l="l" t="t" r="r" b="b"/>
            <a:pathLst>
              <a:path w="3772547" h="6858000">
                <a:moveTo>
                  <a:pt x="726013" y="6699184"/>
                </a:moveTo>
                <a:cubicBezTo>
                  <a:pt x="505094" y="6702481"/>
                  <a:pt x="252855" y="6758262"/>
                  <a:pt x="194178" y="6822271"/>
                </a:cubicBezTo>
                <a:cubicBezTo>
                  <a:pt x="340965" y="6831973"/>
                  <a:pt x="513890" y="6842751"/>
                  <a:pt x="646765" y="6837951"/>
                </a:cubicBezTo>
                <a:cubicBezTo>
                  <a:pt x="728437" y="6835053"/>
                  <a:pt x="763236" y="6793738"/>
                  <a:pt x="726013" y="6699184"/>
                </a:cubicBezTo>
                <a:close/>
                <a:moveTo>
                  <a:pt x="2688876" y="6144480"/>
                </a:moveTo>
                <a:cubicBezTo>
                  <a:pt x="2667939" y="6147456"/>
                  <a:pt x="2643536" y="6156136"/>
                  <a:pt x="2614489" y="6172461"/>
                </a:cubicBezTo>
                <a:cubicBezTo>
                  <a:pt x="2707881" y="6194253"/>
                  <a:pt x="2761756" y="6206533"/>
                  <a:pt x="2815497" y="6219317"/>
                </a:cubicBezTo>
                <a:cubicBezTo>
                  <a:pt x="2783299" y="6177962"/>
                  <a:pt x="2751687" y="6135552"/>
                  <a:pt x="2688876" y="6144480"/>
                </a:cubicBezTo>
                <a:close/>
                <a:moveTo>
                  <a:pt x="1441445" y="5828515"/>
                </a:moveTo>
                <a:cubicBezTo>
                  <a:pt x="1396390" y="6000687"/>
                  <a:pt x="1505235" y="6111739"/>
                  <a:pt x="1597267" y="6261382"/>
                </a:cubicBezTo>
                <a:cubicBezTo>
                  <a:pt x="1694641" y="6042892"/>
                  <a:pt x="1513131" y="5955469"/>
                  <a:pt x="1441445" y="5828515"/>
                </a:cubicBezTo>
                <a:close/>
                <a:moveTo>
                  <a:pt x="564047" y="5081627"/>
                </a:moveTo>
                <a:cubicBezTo>
                  <a:pt x="641557" y="5116402"/>
                  <a:pt x="701122" y="5143676"/>
                  <a:pt x="757435" y="5169001"/>
                </a:cubicBezTo>
                <a:cubicBezTo>
                  <a:pt x="751231" y="5345118"/>
                  <a:pt x="664682" y="5505095"/>
                  <a:pt x="714026" y="5699328"/>
                </a:cubicBezTo>
                <a:cubicBezTo>
                  <a:pt x="809018" y="5624578"/>
                  <a:pt x="790582" y="5532365"/>
                  <a:pt x="819070" y="5460266"/>
                </a:cubicBezTo>
                <a:cubicBezTo>
                  <a:pt x="848733" y="5385789"/>
                  <a:pt x="876015" y="5310136"/>
                  <a:pt x="910123" y="5219072"/>
                </a:cubicBezTo>
                <a:cubicBezTo>
                  <a:pt x="1044340" y="5323992"/>
                  <a:pt x="942395" y="5406577"/>
                  <a:pt x="926416" y="5486336"/>
                </a:cubicBezTo>
                <a:cubicBezTo>
                  <a:pt x="907439" y="5579299"/>
                  <a:pt x="879639" y="5670976"/>
                  <a:pt x="855495" y="5763094"/>
                </a:cubicBezTo>
                <a:cubicBezTo>
                  <a:pt x="868677" y="5768242"/>
                  <a:pt x="881859" y="5773390"/>
                  <a:pt x="895041" y="5778538"/>
                </a:cubicBezTo>
                <a:cubicBezTo>
                  <a:pt x="927397" y="5694008"/>
                  <a:pt x="956233" y="5608535"/>
                  <a:pt x="992346" y="5526090"/>
                </a:cubicBezTo>
                <a:cubicBezTo>
                  <a:pt x="1025836" y="5449406"/>
                  <a:pt x="1043304" y="5356038"/>
                  <a:pt x="1173864" y="5315600"/>
                </a:cubicBezTo>
                <a:cubicBezTo>
                  <a:pt x="1058405" y="5641838"/>
                  <a:pt x="952905" y="5938960"/>
                  <a:pt x="847270" y="6236585"/>
                </a:cubicBezTo>
                <a:cubicBezTo>
                  <a:pt x="860685" y="6242873"/>
                  <a:pt x="874102" y="6249162"/>
                  <a:pt x="887516" y="6255450"/>
                </a:cubicBezTo>
                <a:cubicBezTo>
                  <a:pt x="993445" y="6184169"/>
                  <a:pt x="1015272" y="6056414"/>
                  <a:pt x="1071336" y="5951839"/>
                </a:cubicBezTo>
                <a:cubicBezTo>
                  <a:pt x="1128443" y="5845388"/>
                  <a:pt x="1130357" y="5699368"/>
                  <a:pt x="1316332" y="5639299"/>
                </a:cubicBezTo>
                <a:cubicBezTo>
                  <a:pt x="1239300" y="5812061"/>
                  <a:pt x="1176658" y="5955277"/>
                  <a:pt x="1111498" y="6097820"/>
                </a:cubicBezTo>
                <a:cubicBezTo>
                  <a:pt x="1050408" y="6231217"/>
                  <a:pt x="961076" y="6353275"/>
                  <a:pt x="920399" y="6543321"/>
                </a:cubicBezTo>
                <a:cubicBezTo>
                  <a:pt x="1076435" y="6421896"/>
                  <a:pt x="1119853" y="6241744"/>
                  <a:pt x="1314769" y="6236867"/>
                </a:cubicBezTo>
                <a:cubicBezTo>
                  <a:pt x="1181027" y="6415982"/>
                  <a:pt x="1046781" y="6594962"/>
                  <a:pt x="913038" y="6774078"/>
                </a:cubicBezTo>
                <a:cubicBezTo>
                  <a:pt x="924334" y="6786263"/>
                  <a:pt x="935765" y="6797946"/>
                  <a:pt x="947061" y="6810132"/>
                </a:cubicBezTo>
                <a:cubicBezTo>
                  <a:pt x="1122666" y="6788766"/>
                  <a:pt x="1173692" y="6546005"/>
                  <a:pt x="1390926" y="6536333"/>
                </a:cubicBezTo>
                <a:cubicBezTo>
                  <a:pt x="1309143" y="6641289"/>
                  <a:pt x="1209026" y="6724094"/>
                  <a:pt x="1123175" y="6814290"/>
                </a:cubicBezTo>
                <a:lnTo>
                  <a:pt x="1084679" y="6858000"/>
                </a:lnTo>
                <a:lnTo>
                  <a:pt x="104784" y="6858000"/>
                </a:lnTo>
                <a:lnTo>
                  <a:pt x="65939" y="6835675"/>
                </a:lnTo>
                <a:cubicBezTo>
                  <a:pt x="44059" y="6818587"/>
                  <a:pt x="25229" y="6798415"/>
                  <a:pt x="10114" y="6774567"/>
                </a:cubicBezTo>
                <a:cubicBezTo>
                  <a:pt x="221167" y="6665192"/>
                  <a:pt x="457501" y="6646630"/>
                  <a:pt x="681555" y="6591378"/>
                </a:cubicBezTo>
                <a:cubicBezTo>
                  <a:pt x="681031" y="6577231"/>
                  <a:pt x="680876" y="6563721"/>
                  <a:pt x="680218" y="6550076"/>
                </a:cubicBezTo>
                <a:cubicBezTo>
                  <a:pt x="569008" y="6528358"/>
                  <a:pt x="454602" y="6516560"/>
                  <a:pt x="347901" y="6482043"/>
                </a:cubicBezTo>
                <a:cubicBezTo>
                  <a:pt x="244587" y="6448973"/>
                  <a:pt x="119191" y="6528506"/>
                  <a:pt x="0" y="6393672"/>
                </a:cubicBezTo>
                <a:cubicBezTo>
                  <a:pt x="142543" y="6384997"/>
                  <a:pt x="253209" y="6378554"/>
                  <a:pt x="388033" y="6370506"/>
                </a:cubicBezTo>
                <a:cubicBezTo>
                  <a:pt x="315593" y="6296684"/>
                  <a:pt x="230692" y="6273396"/>
                  <a:pt x="156945" y="6232625"/>
                </a:cubicBezTo>
                <a:cubicBezTo>
                  <a:pt x="90712" y="6196023"/>
                  <a:pt x="-7558" y="6186392"/>
                  <a:pt x="5193" y="6042198"/>
                </a:cubicBezTo>
                <a:cubicBezTo>
                  <a:pt x="237445" y="6155607"/>
                  <a:pt x="452022" y="6260511"/>
                  <a:pt x="688533" y="6376141"/>
                </a:cubicBezTo>
                <a:cubicBezTo>
                  <a:pt x="685932" y="6250998"/>
                  <a:pt x="598911" y="6233607"/>
                  <a:pt x="542200" y="6201712"/>
                </a:cubicBezTo>
                <a:cubicBezTo>
                  <a:pt x="345413" y="6090800"/>
                  <a:pt x="193658" y="5938621"/>
                  <a:pt x="90835" y="5738677"/>
                </a:cubicBezTo>
                <a:cubicBezTo>
                  <a:pt x="74927" y="5707478"/>
                  <a:pt x="69457" y="5671534"/>
                  <a:pt x="57248" y="5630552"/>
                </a:cubicBezTo>
                <a:cubicBezTo>
                  <a:pt x="160757" y="5598488"/>
                  <a:pt x="181794" y="5670927"/>
                  <a:pt x="208489" y="5722256"/>
                </a:cubicBezTo>
                <a:cubicBezTo>
                  <a:pt x="281840" y="5863123"/>
                  <a:pt x="385115" y="5974836"/>
                  <a:pt x="515823" y="6062655"/>
                </a:cubicBezTo>
                <a:cubicBezTo>
                  <a:pt x="535439" y="6075993"/>
                  <a:pt x="557778" y="6085211"/>
                  <a:pt x="613381" y="6115194"/>
                </a:cubicBezTo>
                <a:cubicBezTo>
                  <a:pt x="585121" y="6051594"/>
                  <a:pt x="577371" y="6016115"/>
                  <a:pt x="557060" y="5991279"/>
                </a:cubicBezTo>
                <a:cubicBezTo>
                  <a:pt x="438784" y="5846994"/>
                  <a:pt x="316547" y="5705417"/>
                  <a:pt x="197498" y="5562003"/>
                </a:cubicBezTo>
                <a:cubicBezTo>
                  <a:pt x="171355" y="5530756"/>
                  <a:pt x="151492" y="5494187"/>
                  <a:pt x="119794" y="5447443"/>
                </a:cubicBezTo>
                <a:cubicBezTo>
                  <a:pt x="257938" y="5406882"/>
                  <a:pt x="290087" y="5510313"/>
                  <a:pt x="346001" y="5567315"/>
                </a:cubicBezTo>
                <a:cubicBezTo>
                  <a:pt x="404162" y="5625998"/>
                  <a:pt x="455000" y="5691875"/>
                  <a:pt x="530348" y="5742773"/>
                </a:cubicBezTo>
                <a:cubicBezTo>
                  <a:pt x="464313" y="5564539"/>
                  <a:pt x="398278" y="5386303"/>
                  <a:pt x="332108" y="5208571"/>
                </a:cubicBezTo>
                <a:cubicBezTo>
                  <a:pt x="405482" y="5180285"/>
                  <a:pt x="412456" y="5186464"/>
                  <a:pt x="549238" y="5418673"/>
                </a:cubicBezTo>
                <a:cubicBezTo>
                  <a:pt x="554347" y="5300983"/>
                  <a:pt x="558902" y="5201462"/>
                  <a:pt x="564047" y="5081627"/>
                </a:cubicBezTo>
                <a:close/>
                <a:moveTo>
                  <a:pt x="3484566" y="5050701"/>
                </a:moveTo>
                <a:cubicBezTo>
                  <a:pt x="3453884" y="5102817"/>
                  <a:pt x="3430863" y="5142441"/>
                  <a:pt x="3408344" y="5182198"/>
                </a:cubicBezTo>
                <a:cubicBezTo>
                  <a:pt x="3493137" y="5143504"/>
                  <a:pt x="3493137" y="5143504"/>
                  <a:pt x="3484566" y="5050701"/>
                </a:cubicBezTo>
                <a:close/>
                <a:moveTo>
                  <a:pt x="3753012" y="4634545"/>
                </a:moveTo>
                <a:cubicBezTo>
                  <a:pt x="3643304" y="4766227"/>
                  <a:pt x="3632193" y="4880154"/>
                  <a:pt x="3630314" y="5024030"/>
                </a:cubicBezTo>
                <a:cubicBezTo>
                  <a:pt x="3770126" y="4920884"/>
                  <a:pt x="3745647" y="4796882"/>
                  <a:pt x="3753012" y="4634545"/>
                </a:cubicBezTo>
                <a:close/>
                <a:moveTo>
                  <a:pt x="2191761" y="3599906"/>
                </a:moveTo>
                <a:cubicBezTo>
                  <a:pt x="2067894" y="3838773"/>
                  <a:pt x="2027499" y="4088153"/>
                  <a:pt x="2111338" y="4350890"/>
                </a:cubicBezTo>
                <a:cubicBezTo>
                  <a:pt x="2137978" y="4100517"/>
                  <a:pt x="2165122" y="3850280"/>
                  <a:pt x="2191761" y="3599906"/>
                </a:cubicBezTo>
                <a:close/>
                <a:moveTo>
                  <a:pt x="2139285" y="2984627"/>
                </a:moveTo>
                <a:cubicBezTo>
                  <a:pt x="2106068" y="3128724"/>
                  <a:pt x="2076521" y="3257105"/>
                  <a:pt x="2038114" y="3424594"/>
                </a:cubicBezTo>
                <a:cubicBezTo>
                  <a:pt x="2125270" y="3334814"/>
                  <a:pt x="2195307" y="3286778"/>
                  <a:pt x="2229896" y="3220086"/>
                </a:cubicBezTo>
                <a:cubicBezTo>
                  <a:pt x="2272316" y="3138253"/>
                  <a:pt x="2248571" y="3053776"/>
                  <a:pt x="2139285" y="2984627"/>
                </a:cubicBezTo>
                <a:close/>
                <a:moveTo>
                  <a:pt x="2045357" y="2781680"/>
                </a:moveTo>
                <a:cubicBezTo>
                  <a:pt x="1955972" y="2960290"/>
                  <a:pt x="1880913" y="3357152"/>
                  <a:pt x="1898928" y="3505280"/>
                </a:cubicBezTo>
                <a:cubicBezTo>
                  <a:pt x="1904165" y="3501835"/>
                  <a:pt x="1911784" y="3499566"/>
                  <a:pt x="1913499" y="3495177"/>
                </a:cubicBezTo>
                <a:cubicBezTo>
                  <a:pt x="1989852" y="3294758"/>
                  <a:pt x="1958965" y="3061833"/>
                  <a:pt x="2099086" y="2879039"/>
                </a:cubicBezTo>
                <a:cubicBezTo>
                  <a:pt x="2105940" y="2869563"/>
                  <a:pt x="2071754" y="2828078"/>
                  <a:pt x="2045357" y="2781680"/>
                </a:cubicBezTo>
                <a:close/>
                <a:moveTo>
                  <a:pt x="2445714" y="657549"/>
                </a:moveTo>
                <a:cubicBezTo>
                  <a:pt x="2432993" y="662761"/>
                  <a:pt x="2420908" y="667604"/>
                  <a:pt x="2408187" y="672815"/>
                </a:cubicBezTo>
                <a:cubicBezTo>
                  <a:pt x="2451815" y="807874"/>
                  <a:pt x="2495074" y="942294"/>
                  <a:pt x="2543521" y="1091573"/>
                </a:cubicBezTo>
                <a:cubicBezTo>
                  <a:pt x="2647189" y="996521"/>
                  <a:pt x="2559539" y="933170"/>
                  <a:pt x="2534234" y="866591"/>
                </a:cubicBezTo>
                <a:cubicBezTo>
                  <a:pt x="2507357" y="795819"/>
                  <a:pt x="2475646" y="726985"/>
                  <a:pt x="2445714" y="657549"/>
                </a:cubicBezTo>
                <a:close/>
                <a:moveTo>
                  <a:pt x="2412873" y="0"/>
                </a:moveTo>
                <a:lnTo>
                  <a:pt x="2529957" y="0"/>
                </a:lnTo>
                <a:lnTo>
                  <a:pt x="2583860" y="285134"/>
                </a:lnTo>
                <a:cubicBezTo>
                  <a:pt x="2603251" y="382587"/>
                  <a:pt x="2623276" y="479940"/>
                  <a:pt x="2643016" y="577351"/>
                </a:cubicBezTo>
                <a:cubicBezTo>
                  <a:pt x="2647791" y="601796"/>
                  <a:pt x="2661829" y="623875"/>
                  <a:pt x="2683825" y="676637"/>
                </a:cubicBezTo>
                <a:cubicBezTo>
                  <a:pt x="2724724" y="467392"/>
                  <a:pt x="2699630" y="258351"/>
                  <a:pt x="2709915" y="60368"/>
                </a:cubicBezTo>
                <a:lnTo>
                  <a:pt x="2715689" y="0"/>
                </a:lnTo>
                <a:lnTo>
                  <a:pt x="2823803" y="0"/>
                </a:lnTo>
                <a:lnTo>
                  <a:pt x="2795833" y="345165"/>
                </a:lnTo>
                <a:cubicBezTo>
                  <a:pt x="2808044" y="347897"/>
                  <a:pt x="2820389" y="350128"/>
                  <a:pt x="2832734" y="352359"/>
                </a:cubicBezTo>
                <a:lnTo>
                  <a:pt x="2978848" y="0"/>
                </a:lnTo>
                <a:lnTo>
                  <a:pt x="3056356" y="0"/>
                </a:lnTo>
                <a:lnTo>
                  <a:pt x="3064838" y="8688"/>
                </a:lnTo>
                <a:cubicBezTo>
                  <a:pt x="3072996" y="26294"/>
                  <a:pt x="3068060" y="47733"/>
                  <a:pt x="3058339" y="73950"/>
                </a:cubicBezTo>
                <a:cubicBezTo>
                  <a:pt x="3019085" y="178181"/>
                  <a:pt x="2950009" y="274959"/>
                  <a:pt x="2964524" y="397907"/>
                </a:cubicBezTo>
                <a:cubicBezTo>
                  <a:pt x="3062525" y="370294"/>
                  <a:pt x="3022564" y="189349"/>
                  <a:pt x="3198449" y="227319"/>
                </a:cubicBezTo>
                <a:cubicBezTo>
                  <a:pt x="3136204" y="338857"/>
                  <a:pt x="3082160" y="435892"/>
                  <a:pt x="3028251" y="532426"/>
                </a:cubicBezTo>
                <a:cubicBezTo>
                  <a:pt x="3035827" y="540382"/>
                  <a:pt x="3043537" y="547834"/>
                  <a:pt x="3051113" y="555790"/>
                </a:cubicBezTo>
                <a:cubicBezTo>
                  <a:pt x="3133347" y="488396"/>
                  <a:pt x="3216220" y="420634"/>
                  <a:pt x="3319980" y="335305"/>
                </a:cubicBezTo>
                <a:cubicBezTo>
                  <a:pt x="3327116" y="491831"/>
                  <a:pt x="3205529" y="516895"/>
                  <a:pt x="3150131" y="588787"/>
                </a:cubicBezTo>
                <a:cubicBezTo>
                  <a:pt x="3083381" y="674875"/>
                  <a:pt x="3012002" y="758107"/>
                  <a:pt x="2951622" y="848597"/>
                </a:cubicBezTo>
                <a:cubicBezTo>
                  <a:pt x="2897324" y="930479"/>
                  <a:pt x="2819277" y="1004383"/>
                  <a:pt x="2818780" y="1141086"/>
                </a:cubicBezTo>
                <a:cubicBezTo>
                  <a:pt x="3000061" y="1005955"/>
                  <a:pt x="3085408" y="804174"/>
                  <a:pt x="3295693" y="725838"/>
                </a:cubicBezTo>
                <a:cubicBezTo>
                  <a:pt x="3273714" y="763586"/>
                  <a:pt x="3255959" y="805697"/>
                  <a:pt x="3228111" y="839179"/>
                </a:cubicBezTo>
                <a:cubicBezTo>
                  <a:pt x="3071243" y="1026105"/>
                  <a:pt x="2910753" y="1210444"/>
                  <a:pt x="2753013" y="1396598"/>
                </a:cubicBezTo>
                <a:cubicBezTo>
                  <a:pt x="2704945" y="1453214"/>
                  <a:pt x="2643292" y="1506189"/>
                  <a:pt x="2672132" y="1595804"/>
                </a:cubicBezTo>
                <a:cubicBezTo>
                  <a:pt x="2867935" y="1430623"/>
                  <a:pt x="3062230" y="1265039"/>
                  <a:pt x="3258502" y="1102139"/>
                </a:cubicBezTo>
                <a:cubicBezTo>
                  <a:pt x="3268877" y="1093606"/>
                  <a:pt x="3292625" y="1101586"/>
                  <a:pt x="3353759" y="1102882"/>
                </a:cubicBezTo>
                <a:cubicBezTo>
                  <a:pt x="3223931" y="1221093"/>
                  <a:pt x="3118385" y="1315103"/>
                  <a:pt x="3014951" y="1411295"/>
                </a:cubicBezTo>
                <a:cubicBezTo>
                  <a:pt x="2901509" y="1516657"/>
                  <a:pt x="2778345" y="1614028"/>
                  <a:pt x="2682237" y="1733193"/>
                </a:cubicBezTo>
                <a:cubicBezTo>
                  <a:pt x="2598392" y="1836789"/>
                  <a:pt x="2546096" y="1965539"/>
                  <a:pt x="2479450" y="2083440"/>
                </a:cubicBezTo>
                <a:cubicBezTo>
                  <a:pt x="2488472" y="2088012"/>
                  <a:pt x="2498132" y="2092216"/>
                  <a:pt x="2503532" y="2094203"/>
                </a:cubicBezTo>
                <a:cubicBezTo>
                  <a:pt x="2737660" y="1850401"/>
                  <a:pt x="2971285" y="1606466"/>
                  <a:pt x="3206149" y="1363939"/>
                </a:cubicBezTo>
                <a:cubicBezTo>
                  <a:pt x="3209877" y="1360090"/>
                  <a:pt x="3227651" y="1370240"/>
                  <a:pt x="3265856" y="1382632"/>
                </a:cubicBezTo>
                <a:cubicBezTo>
                  <a:pt x="2991952" y="1716517"/>
                  <a:pt x="2653075" y="1990971"/>
                  <a:pt x="2504245" y="2409548"/>
                </a:cubicBezTo>
                <a:cubicBezTo>
                  <a:pt x="2645711" y="2259977"/>
                  <a:pt x="2786674" y="2110272"/>
                  <a:pt x="2953868" y="1933115"/>
                </a:cubicBezTo>
                <a:cubicBezTo>
                  <a:pt x="2944928" y="1984593"/>
                  <a:pt x="2944842" y="2005041"/>
                  <a:pt x="2937109" y="2021824"/>
                </a:cubicBezTo>
                <a:cubicBezTo>
                  <a:pt x="2926116" y="2044738"/>
                  <a:pt x="2911601" y="2066708"/>
                  <a:pt x="2895476" y="2086629"/>
                </a:cubicBezTo>
                <a:cubicBezTo>
                  <a:pt x="2758353" y="2256220"/>
                  <a:pt x="2617106" y="2423088"/>
                  <a:pt x="2484341" y="2596541"/>
                </a:cubicBezTo>
                <a:cubicBezTo>
                  <a:pt x="2444161" y="2649883"/>
                  <a:pt x="2408666" y="2717948"/>
                  <a:pt x="2400519" y="2782567"/>
                </a:cubicBezTo>
                <a:cubicBezTo>
                  <a:pt x="2363573" y="3075432"/>
                  <a:pt x="2337094" y="3369485"/>
                  <a:pt x="2330841" y="3670574"/>
                </a:cubicBezTo>
                <a:cubicBezTo>
                  <a:pt x="2341034" y="3642597"/>
                  <a:pt x="2358172" y="3614865"/>
                  <a:pt x="2359272" y="3586608"/>
                </a:cubicBezTo>
                <a:cubicBezTo>
                  <a:pt x="2375761" y="3247318"/>
                  <a:pt x="2486477" y="2932739"/>
                  <a:pt x="2609271" y="2621396"/>
                </a:cubicBezTo>
                <a:cubicBezTo>
                  <a:pt x="2627870" y="2574123"/>
                  <a:pt x="2669445" y="2535700"/>
                  <a:pt x="2730771" y="2510111"/>
                </a:cubicBezTo>
                <a:cubicBezTo>
                  <a:pt x="2683896" y="2654859"/>
                  <a:pt x="2636887" y="2800109"/>
                  <a:pt x="2590012" y="2944858"/>
                </a:cubicBezTo>
                <a:cubicBezTo>
                  <a:pt x="2784877" y="2706699"/>
                  <a:pt x="2860457" y="2400482"/>
                  <a:pt x="3113847" y="2153223"/>
                </a:cubicBezTo>
                <a:cubicBezTo>
                  <a:pt x="2959629" y="2485238"/>
                  <a:pt x="2824406" y="2776550"/>
                  <a:pt x="2689048" y="3068366"/>
                </a:cubicBezTo>
                <a:cubicBezTo>
                  <a:pt x="2990734" y="2735460"/>
                  <a:pt x="3195183" y="2330709"/>
                  <a:pt x="3514969" y="2018815"/>
                </a:cubicBezTo>
                <a:cubicBezTo>
                  <a:pt x="3529823" y="2029799"/>
                  <a:pt x="3544174" y="2040648"/>
                  <a:pt x="3558525" y="2051496"/>
                </a:cubicBezTo>
                <a:cubicBezTo>
                  <a:pt x="3457363" y="2193550"/>
                  <a:pt x="3356705" y="2335738"/>
                  <a:pt x="3255544" y="2477792"/>
                </a:cubicBezTo>
                <a:cubicBezTo>
                  <a:pt x="3261177" y="2480919"/>
                  <a:pt x="3266677" y="2484547"/>
                  <a:pt x="3272311" y="2487672"/>
                </a:cubicBezTo>
                <a:lnTo>
                  <a:pt x="3772547" y="2100610"/>
                </a:lnTo>
                <a:lnTo>
                  <a:pt x="3772547" y="2150086"/>
                </a:lnTo>
                <a:lnTo>
                  <a:pt x="3505352" y="2400889"/>
                </a:lnTo>
                <a:cubicBezTo>
                  <a:pt x="3392812" y="2510937"/>
                  <a:pt x="3284815" y="2625166"/>
                  <a:pt x="3187478" y="2749928"/>
                </a:cubicBezTo>
                <a:cubicBezTo>
                  <a:pt x="3388350" y="2690619"/>
                  <a:pt x="3546088" y="2542715"/>
                  <a:pt x="3759511" y="2519092"/>
                </a:cubicBezTo>
                <a:cubicBezTo>
                  <a:pt x="3447632" y="2735056"/>
                  <a:pt x="3105430" y="2905184"/>
                  <a:pt x="2813207" y="3200760"/>
                </a:cubicBezTo>
                <a:cubicBezTo>
                  <a:pt x="3077019" y="3148079"/>
                  <a:pt x="3288398" y="3011316"/>
                  <a:pt x="3528616" y="3002414"/>
                </a:cubicBezTo>
                <a:cubicBezTo>
                  <a:pt x="3532697" y="3015361"/>
                  <a:pt x="3537148" y="3028944"/>
                  <a:pt x="3541229" y="3041889"/>
                </a:cubicBezTo>
                <a:cubicBezTo>
                  <a:pt x="3325465" y="3130609"/>
                  <a:pt x="3109063" y="3219696"/>
                  <a:pt x="2892796" y="3308281"/>
                </a:cubicBezTo>
                <a:cubicBezTo>
                  <a:pt x="2895573" y="3316029"/>
                  <a:pt x="2898216" y="3324279"/>
                  <a:pt x="2900491" y="3331893"/>
                </a:cubicBezTo>
                <a:cubicBezTo>
                  <a:pt x="3020434" y="3306926"/>
                  <a:pt x="3139740" y="3282328"/>
                  <a:pt x="3259179" y="3257227"/>
                </a:cubicBezTo>
                <a:cubicBezTo>
                  <a:pt x="3264770" y="3270577"/>
                  <a:pt x="3270496" y="3283425"/>
                  <a:pt x="3276087" y="3296775"/>
                </a:cubicBezTo>
                <a:cubicBezTo>
                  <a:pt x="3242918" y="3315900"/>
                  <a:pt x="3211188" y="3339722"/>
                  <a:pt x="3175844" y="3352877"/>
                </a:cubicBezTo>
                <a:cubicBezTo>
                  <a:pt x="2983249" y="3423562"/>
                  <a:pt x="2789179" y="3491698"/>
                  <a:pt x="2595847" y="3561108"/>
                </a:cubicBezTo>
                <a:cubicBezTo>
                  <a:pt x="2533820" y="3583277"/>
                  <a:pt x="2478865" y="3613265"/>
                  <a:pt x="2486394" y="3707944"/>
                </a:cubicBezTo>
                <a:cubicBezTo>
                  <a:pt x="2709510" y="3686380"/>
                  <a:pt x="2907205" y="3544333"/>
                  <a:pt x="3179439" y="3601116"/>
                </a:cubicBezTo>
                <a:cubicBezTo>
                  <a:pt x="2938785" y="3682090"/>
                  <a:pt x="2740654" y="3751292"/>
                  <a:pt x="2540349" y="3814523"/>
                </a:cubicBezTo>
                <a:cubicBezTo>
                  <a:pt x="2450802" y="3842786"/>
                  <a:pt x="2372602" y="3864929"/>
                  <a:pt x="2356656" y="3980794"/>
                </a:cubicBezTo>
                <a:cubicBezTo>
                  <a:pt x="2349766" y="4030665"/>
                  <a:pt x="2294463" y="4074029"/>
                  <a:pt x="2260967" y="4120542"/>
                </a:cubicBezTo>
                <a:cubicBezTo>
                  <a:pt x="2270520" y="4131183"/>
                  <a:pt x="2280710" y="4141456"/>
                  <a:pt x="2290263" y="4152097"/>
                </a:cubicBezTo>
                <a:cubicBezTo>
                  <a:pt x="2445361" y="4064361"/>
                  <a:pt x="2601098" y="3976257"/>
                  <a:pt x="2756331" y="3888019"/>
                </a:cubicBezTo>
                <a:cubicBezTo>
                  <a:pt x="2763404" y="3895840"/>
                  <a:pt x="2770342" y="3904163"/>
                  <a:pt x="2777414" y="3911984"/>
                </a:cubicBezTo>
                <a:cubicBezTo>
                  <a:pt x="2757562" y="3935756"/>
                  <a:pt x="2741160" y="3964762"/>
                  <a:pt x="2716348" y="3982895"/>
                </a:cubicBezTo>
                <a:cubicBezTo>
                  <a:pt x="2602256" y="4066535"/>
                  <a:pt x="2483472" y="4143529"/>
                  <a:pt x="2372228" y="4230625"/>
                </a:cubicBezTo>
                <a:cubicBezTo>
                  <a:pt x="2321022" y="4270777"/>
                  <a:pt x="2284293" y="4329354"/>
                  <a:pt x="2240762" y="4379105"/>
                </a:cubicBezTo>
                <a:cubicBezTo>
                  <a:pt x="2250081" y="4388605"/>
                  <a:pt x="2259535" y="4397603"/>
                  <a:pt x="2268988" y="4406600"/>
                </a:cubicBezTo>
                <a:cubicBezTo>
                  <a:pt x="2340570" y="4356824"/>
                  <a:pt x="2410813" y="4303995"/>
                  <a:pt x="2485245" y="4257675"/>
                </a:cubicBezTo>
                <a:cubicBezTo>
                  <a:pt x="2552659" y="4215402"/>
                  <a:pt x="2624630" y="4180275"/>
                  <a:pt x="2708599" y="4160754"/>
                </a:cubicBezTo>
                <a:cubicBezTo>
                  <a:pt x="2530781" y="4361460"/>
                  <a:pt x="2251317" y="4466513"/>
                  <a:pt x="2154688" y="4784867"/>
                </a:cubicBezTo>
                <a:cubicBezTo>
                  <a:pt x="2340793" y="4694126"/>
                  <a:pt x="2463718" y="4565446"/>
                  <a:pt x="2645822" y="4556058"/>
                </a:cubicBezTo>
                <a:cubicBezTo>
                  <a:pt x="2506675" y="4664769"/>
                  <a:pt x="2369003" y="4776029"/>
                  <a:pt x="2227510" y="4881418"/>
                </a:cubicBezTo>
                <a:cubicBezTo>
                  <a:pt x="2096762" y="4978911"/>
                  <a:pt x="2057316" y="5110026"/>
                  <a:pt x="2057993" y="5282600"/>
                </a:cubicBezTo>
                <a:cubicBezTo>
                  <a:pt x="2306451" y="5180552"/>
                  <a:pt x="2467141" y="4961249"/>
                  <a:pt x="2728941" y="4908031"/>
                </a:cubicBezTo>
                <a:cubicBezTo>
                  <a:pt x="2602552" y="5009385"/>
                  <a:pt x="2474788" y="5109832"/>
                  <a:pt x="2349504" y="5213099"/>
                </a:cubicBezTo>
                <a:cubicBezTo>
                  <a:pt x="2245241" y="5298295"/>
                  <a:pt x="2144933" y="5388859"/>
                  <a:pt x="2039798" y="5473283"/>
                </a:cubicBezTo>
                <a:cubicBezTo>
                  <a:pt x="1967706" y="5531003"/>
                  <a:pt x="1962657" y="5584061"/>
                  <a:pt x="2050129" y="5658139"/>
                </a:cubicBezTo>
                <a:cubicBezTo>
                  <a:pt x="2158842" y="5586527"/>
                  <a:pt x="2269333" y="5514314"/>
                  <a:pt x="2401412" y="5427953"/>
                </a:cubicBezTo>
                <a:cubicBezTo>
                  <a:pt x="2324051" y="5811268"/>
                  <a:pt x="2091102" y="6121110"/>
                  <a:pt x="1987248" y="6524803"/>
                </a:cubicBezTo>
                <a:cubicBezTo>
                  <a:pt x="2116288" y="6423619"/>
                  <a:pt x="2180757" y="6337996"/>
                  <a:pt x="2229444" y="6228751"/>
                </a:cubicBezTo>
                <a:cubicBezTo>
                  <a:pt x="2355666" y="5946879"/>
                  <a:pt x="2494801" y="5671160"/>
                  <a:pt x="2630547" y="5393994"/>
                </a:cubicBezTo>
                <a:cubicBezTo>
                  <a:pt x="2641001" y="5373092"/>
                  <a:pt x="2661987" y="5357166"/>
                  <a:pt x="2693638" y="5345714"/>
                </a:cubicBezTo>
                <a:cubicBezTo>
                  <a:pt x="2643215" y="5590253"/>
                  <a:pt x="2491965" y="5796462"/>
                  <a:pt x="2415454" y="6059869"/>
                </a:cubicBezTo>
                <a:cubicBezTo>
                  <a:pt x="2544385" y="6003372"/>
                  <a:pt x="2615126" y="5920507"/>
                  <a:pt x="2673329" y="5824049"/>
                </a:cubicBezTo>
                <a:cubicBezTo>
                  <a:pt x="2862763" y="5509551"/>
                  <a:pt x="3050184" y="5194513"/>
                  <a:pt x="3239985" y="4880653"/>
                </a:cubicBezTo>
                <a:cubicBezTo>
                  <a:pt x="3280782" y="4812930"/>
                  <a:pt x="3329595" y="4749511"/>
                  <a:pt x="3375154" y="4684141"/>
                </a:cubicBezTo>
                <a:cubicBezTo>
                  <a:pt x="3385650" y="4691263"/>
                  <a:pt x="3396146" y="4698386"/>
                  <a:pt x="3406641" y="4705508"/>
                </a:cubicBezTo>
                <a:cubicBezTo>
                  <a:pt x="3255926" y="4986206"/>
                  <a:pt x="3105580" y="5267539"/>
                  <a:pt x="2954865" y="5548237"/>
                </a:cubicBezTo>
                <a:cubicBezTo>
                  <a:pt x="2965594" y="5556498"/>
                  <a:pt x="2976190" y="5565263"/>
                  <a:pt x="2986919" y="5573525"/>
                </a:cubicBezTo>
                <a:cubicBezTo>
                  <a:pt x="3049055" y="5506672"/>
                  <a:pt x="3122827" y="5446708"/>
                  <a:pt x="3170208" y="5370514"/>
                </a:cubicBezTo>
                <a:cubicBezTo>
                  <a:pt x="3303110" y="5158311"/>
                  <a:pt x="3431284" y="4941609"/>
                  <a:pt x="3548793" y="4720432"/>
                </a:cubicBezTo>
                <a:cubicBezTo>
                  <a:pt x="3595750" y="4631734"/>
                  <a:pt x="3608264" y="4524648"/>
                  <a:pt x="3643719" y="4428558"/>
                </a:cubicBezTo>
                <a:cubicBezTo>
                  <a:pt x="3656031" y="4394684"/>
                  <a:pt x="3690681" y="4370029"/>
                  <a:pt x="3748137" y="4356872"/>
                </a:cubicBezTo>
                <a:cubicBezTo>
                  <a:pt x="3748687" y="4415202"/>
                  <a:pt x="3748868" y="4472894"/>
                  <a:pt x="3749459" y="4559249"/>
                </a:cubicBezTo>
                <a:lnTo>
                  <a:pt x="3772547" y="4522718"/>
                </a:lnTo>
                <a:lnTo>
                  <a:pt x="3772547" y="5175880"/>
                </a:lnTo>
                <a:lnTo>
                  <a:pt x="3746445" y="5187135"/>
                </a:lnTo>
                <a:cubicBezTo>
                  <a:pt x="3713230" y="5207191"/>
                  <a:pt x="3683062" y="5237761"/>
                  <a:pt x="3654602" y="5281584"/>
                </a:cubicBezTo>
                <a:lnTo>
                  <a:pt x="3772547" y="5292972"/>
                </a:lnTo>
                <a:lnTo>
                  <a:pt x="3772547" y="5392015"/>
                </a:lnTo>
                <a:lnTo>
                  <a:pt x="3592335" y="5399303"/>
                </a:lnTo>
                <a:cubicBezTo>
                  <a:pt x="3532793" y="5405715"/>
                  <a:pt x="3474367" y="5418343"/>
                  <a:pt x="3418032" y="5443922"/>
                </a:cubicBezTo>
                <a:cubicBezTo>
                  <a:pt x="3418153" y="5459576"/>
                  <a:pt x="3417769" y="5475097"/>
                  <a:pt x="3417889" y="5490752"/>
                </a:cubicBezTo>
                <a:lnTo>
                  <a:pt x="3772547" y="5529147"/>
                </a:lnTo>
                <a:lnTo>
                  <a:pt x="3772547" y="5605381"/>
                </a:lnTo>
                <a:lnTo>
                  <a:pt x="3629414" y="5612078"/>
                </a:lnTo>
                <a:cubicBezTo>
                  <a:pt x="3500059" y="5610279"/>
                  <a:pt x="3364992" y="5598600"/>
                  <a:pt x="3219677" y="5610572"/>
                </a:cubicBezTo>
                <a:cubicBezTo>
                  <a:pt x="3426489" y="5696156"/>
                  <a:pt x="3594392" y="5765927"/>
                  <a:pt x="3762799" y="5835833"/>
                </a:cubicBezTo>
                <a:cubicBezTo>
                  <a:pt x="3501949" y="5877455"/>
                  <a:pt x="3285910" y="5685425"/>
                  <a:pt x="3030643" y="5748475"/>
                </a:cubicBezTo>
                <a:cubicBezTo>
                  <a:pt x="3017454" y="5751406"/>
                  <a:pt x="3009813" y="5777911"/>
                  <a:pt x="2992944" y="5804637"/>
                </a:cubicBezTo>
                <a:cubicBezTo>
                  <a:pt x="3141723" y="5945783"/>
                  <a:pt x="3334270" y="6000070"/>
                  <a:pt x="3519784" y="6074558"/>
                </a:cubicBezTo>
                <a:cubicBezTo>
                  <a:pt x="3391163" y="6158076"/>
                  <a:pt x="3303953" y="6091072"/>
                  <a:pt x="2885684" y="5903036"/>
                </a:cubicBezTo>
                <a:cubicBezTo>
                  <a:pt x="2854413" y="5937217"/>
                  <a:pt x="2818777" y="5975615"/>
                  <a:pt x="2775550" y="6022215"/>
                </a:cubicBezTo>
                <a:cubicBezTo>
                  <a:pt x="2977638" y="6171718"/>
                  <a:pt x="3195010" y="6229963"/>
                  <a:pt x="3423078" y="6260366"/>
                </a:cubicBezTo>
                <a:cubicBezTo>
                  <a:pt x="3421992" y="6272466"/>
                  <a:pt x="3421276" y="6285203"/>
                  <a:pt x="3420560" y="6297941"/>
                </a:cubicBezTo>
                <a:cubicBezTo>
                  <a:pt x="3348143" y="6306550"/>
                  <a:pt x="3275862" y="6314659"/>
                  <a:pt x="3199016" y="6323697"/>
                </a:cubicBezTo>
                <a:cubicBezTo>
                  <a:pt x="3216711" y="6346217"/>
                  <a:pt x="3234173" y="6367596"/>
                  <a:pt x="3258069" y="6397164"/>
                </a:cubicBezTo>
                <a:cubicBezTo>
                  <a:pt x="2997430" y="6464163"/>
                  <a:pt x="2777558" y="6244170"/>
                  <a:pt x="2523644" y="6332364"/>
                </a:cubicBezTo>
                <a:cubicBezTo>
                  <a:pt x="2750414" y="6387739"/>
                  <a:pt x="2977049" y="6443618"/>
                  <a:pt x="3238170" y="6507658"/>
                </a:cubicBezTo>
                <a:cubicBezTo>
                  <a:pt x="3183222" y="6529569"/>
                  <a:pt x="3153136" y="6553292"/>
                  <a:pt x="3127035" y="6550069"/>
                </a:cubicBezTo>
                <a:cubicBezTo>
                  <a:pt x="2999816" y="6533759"/>
                  <a:pt x="2873206" y="6511147"/>
                  <a:pt x="2746596" y="6488535"/>
                </a:cubicBezTo>
                <a:cubicBezTo>
                  <a:pt x="2638640" y="6468767"/>
                  <a:pt x="2532065" y="6441826"/>
                  <a:pt x="2424002" y="6428494"/>
                </a:cubicBezTo>
                <a:cubicBezTo>
                  <a:pt x="2392231" y="6424291"/>
                  <a:pt x="2355830" y="6455481"/>
                  <a:pt x="2280606" y="6488659"/>
                </a:cubicBezTo>
                <a:cubicBezTo>
                  <a:pt x="2560458" y="6543172"/>
                  <a:pt x="2789553" y="6587858"/>
                  <a:pt x="3060078" y="6640951"/>
                </a:cubicBezTo>
                <a:cubicBezTo>
                  <a:pt x="2935873" y="6701947"/>
                  <a:pt x="2848456" y="6677985"/>
                  <a:pt x="2763439" y="6669212"/>
                </a:cubicBezTo>
                <a:cubicBezTo>
                  <a:pt x="2603372" y="6652720"/>
                  <a:pt x="2443743" y="6632573"/>
                  <a:pt x="2284249" y="6611926"/>
                </a:cubicBezTo>
                <a:cubicBezTo>
                  <a:pt x="2189304" y="6599953"/>
                  <a:pt x="2123576" y="6631904"/>
                  <a:pt x="2088752" y="6735705"/>
                </a:cubicBezTo>
                <a:cubicBezTo>
                  <a:pt x="2299284" y="6825518"/>
                  <a:pt x="2527511" y="6792933"/>
                  <a:pt x="2744260" y="6835388"/>
                </a:cubicBezTo>
                <a:lnTo>
                  <a:pt x="2666732" y="6858000"/>
                </a:lnTo>
                <a:lnTo>
                  <a:pt x="1726042" y="6858000"/>
                </a:lnTo>
                <a:lnTo>
                  <a:pt x="1735077" y="6850032"/>
                </a:lnTo>
                <a:cubicBezTo>
                  <a:pt x="1786208" y="6800095"/>
                  <a:pt x="1824155" y="6748040"/>
                  <a:pt x="1834534" y="6682133"/>
                </a:cubicBezTo>
                <a:cubicBezTo>
                  <a:pt x="1862857" y="6497936"/>
                  <a:pt x="1943665" y="6341271"/>
                  <a:pt x="2017500" y="6178426"/>
                </a:cubicBezTo>
                <a:cubicBezTo>
                  <a:pt x="2093823" y="6010323"/>
                  <a:pt x="2175546" y="5844205"/>
                  <a:pt x="2254753" y="5677413"/>
                </a:cubicBezTo>
                <a:cubicBezTo>
                  <a:pt x="2049293" y="5761891"/>
                  <a:pt x="1922298" y="5937965"/>
                  <a:pt x="1840100" y="6109882"/>
                </a:cubicBezTo>
                <a:cubicBezTo>
                  <a:pt x="1743808" y="6310749"/>
                  <a:pt x="1687849" y="6530909"/>
                  <a:pt x="1624328" y="6765710"/>
                </a:cubicBezTo>
                <a:lnTo>
                  <a:pt x="1598196" y="6858000"/>
                </a:lnTo>
                <a:lnTo>
                  <a:pt x="1329551" y="6858000"/>
                </a:lnTo>
                <a:lnTo>
                  <a:pt x="1498508" y="6525294"/>
                </a:lnTo>
                <a:cubicBezTo>
                  <a:pt x="1537803" y="6449088"/>
                  <a:pt x="1537531" y="6381674"/>
                  <a:pt x="1487939" y="6309126"/>
                </a:cubicBezTo>
                <a:cubicBezTo>
                  <a:pt x="1444512" y="6245772"/>
                  <a:pt x="1405587" y="6177698"/>
                  <a:pt x="1373642" y="6107724"/>
                </a:cubicBezTo>
                <a:cubicBezTo>
                  <a:pt x="1320134" y="5989412"/>
                  <a:pt x="1228242" y="5869436"/>
                  <a:pt x="1377198" y="5748269"/>
                </a:cubicBezTo>
                <a:cubicBezTo>
                  <a:pt x="1397815" y="5731705"/>
                  <a:pt x="1389207" y="5679297"/>
                  <a:pt x="1395219" y="5636733"/>
                </a:cubicBezTo>
                <a:cubicBezTo>
                  <a:pt x="1590850" y="5657367"/>
                  <a:pt x="1572738" y="5865850"/>
                  <a:pt x="1703951" y="5953804"/>
                </a:cubicBezTo>
                <a:cubicBezTo>
                  <a:pt x="1731218" y="5894308"/>
                  <a:pt x="1756770" y="5839200"/>
                  <a:pt x="1783768" y="5780710"/>
                </a:cubicBezTo>
                <a:cubicBezTo>
                  <a:pt x="1688991" y="5659422"/>
                  <a:pt x="1598673" y="5543638"/>
                  <a:pt x="1498333" y="5414932"/>
                </a:cubicBezTo>
                <a:cubicBezTo>
                  <a:pt x="1550887" y="5369754"/>
                  <a:pt x="1597026" y="5330398"/>
                  <a:pt x="1651493" y="5284117"/>
                </a:cubicBezTo>
                <a:cubicBezTo>
                  <a:pt x="1725564" y="5335750"/>
                  <a:pt x="1791522" y="5381437"/>
                  <a:pt x="1899695" y="5456752"/>
                </a:cubicBezTo>
                <a:cubicBezTo>
                  <a:pt x="1872555" y="5378906"/>
                  <a:pt x="1869475" y="5336060"/>
                  <a:pt x="1846783" y="5310048"/>
                </a:cubicBezTo>
                <a:cubicBezTo>
                  <a:pt x="1753905" y="5203813"/>
                  <a:pt x="1652701" y="5104506"/>
                  <a:pt x="1559454" y="4997634"/>
                </a:cubicBezTo>
                <a:cubicBezTo>
                  <a:pt x="1507871" y="4938560"/>
                  <a:pt x="1466663" y="4870952"/>
                  <a:pt x="1440197" y="4790594"/>
                </a:cubicBezTo>
                <a:cubicBezTo>
                  <a:pt x="1611297" y="4850447"/>
                  <a:pt x="1689090" y="5012976"/>
                  <a:pt x="1820387" y="5118730"/>
                </a:cubicBezTo>
                <a:cubicBezTo>
                  <a:pt x="1834256" y="4998539"/>
                  <a:pt x="1837849" y="4995193"/>
                  <a:pt x="1764530" y="4928677"/>
                </a:cubicBezTo>
                <a:cubicBezTo>
                  <a:pt x="1579806" y="4760661"/>
                  <a:pt x="1391993" y="4596127"/>
                  <a:pt x="1197377" y="4422766"/>
                </a:cubicBezTo>
                <a:cubicBezTo>
                  <a:pt x="1212632" y="4363823"/>
                  <a:pt x="1270703" y="4374534"/>
                  <a:pt x="1310537" y="4402986"/>
                </a:cubicBezTo>
                <a:cubicBezTo>
                  <a:pt x="1430681" y="4487973"/>
                  <a:pt x="1545380" y="4581199"/>
                  <a:pt x="1660484" y="4672917"/>
                </a:cubicBezTo>
                <a:cubicBezTo>
                  <a:pt x="1699645" y="4703882"/>
                  <a:pt x="1733534" y="4740438"/>
                  <a:pt x="1775842" y="4779788"/>
                </a:cubicBezTo>
                <a:cubicBezTo>
                  <a:pt x="1825971" y="4598740"/>
                  <a:pt x="1768968" y="4485417"/>
                  <a:pt x="1614496" y="4405777"/>
                </a:cubicBezTo>
                <a:cubicBezTo>
                  <a:pt x="1471929" y="4332021"/>
                  <a:pt x="1336421" y="4243993"/>
                  <a:pt x="1199467" y="4159350"/>
                </a:cubicBezTo>
                <a:cubicBezTo>
                  <a:pt x="1166202" y="4138585"/>
                  <a:pt x="1139961" y="4105696"/>
                  <a:pt x="1091551" y="4060939"/>
                </a:cubicBezTo>
                <a:cubicBezTo>
                  <a:pt x="1259417" y="4026187"/>
                  <a:pt x="1343741" y="4130129"/>
                  <a:pt x="1445828" y="4183881"/>
                </a:cubicBezTo>
                <a:cubicBezTo>
                  <a:pt x="1546405" y="4237228"/>
                  <a:pt x="1642949" y="4297576"/>
                  <a:pt x="1742683" y="4356083"/>
                </a:cubicBezTo>
                <a:cubicBezTo>
                  <a:pt x="1787060" y="4262922"/>
                  <a:pt x="1734653" y="4223022"/>
                  <a:pt x="1684025" y="4182519"/>
                </a:cubicBezTo>
                <a:cubicBezTo>
                  <a:pt x="1543877" y="4069545"/>
                  <a:pt x="1403091" y="3956939"/>
                  <a:pt x="1263849" y="3842591"/>
                </a:cubicBezTo>
                <a:cubicBezTo>
                  <a:pt x="1222342" y="3808304"/>
                  <a:pt x="1186243" y="3767924"/>
                  <a:pt x="1128414" y="3712025"/>
                </a:cubicBezTo>
                <a:cubicBezTo>
                  <a:pt x="1303314" y="3657070"/>
                  <a:pt x="1356572" y="3790398"/>
                  <a:pt x="1440807" y="3846370"/>
                </a:cubicBezTo>
                <a:cubicBezTo>
                  <a:pt x="1535303" y="3908323"/>
                  <a:pt x="1615553" y="3991241"/>
                  <a:pt x="1726425" y="4086673"/>
                </a:cubicBezTo>
                <a:cubicBezTo>
                  <a:pt x="1745574" y="3952814"/>
                  <a:pt x="1724310" y="3871155"/>
                  <a:pt x="1637128" y="3810084"/>
                </a:cubicBezTo>
                <a:cubicBezTo>
                  <a:pt x="1447910" y="3676958"/>
                  <a:pt x="1258557" y="3544335"/>
                  <a:pt x="1070112" y="3410339"/>
                </a:cubicBezTo>
                <a:cubicBezTo>
                  <a:pt x="1033027" y="3383701"/>
                  <a:pt x="999839" y="3350566"/>
                  <a:pt x="977638" y="3302596"/>
                </a:cubicBezTo>
                <a:cubicBezTo>
                  <a:pt x="1257535" y="3308638"/>
                  <a:pt x="1417712" y="3532031"/>
                  <a:pt x="1669297" y="3675941"/>
                </a:cubicBezTo>
                <a:cubicBezTo>
                  <a:pt x="1638592" y="3607377"/>
                  <a:pt x="1630040" y="3566835"/>
                  <a:pt x="1606746" y="3539045"/>
                </a:cubicBezTo>
                <a:cubicBezTo>
                  <a:pt x="1487195" y="3395495"/>
                  <a:pt x="1363915" y="3255795"/>
                  <a:pt x="1242819" y="3113985"/>
                </a:cubicBezTo>
                <a:cubicBezTo>
                  <a:pt x="1207124" y="3072098"/>
                  <a:pt x="1174249" y="3027733"/>
                  <a:pt x="1132289" y="2975008"/>
                </a:cubicBezTo>
                <a:cubicBezTo>
                  <a:pt x="1263248" y="2902891"/>
                  <a:pt x="1291094" y="3014327"/>
                  <a:pt x="1344032" y="3060296"/>
                </a:cubicBezTo>
                <a:cubicBezTo>
                  <a:pt x="1399586" y="3108583"/>
                  <a:pt x="1444592" y="3168050"/>
                  <a:pt x="1520044" y="3250760"/>
                </a:cubicBezTo>
                <a:cubicBezTo>
                  <a:pt x="1496222" y="3033735"/>
                  <a:pt x="1403567" y="2868301"/>
                  <a:pt x="1409170" y="2652157"/>
                </a:cubicBezTo>
                <a:cubicBezTo>
                  <a:pt x="1591954" y="2777094"/>
                  <a:pt x="1503113" y="2983864"/>
                  <a:pt x="1645160" y="3111892"/>
                </a:cubicBezTo>
                <a:cubicBezTo>
                  <a:pt x="1652543" y="3001816"/>
                  <a:pt x="1650819" y="2907616"/>
                  <a:pt x="1667245" y="2816123"/>
                </a:cubicBezTo>
                <a:cubicBezTo>
                  <a:pt x="1682558" y="2730798"/>
                  <a:pt x="1608872" y="2625396"/>
                  <a:pt x="1735210" y="2542345"/>
                </a:cubicBezTo>
                <a:cubicBezTo>
                  <a:pt x="1838278" y="2803769"/>
                  <a:pt x="1702313" y="3063637"/>
                  <a:pt x="1793949" y="3313379"/>
                </a:cubicBezTo>
                <a:cubicBezTo>
                  <a:pt x="1842452" y="3078022"/>
                  <a:pt x="1891323" y="2843302"/>
                  <a:pt x="1941073" y="2601277"/>
                </a:cubicBezTo>
                <a:cubicBezTo>
                  <a:pt x="1914130" y="2564966"/>
                  <a:pt x="1879773" y="2526131"/>
                  <a:pt x="1855623" y="2481410"/>
                </a:cubicBezTo>
                <a:cubicBezTo>
                  <a:pt x="1847283" y="2466245"/>
                  <a:pt x="1857518" y="2428045"/>
                  <a:pt x="1871991" y="2416300"/>
                </a:cubicBezTo>
                <a:cubicBezTo>
                  <a:pt x="1886464" y="2404555"/>
                  <a:pt x="1929447" y="2403142"/>
                  <a:pt x="1938865" y="2414286"/>
                </a:cubicBezTo>
                <a:cubicBezTo>
                  <a:pt x="1991887" y="2478056"/>
                  <a:pt x="2041450" y="2544671"/>
                  <a:pt x="2085777" y="2614729"/>
                </a:cubicBezTo>
                <a:cubicBezTo>
                  <a:pt x="2138712" y="2698948"/>
                  <a:pt x="2185136" y="2787347"/>
                  <a:pt x="2248112" y="2898499"/>
                </a:cubicBezTo>
                <a:cubicBezTo>
                  <a:pt x="2288919" y="2784448"/>
                  <a:pt x="2281970" y="2715785"/>
                  <a:pt x="2221641" y="2643054"/>
                </a:cubicBezTo>
                <a:cubicBezTo>
                  <a:pt x="2086372" y="2479669"/>
                  <a:pt x="1958020" y="2310595"/>
                  <a:pt x="1828760" y="2142895"/>
                </a:cubicBezTo>
                <a:cubicBezTo>
                  <a:pt x="1806743" y="2114370"/>
                  <a:pt x="1792145" y="2080289"/>
                  <a:pt x="1775697" y="2051101"/>
                </a:cubicBezTo>
                <a:cubicBezTo>
                  <a:pt x="1840214" y="1985424"/>
                  <a:pt x="1881615" y="2026147"/>
                  <a:pt x="1912547" y="2065682"/>
                </a:cubicBezTo>
                <a:cubicBezTo>
                  <a:pt x="1988290" y="2161398"/>
                  <a:pt x="2059296" y="2260695"/>
                  <a:pt x="2130439" y="2359489"/>
                </a:cubicBezTo>
                <a:cubicBezTo>
                  <a:pt x="2170450" y="2415463"/>
                  <a:pt x="2207136" y="2473778"/>
                  <a:pt x="2257330" y="2548103"/>
                </a:cubicBezTo>
                <a:cubicBezTo>
                  <a:pt x="2316733" y="2425029"/>
                  <a:pt x="2326916" y="2336712"/>
                  <a:pt x="2246483" y="2234352"/>
                </a:cubicBezTo>
                <a:cubicBezTo>
                  <a:pt x="2111355" y="2062386"/>
                  <a:pt x="1992479" y="1878073"/>
                  <a:pt x="1864135" y="1700921"/>
                </a:cubicBezTo>
                <a:cubicBezTo>
                  <a:pt x="1831763" y="1656691"/>
                  <a:pt x="1801800" y="1619572"/>
                  <a:pt x="1862150" y="1561398"/>
                </a:cubicBezTo>
                <a:cubicBezTo>
                  <a:pt x="2049696" y="1688689"/>
                  <a:pt x="2118436" y="1917211"/>
                  <a:pt x="2276094" y="2071510"/>
                </a:cubicBezTo>
                <a:cubicBezTo>
                  <a:pt x="2342909" y="1989210"/>
                  <a:pt x="2285335" y="1948463"/>
                  <a:pt x="2251787" y="1906611"/>
                </a:cubicBezTo>
                <a:cubicBezTo>
                  <a:pt x="2135694" y="1760217"/>
                  <a:pt x="2015505" y="1617035"/>
                  <a:pt x="1899277" y="1471143"/>
                </a:cubicBezTo>
                <a:cubicBezTo>
                  <a:pt x="1863015" y="1425332"/>
                  <a:pt x="1834308" y="1373464"/>
                  <a:pt x="1817621" y="1312966"/>
                </a:cubicBezTo>
                <a:cubicBezTo>
                  <a:pt x="1983387" y="1336372"/>
                  <a:pt x="2026702" y="1482660"/>
                  <a:pt x="2112975" y="1583353"/>
                </a:cubicBezTo>
                <a:cubicBezTo>
                  <a:pt x="2200488" y="1685457"/>
                  <a:pt x="2282090" y="1793518"/>
                  <a:pt x="2366513" y="1899103"/>
                </a:cubicBezTo>
                <a:cubicBezTo>
                  <a:pt x="2472839" y="1796144"/>
                  <a:pt x="2471946" y="1781359"/>
                  <a:pt x="2398523" y="1683031"/>
                </a:cubicBezTo>
                <a:cubicBezTo>
                  <a:pt x="2267860" y="1508490"/>
                  <a:pt x="2139382" y="1331840"/>
                  <a:pt x="2012815" y="1154087"/>
                </a:cubicBezTo>
                <a:cubicBezTo>
                  <a:pt x="1991336" y="1123551"/>
                  <a:pt x="1969864" y="1084934"/>
                  <a:pt x="1968689" y="1049064"/>
                </a:cubicBezTo>
                <a:cubicBezTo>
                  <a:pt x="1967472" y="1023417"/>
                  <a:pt x="1999507" y="996445"/>
                  <a:pt x="2018558" y="967611"/>
                </a:cubicBezTo>
                <a:cubicBezTo>
                  <a:pt x="2157873" y="1184336"/>
                  <a:pt x="2288072" y="1386766"/>
                  <a:pt x="2423566" y="1597619"/>
                </a:cubicBezTo>
                <a:cubicBezTo>
                  <a:pt x="2535274" y="1444384"/>
                  <a:pt x="2536869" y="1424340"/>
                  <a:pt x="2454360" y="1317652"/>
                </a:cubicBezTo>
                <a:cubicBezTo>
                  <a:pt x="2371851" y="1210963"/>
                  <a:pt x="2278228" y="1111533"/>
                  <a:pt x="2205557" y="998322"/>
                </a:cubicBezTo>
                <a:cubicBezTo>
                  <a:pt x="2114289" y="855887"/>
                  <a:pt x="1988820" y="726374"/>
                  <a:pt x="2017222" y="529807"/>
                </a:cubicBezTo>
                <a:cubicBezTo>
                  <a:pt x="2024383" y="478930"/>
                  <a:pt x="1979744" y="420100"/>
                  <a:pt x="1980980" y="353090"/>
                </a:cubicBezTo>
                <a:cubicBezTo>
                  <a:pt x="2132679" y="493402"/>
                  <a:pt x="2176743" y="701306"/>
                  <a:pt x="2320169" y="860412"/>
                </a:cubicBezTo>
                <a:cubicBezTo>
                  <a:pt x="2355476" y="742733"/>
                  <a:pt x="2194494" y="590775"/>
                  <a:pt x="2397827" y="520273"/>
                </a:cubicBezTo>
                <a:cubicBezTo>
                  <a:pt x="2353106" y="405394"/>
                  <a:pt x="2312503" y="301315"/>
                  <a:pt x="2272034" y="196732"/>
                </a:cubicBezTo>
                <a:cubicBezTo>
                  <a:pt x="2284656" y="189878"/>
                  <a:pt x="2296641" y="183393"/>
                  <a:pt x="2308761" y="176405"/>
                </a:cubicBezTo>
                <a:cubicBezTo>
                  <a:pt x="2346949" y="243203"/>
                  <a:pt x="2388831" y="308298"/>
                  <a:pt x="2421548" y="377402"/>
                </a:cubicBezTo>
                <a:cubicBezTo>
                  <a:pt x="2457078" y="452108"/>
                  <a:pt x="2483311" y="531326"/>
                  <a:pt x="2541527" y="601876"/>
                </a:cubicBezTo>
                <a:cubicBezTo>
                  <a:pt x="2515432" y="483905"/>
                  <a:pt x="2487557" y="366536"/>
                  <a:pt x="2463744" y="248100"/>
                </a:cubicBezTo>
                <a:cubicBezTo>
                  <a:pt x="2451887" y="189704"/>
                  <a:pt x="2433671" y="131894"/>
                  <a:pt x="2421990" y="73342"/>
                </a:cubicBezTo>
                <a:close/>
              </a:path>
            </a:pathLst>
          </a:custGeom>
          <a:solidFill>
            <a:srgbClr val="543E35">
              <a:alpha val="11000"/>
            </a:srgbClr>
          </a:solidFill>
          <a:ln w="520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3" name="Text Placeholder 2">
            <a:extLst>
              <a:ext uri="{FF2B5EF4-FFF2-40B4-BE49-F238E27FC236}">
                <a16:creationId xmlns:a16="http://schemas.microsoft.com/office/drawing/2014/main" id="{EC3C3BFB-5486-BE54-F045-8548591C141D}"/>
              </a:ext>
            </a:extLst>
          </p:cNvPr>
          <p:cNvSpPr>
            <a:spLocks noGrp="1"/>
          </p:cNvSpPr>
          <p:nvPr>
            <p:ph type="body" idx="1"/>
          </p:nvPr>
        </p:nvSpPr>
        <p:spPr>
          <a:xfrm>
            <a:off x="576072" y="191109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5" name="Text Placeholder 4">
            <a:extLst>
              <a:ext uri="{FF2B5EF4-FFF2-40B4-BE49-F238E27FC236}">
                <a16:creationId xmlns:a16="http://schemas.microsoft.com/office/drawing/2014/main" id="{AB59C067-8245-DC0E-BED3-F9DBBF40A047}"/>
              </a:ext>
            </a:extLst>
          </p:cNvPr>
          <p:cNvSpPr>
            <a:spLocks noGrp="1"/>
          </p:cNvSpPr>
          <p:nvPr>
            <p:ph type="body" sz="quarter" idx="3"/>
          </p:nvPr>
        </p:nvSpPr>
        <p:spPr>
          <a:xfrm>
            <a:off x="576072" y="3557016"/>
            <a:ext cx="6464808" cy="402336"/>
          </a:xfrm>
        </p:spPr>
        <p:txBody>
          <a:bodyPr rtlCol="0" anchor="b">
            <a:normAutofit/>
          </a:bodyPr>
          <a:lstStyle>
            <a:lvl1pPr marL="0" indent="0">
              <a:buNone/>
              <a:defRPr lang="en-GB" sz="2000" b="0" cap="all" baseline="0">
                <a:solidFill>
                  <a:schemeClr val="accent1"/>
                </a:solidFill>
                <a:latin typeface="Gill Sans Nova" panose="020B0602020104020203" pitchFamily="34" charset="0"/>
              </a:defRPr>
            </a:lvl1pPr>
            <a:lvl2pPr marL="457200" indent="0">
              <a:buNone/>
              <a:defRPr lang="en-GB" sz="2000" b="1"/>
            </a:lvl2pPr>
            <a:lvl3pPr marL="914400" indent="0">
              <a:buNone/>
              <a:defRPr lang="en-GB" sz="1800" b="1"/>
            </a:lvl3pPr>
            <a:lvl4pPr marL="1371600" indent="0">
              <a:buNone/>
              <a:defRPr lang="en-GB" sz="1600" b="1"/>
            </a:lvl4pPr>
            <a:lvl5pPr marL="1828800" indent="0">
              <a:buNone/>
              <a:defRPr lang="en-GB" sz="1600" b="1"/>
            </a:lvl5pPr>
            <a:lvl6pPr marL="2286000" indent="0">
              <a:buNone/>
              <a:defRPr lang="en-GB" sz="1600" b="1"/>
            </a:lvl6pPr>
            <a:lvl7pPr marL="2743200" indent="0">
              <a:buNone/>
              <a:defRPr lang="en-GB" sz="1600" b="1"/>
            </a:lvl7pPr>
            <a:lvl8pPr marL="3200400" indent="0">
              <a:buNone/>
              <a:defRPr lang="en-GB" sz="1600" b="1"/>
            </a:lvl8pPr>
            <a:lvl9pPr marL="3657600" indent="0">
              <a:buNone/>
              <a:defRPr lang="en-GB" sz="1600" b="1"/>
            </a:lvl9pPr>
          </a:lstStyle>
          <a:p>
            <a:pPr lvl="0" rtl="0"/>
            <a:r>
              <a:rPr lang="en-US"/>
              <a:t>Click to edit Master text styles</a:t>
            </a:r>
          </a:p>
        </p:txBody>
      </p:sp>
      <p:sp>
        <p:nvSpPr>
          <p:cNvPr id="6" name="Content Placeholder 5">
            <a:extLst>
              <a:ext uri="{FF2B5EF4-FFF2-40B4-BE49-F238E27FC236}">
                <a16:creationId xmlns:a16="http://schemas.microsoft.com/office/drawing/2014/main" id="{E81024D6-E13C-20EA-3930-CD93CA581230}"/>
              </a:ext>
            </a:extLst>
          </p:cNvPr>
          <p:cNvSpPr>
            <a:spLocks noGrp="1"/>
          </p:cNvSpPr>
          <p:nvPr>
            <p:ph sz="quarter" idx="4"/>
          </p:nvPr>
        </p:nvSpPr>
        <p:spPr>
          <a:xfrm>
            <a:off x="576072" y="3995928"/>
            <a:ext cx="6464808" cy="1097280"/>
          </a:xfrm>
        </p:spPr>
        <p:txBody>
          <a:bodyPr rtlCol="0">
            <a:normAutofit/>
          </a:bodyPr>
          <a:lstStyle>
            <a:lvl1pPr marL="283464" indent="-283464">
              <a:lnSpc>
                <a:spcPct val="100000"/>
              </a:lnSpc>
              <a:spcBef>
                <a:spcPts val="0"/>
              </a:spcBef>
              <a:buFont typeface="Courier New" panose="02070309020205020404" pitchFamily="49" charset="0"/>
              <a:buChar char="o"/>
              <a:defRPr lang="en-GB" sz="1800">
                <a:solidFill>
                  <a:schemeClr val="accent1"/>
                </a:solidFill>
              </a:defRPr>
            </a:lvl1pPr>
            <a:lvl2pPr>
              <a:lnSpc>
                <a:spcPct val="100000"/>
              </a:lnSpc>
              <a:spcBef>
                <a:spcPts val="0"/>
              </a:spcBef>
              <a:defRPr lang="en-GB" sz="1600">
                <a:solidFill>
                  <a:schemeClr val="accent1"/>
                </a:solidFill>
              </a:defRPr>
            </a:lvl2pPr>
            <a:lvl3pPr>
              <a:lnSpc>
                <a:spcPct val="100000"/>
              </a:lnSpc>
              <a:spcBef>
                <a:spcPts val="0"/>
              </a:spcBef>
              <a:defRPr lang="en-GB" sz="1400">
                <a:solidFill>
                  <a:schemeClr val="accent1"/>
                </a:solidFill>
              </a:defRPr>
            </a:lvl3pPr>
            <a:lvl4pPr>
              <a:lnSpc>
                <a:spcPct val="100000"/>
              </a:lnSpc>
              <a:spcBef>
                <a:spcPts val="0"/>
              </a:spcBef>
              <a:defRPr lang="en-GB" sz="1200">
                <a:solidFill>
                  <a:schemeClr val="accent1"/>
                </a:solidFill>
              </a:defRPr>
            </a:lvl4pPr>
            <a:lvl5pPr>
              <a:lnSpc>
                <a:spcPct val="100000"/>
              </a:lnSpc>
              <a:spcBef>
                <a:spcPts val="0"/>
              </a:spcBef>
              <a:defRPr lang="en-GB" sz="1200">
                <a:solidFill>
                  <a:schemeClr val="accent1"/>
                </a:solidFill>
              </a:defRPr>
            </a:lvl5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31" name="Title 1">
            <a:extLst>
              <a:ext uri="{FF2B5EF4-FFF2-40B4-BE49-F238E27FC236}">
                <a16:creationId xmlns:a16="http://schemas.microsoft.com/office/drawing/2014/main" id="{268AF7E1-2A9B-B52C-F1A7-BE596AB012F7}"/>
              </a:ext>
            </a:extLst>
          </p:cNvPr>
          <p:cNvSpPr>
            <a:spLocks noGrp="1"/>
          </p:cNvSpPr>
          <p:nvPr>
            <p:ph type="title" hasCustomPrompt="1"/>
          </p:nvPr>
        </p:nvSpPr>
        <p:spPr>
          <a:xfrm>
            <a:off x="576072" y="704088"/>
            <a:ext cx="10515600" cy="676656"/>
          </a:xfrm>
        </p:spPr>
        <p:txBody>
          <a:bodyPr rtlCol="0"/>
          <a:lstStyle>
            <a:lvl1pPr>
              <a:defRPr lang="en-GB" sz="4800">
                <a:solidFill>
                  <a:schemeClr val="accent1"/>
                </a:solidFill>
              </a:defRPr>
            </a:lvl1pPr>
          </a:lstStyle>
          <a:p>
            <a:pPr rtl="0"/>
            <a:r>
              <a:rPr lang="en-GB"/>
              <a:t>click to edit master title style	</a:t>
            </a:r>
          </a:p>
        </p:txBody>
      </p:sp>
      <p:cxnSp>
        <p:nvCxnSpPr>
          <p:cNvPr id="10" name="Straight Connector 9">
            <a:extLst>
              <a:ext uri="{FF2B5EF4-FFF2-40B4-BE49-F238E27FC236}">
                <a16:creationId xmlns:a16="http://schemas.microsoft.com/office/drawing/2014/main" id="{D6E0E53F-80E4-D83A-8BC2-C22ED75540F5}"/>
              </a:ext>
            </a:extLst>
          </p:cNvPr>
          <p:cNvCxnSpPr>
            <a:cxnSpLocks/>
          </p:cNvCxnSpPr>
          <p:nvPr userDrawn="1"/>
        </p:nvCxnSpPr>
        <p:spPr>
          <a:xfrm>
            <a:off x="0" y="6324600"/>
            <a:ext cx="12192000" cy="0"/>
          </a:xfrm>
          <a:prstGeom prst="line">
            <a:avLst/>
          </a:prstGeom>
          <a:ln w="15875">
            <a:solidFill>
              <a:schemeClr val="accent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292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D2FAB7-6DDF-86AA-6FF5-4EBD6234F258}"/>
              </a:ext>
            </a:extLst>
          </p:cNvPr>
          <p:cNvSpPr>
            <a:spLocks noGrp="1"/>
          </p:cNvSpPr>
          <p:nvPr>
            <p:ph sz="half" idx="1"/>
          </p:nvPr>
        </p:nvSpPr>
        <p:spPr>
          <a:xfrm>
            <a:off x="838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4" name="Content Placeholder 3">
            <a:extLst>
              <a:ext uri="{FF2B5EF4-FFF2-40B4-BE49-F238E27FC236}">
                <a16:creationId xmlns:a16="http://schemas.microsoft.com/office/drawing/2014/main" id="{6FF36D92-E9A2-BC35-2CA0-2DC56E32DCB9}"/>
              </a:ext>
            </a:extLst>
          </p:cNvPr>
          <p:cNvSpPr>
            <a:spLocks noGrp="1"/>
          </p:cNvSpPr>
          <p:nvPr>
            <p:ph sz="half" idx="2"/>
          </p:nvPr>
        </p:nvSpPr>
        <p:spPr>
          <a:xfrm>
            <a:off x="6172200" y="1825625"/>
            <a:ext cx="5181600" cy="4351338"/>
          </a:xfrm>
        </p:spPr>
        <p:txBody>
          <a:bodyPr rtlCol="0"/>
          <a:lstStyle>
            <a:defPPr>
              <a:defRPr lang="en-GB"/>
            </a:defPPr>
          </a:lstStyle>
          <a:p>
            <a:pPr lvl="0" rtl="0"/>
            <a:r>
              <a:rPr lang="en-US"/>
              <a:t>Click to edit Master text styles</a:t>
            </a:r>
          </a:p>
          <a:p>
            <a:pPr lvl="1" rtl="0"/>
            <a:r>
              <a:rPr lang="en-US"/>
              <a:t>Second level</a:t>
            </a:r>
          </a:p>
          <a:p>
            <a:pPr lvl="2" rtl="0"/>
            <a:r>
              <a:rPr lang="en-US"/>
              <a:t>Third level</a:t>
            </a:r>
          </a:p>
          <a:p>
            <a:pPr lvl="3" rtl="0"/>
            <a:r>
              <a:rPr lang="en-US"/>
              <a:t>Fourth level</a:t>
            </a:r>
          </a:p>
          <a:p>
            <a:pPr lvl="4" rtl="0"/>
            <a:r>
              <a:rPr lang="en-US"/>
              <a:t>Fifth level</a:t>
            </a:r>
            <a:endParaRPr lang="en-GB"/>
          </a:p>
        </p:txBody>
      </p:sp>
      <p:sp>
        <p:nvSpPr>
          <p:cNvPr id="5" name="Date Placeholder 4">
            <a:extLst>
              <a:ext uri="{FF2B5EF4-FFF2-40B4-BE49-F238E27FC236}">
                <a16:creationId xmlns:a16="http://schemas.microsoft.com/office/drawing/2014/main" id="{C4D6EF47-99AC-6166-B194-13D68424C067}"/>
              </a:ext>
            </a:extLst>
          </p:cNvPr>
          <p:cNvSpPr>
            <a:spLocks noGrp="1"/>
          </p:cNvSpPr>
          <p:nvPr>
            <p:ph type="dt" sz="half" idx="10"/>
          </p:nvPr>
        </p:nvSpPr>
        <p:spPr/>
        <p:txBody>
          <a:bodyPr rtlCol="0"/>
          <a:lstStyle>
            <a:defPPr>
              <a:defRPr lang="en-GB"/>
            </a:defPPr>
          </a:lstStyle>
          <a:p>
            <a:pPr rtl="0"/>
            <a:r>
              <a:rPr lang="en-GB"/>
              <a:t>20XX</a:t>
            </a:r>
          </a:p>
        </p:txBody>
      </p:sp>
      <p:sp>
        <p:nvSpPr>
          <p:cNvPr id="6" name="Footer Placeholder 5">
            <a:extLst>
              <a:ext uri="{FF2B5EF4-FFF2-40B4-BE49-F238E27FC236}">
                <a16:creationId xmlns:a16="http://schemas.microsoft.com/office/drawing/2014/main" id="{822996CE-5BB1-CA7E-667B-F066341E3C85}"/>
              </a:ext>
            </a:extLst>
          </p:cNvPr>
          <p:cNvSpPr>
            <a:spLocks noGrp="1"/>
          </p:cNvSpPr>
          <p:nvPr>
            <p:ph type="ftr" sz="quarter" idx="11"/>
          </p:nvPr>
        </p:nvSpPr>
        <p:spPr/>
        <p:txBody>
          <a:bodyPr rtlCol="0"/>
          <a:lstStyle>
            <a:defPPr>
              <a:defRPr lang="en-GB"/>
            </a:defPPr>
          </a:lstStyle>
          <a:p>
            <a:pPr rtl="0"/>
            <a:r>
              <a:rPr lang="en-GB"/>
              <a:t>presentation title</a:t>
            </a:r>
          </a:p>
        </p:txBody>
      </p:sp>
      <p:sp>
        <p:nvSpPr>
          <p:cNvPr id="7" name="Slide Number Placeholder 6">
            <a:extLst>
              <a:ext uri="{FF2B5EF4-FFF2-40B4-BE49-F238E27FC236}">
                <a16:creationId xmlns:a16="http://schemas.microsoft.com/office/drawing/2014/main" id="{5D755DEF-097E-EE27-F5A1-F531067296BF}"/>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13617423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8415A3A-F1FD-1C49-5759-DC4DDE2A64CB}"/>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7" name="Freeform: Shape 6">
            <a:extLst>
              <a:ext uri="{FF2B5EF4-FFF2-40B4-BE49-F238E27FC236}">
                <a16:creationId xmlns:a16="http://schemas.microsoft.com/office/drawing/2014/main" id="{2650F58D-9D24-3618-E478-ACD38F3FA018}"/>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GB"/>
            </a:defPPr>
          </a:lstStyle>
          <a:p>
            <a:pPr lvl="0" rtl="0"/>
            <a:endParaRPr lang="en-GB" dirty="0">
              <a:solidFill>
                <a:schemeClr val="tx1"/>
              </a:solidFill>
            </a:endParaRPr>
          </a:p>
        </p:txBody>
      </p:sp>
      <p:sp>
        <p:nvSpPr>
          <p:cNvPr id="2" name="Date Placeholder 1">
            <a:extLst>
              <a:ext uri="{FF2B5EF4-FFF2-40B4-BE49-F238E27FC236}">
                <a16:creationId xmlns:a16="http://schemas.microsoft.com/office/drawing/2014/main" id="{C3AF76F4-A668-3D1B-FBCF-3C693E818ADD}"/>
              </a:ext>
            </a:extLst>
          </p:cNvPr>
          <p:cNvSpPr>
            <a:spLocks noGrp="1"/>
          </p:cNvSpPr>
          <p:nvPr>
            <p:ph type="dt" sz="half" idx="10"/>
          </p:nvPr>
        </p:nvSpPr>
        <p:spPr/>
        <p:txBody>
          <a:bodyPr rtlCol="0"/>
          <a:lstStyle>
            <a:defPPr>
              <a:defRPr lang="en-GB"/>
            </a:defPPr>
          </a:lstStyle>
          <a:p>
            <a:pPr rtl="0"/>
            <a:r>
              <a:rPr lang="en-GB"/>
              <a:t>20XX</a:t>
            </a:r>
          </a:p>
        </p:txBody>
      </p:sp>
      <p:sp>
        <p:nvSpPr>
          <p:cNvPr id="3" name="Footer Placeholder 2">
            <a:extLst>
              <a:ext uri="{FF2B5EF4-FFF2-40B4-BE49-F238E27FC236}">
                <a16:creationId xmlns:a16="http://schemas.microsoft.com/office/drawing/2014/main" id="{236B032C-EBAF-7C2C-182B-5A074BD2FFC3}"/>
              </a:ext>
            </a:extLst>
          </p:cNvPr>
          <p:cNvSpPr>
            <a:spLocks noGrp="1"/>
          </p:cNvSpPr>
          <p:nvPr>
            <p:ph type="ftr" sz="quarter" idx="11"/>
          </p:nvPr>
        </p:nvSpPr>
        <p:spPr/>
        <p:txBody>
          <a:bodyPr rtlCol="0"/>
          <a:lstStyle>
            <a:defPPr>
              <a:defRPr lang="en-GB"/>
            </a:defPPr>
          </a:lstStyle>
          <a:p>
            <a:pPr rtl="0"/>
            <a:r>
              <a:rPr lang="en-GB"/>
              <a:t>presentation title</a:t>
            </a:r>
          </a:p>
        </p:txBody>
      </p:sp>
      <p:sp>
        <p:nvSpPr>
          <p:cNvPr id="4" name="Slide Number Placeholder 3">
            <a:extLst>
              <a:ext uri="{FF2B5EF4-FFF2-40B4-BE49-F238E27FC236}">
                <a16:creationId xmlns:a16="http://schemas.microsoft.com/office/drawing/2014/main" id="{67D06A95-0E6D-275E-B1C2-0EC7757BDC6B}"/>
              </a:ext>
            </a:extLst>
          </p:cNvPr>
          <p:cNvSpPr>
            <a:spLocks noGrp="1"/>
          </p:cNvSpPr>
          <p:nvPr>
            <p:ph type="sldNum" sz="quarter" idx="12"/>
          </p:nvPr>
        </p:nvSpPr>
        <p:spPr/>
        <p:txBody>
          <a:bodyPr rtlCol="0"/>
          <a:lstStyle>
            <a:defPPr>
              <a:defRPr lang="en-GB"/>
            </a:defPPr>
          </a:lstStyle>
          <a:p>
            <a:pPr rtl="0"/>
            <a:fld id="{58FB4751-880F-D840-AAA9-3A15815CC996}" type="slidenum">
              <a:rPr lang="en-GB" smtClean="0"/>
              <a:t>‹#›</a:t>
            </a:fld>
            <a:endParaRPr lang="en-GB" dirty="0"/>
          </a:p>
        </p:txBody>
      </p:sp>
      <p:sp>
        <p:nvSpPr>
          <p:cNvPr id="5" name="Title 1">
            <a:extLst>
              <a:ext uri="{FF2B5EF4-FFF2-40B4-BE49-F238E27FC236}">
                <a16:creationId xmlns:a16="http://schemas.microsoft.com/office/drawing/2014/main" id="{8FFCE30D-675C-0B6D-9F98-1DF1C118CAFA}"/>
              </a:ext>
            </a:extLst>
          </p:cNvPr>
          <p:cNvSpPr>
            <a:spLocks noGrp="1"/>
          </p:cNvSpPr>
          <p:nvPr>
            <p:ph type="title" hasCustomPrompt="1"/>
          </p:nvPr>
        </p:nvSpPr>
        <p:spPr>
          <a:xfrm>
            <a:off x="576071" y="704088"/>
            <a:ext cx="9144000" cy="676656"/>
          </a:xfrm>
        </p:spPr>
        <p:txBody>
          <a:bodyPr rtlCol="0" anchor="b"/>
          <a:lstStyle>
            <a:lvl1pPr>
              <a:defRPr lang="en-GB" sz="4800"/>
            </a:lvl1pPr>
          </a:lstStyle>
          <a:p>
            <a:pPr rtl="0"/>
            <a:r>
              <a:rPr lang="en-GB"/>
              <a:t>click to edit master title style</a:t>
            </a:r>
          </a:p>
        </p:txBody>
      </p:sp>
    </p:spTree>
    <p:extLst>
      <p:ext uri="{BB962C8B-B14F-4D97-AF65-F5344CB8AC3E}">
        <p14:creationId xmlns:p14="http://schemas.microsoft.com/office/powerpoint/2010/main" val="436417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pPr rtl="0"/>
            <a:r>
              <a:rPr lang="en-GB"/>
              <a:t>20XX</a:t>
            </a:r>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pPr rtl="0"/>
            <a:r>
              <a:rPr lang="en-GB"/>
              <a:t>presentation title</a:t>
            </a:r>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rtl="0"/>
            <a:fld id="{58FB4751-880F-D840-AAA9-3A15815CC996}" type="slidenum">
              <a:rPr lang="en-GB" smtClean="0"/>
              <a:pPr/>
              <a:t>‹#›</a:t>
            </a:fld>
            <a:endParaRPr lang="en-GB" dirty="0"/>
          </a:p>
        </p:txBody>
      </p:sp>
      <p:cxnSp>
        <p:nvCxnSpPr>
          <p:cNvPr id="11" name="Straight Connector 10">
            <a:extLst>
              <a:ext uri="{FF2B5EF4-FFF2-40B4-BE49-F238E27FC236}">
                <a16:creationId xmlns:a16="http://schemas.microsoft.com/office/drawing/2014/main" id="{C328C6F6-0466-4C35-F282-0D5DC6B628A0}"/>
              </a:ext>
            </a:extLst>
          </p:cNvPr>
          <p:cNvCxnSpPr>
            <a:cxnSpLocks/>
          </p:cNvCxnSpPr>
          <p:nvPr userDrawn="1"/>
        </p:nvCxnSpPr>
        <p:spPr>
          <a:xfrm>
            <a:off x="0" y="6324600"/>
            <a:ext cx="12192000"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88317673"/>
      </p:ext>
    </p:extLst>
  </p:cSld>
  <p:clrMap bg1="dk1" tx1="lt1" bg2="dk2" tx2="lt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 id="2147483848" r:id="rId10"/>
    <p:sldLayoutId id="2147483849" r:id="rId11"/>
    <p:sldLayoutId id="2147483850" r:id="rId12"/>
    <p:sldLayoutId id="2147483851" r:id="rId13"/>
    <p:sldLayoutId id="2147483852" r:id="rId14"/>
    <p:sldLayoutId id="2147483853" r:id="rId15"/>
    <p:sldLayoutId id="2147483854" r:id="rId16"/>
    <p:sldLayoutId id="2147483855" r:id="rId17"/>
    <p:sldLayoutId id="2147483657" r:id="rId18"/>
    <p:sldLayoutId id="2147483653" r:id="rId19"/>
    <p:sldLayoutId id="2147483652" r:id="rId20"/>
    <p:sldLayoutId id="2147483655" r:id="rId21"/>
  </p:sldLayoutIdLst>
  <p:hf hdr="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6" Type="http://schemas.openxmlformats.org/officeDocument/2006/relationships/hyperlink" Target="https://www.sylabs.io/docs/" TargetMode="External"/><Relationship Id="rId5" Type="http://schemas.openxmlformats.org/officeDocument/2006/relationships/hyperlink" Target="https://apptainer.org/" TargetMode="External"/><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hyperlink" Target="https://hub.docker.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docker.com/101-tutorial"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researchcomputing.princeton.edu/education/external-online-resources/data-transfer" TargetMode="External"/><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Apptainer.com" TargetMode="External"/><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hyperlink" Target="apptainer.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apptainer.org/docs/user/main/fakeroot.html" TargetMode="External"/><Relationship Id="rId2" Type="http://schemas.openxmlformats.org/officeDocument/2006/relationships/image" Target="../media/image11.jpg"/><Relationship Id="rId1" Type="http://schemas.openxmlformats.org/officeDocument/2006/relationships/slideLayout" Target="../slideLayouts/slideLayout2.xml"/><Relationship Id="rId5" Type="http://schemas.openxmlformats.org/officeDocument/2006/relationships/hyperlink" Target="https://apptainer.org/docs/user/main/fakeroot.html#fakeroot-inside-def" TargetMode="External"/><Relationship Id="rId4" Type="http://schemas.openxmlformats.org/officeDocument/2006/relationships/hyperlink" Target="http://man7.org/linux/man-pages/man7/user_namespaces.7.html"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1.jp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5.png"/><Relationship Id="rId4" Type="http://schemas.openxmlformats.org/officeDocument/2006/relationships/image" Target="../media/image27.png"/><Relationship Id="rId9" Type="http://schemas.openxmlformats.org/officeDocument/2006/relationships/image" Target="../media/image31.png"/></Relationships>
</file>

<file path=ppt/slides/_rels/slide2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5.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5.png"/><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8.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5.png"/><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6.png"/><Relationship Id="rId7" Type="http://schemas.openxmlformats.org/officeDocument/2006/relationships/image" Target="../media/image4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5.png"/><Relationship Id="rId4" Type="http://schemas.openxmlformats.org/officeDocument/2006/relationships/image" Target="../media/image27.png"/><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26.png"/><Relationship Id="rId7" Type="http://schemas.openxmlformats.org/officeDocument/2006/relationships/image" Target="../media/image44.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5.png"/><Relationship Id="rId4" Type="http://schemas.openxmlformats.org/officeDocument/2006/relationships/image" Target="../media/image27.png"/><Relationship Id="rId9" Type="http://schemas.openxmlformats.org/officeDocument/2006/relationships/image" Target="../media/image46.png"/></Relationships>
</file>

<file path=ppt/slides/_rels/slide35.xml.rels><?xml version="1.0" encoding="UTF-8" standalone="yes"?>
<Relationships xmlns="http://schemas.openxmlformats.org/package/2006/relationships"><Relationship Id="rId3" Type="http://schemas.openxmlformats.org/officeDocument/2006/relationships/hyperlink" Target="https://docs.hpc.cam.ac.uk/hpc/user-guide/pvc.html#dawn-intel-gpu-pvc-node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6"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9" name="Freeform: Shape 8">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CA0D2251-7AFE-1B36-778C-D116EDBB7FDE}"/>
              </a:ext>
            </a:extLst>
          </p:cNvPr>
          <p:cNvSpPr>
            <a:spLocks noGrp="1"/>
          </p:cNvSpPr>
          <p:nvPr>
            <p:ph type="subTitle" idx="1"/>
          </p:nvPr>
        </p:nvSpPr>
        <p:spPr>
          <a:xfrm>
            <a:off x="1154955" y="4777380"/>
            <a:ext cx="6974911" cy="861420"/>
          </a:xfrm>
        </p:spPr>
        <p:txBody>
          <a:bodyPr rtlCol="0">
            <a:normAutofit/>
          </a:bodyPr>
          <a:lstStyle>
            <a:defPPr>
              <a:defRPr lang="en-GB"/>
            </a:defPPr>
          </a:lstStyle>
          <a:p>
            <a:pPr rtl="0"/>
            <a:r>
              <a:rPr lang="en-GB">
                <a:solidFill>
                  <a:schemeClr val="tx1">
                    <a:lumMod val="85000"/>
                    <a:lumOff val="15000"/>
                  </a:schemeClr>
                </a:solidFill>
              </a:rPr>
              <a:t>RSE DAWN TEAM</a:t>
            </a:r>
          </a:p>
        </p:txBody>
      </p:sp>
      <p:sp>
        <p:nvSpPr>
          <p:cNvPr id="2" name="Title 1">
            <a:extLst>
              <a:ext uri="{FF2B5EF4-FFF2-40B4-BE49-F238E27FC236}">
                <a16:creationId xmlns:a16="http://schemas.microsoft.com/office/drawing/2014/main" id="{43B8BB83-CA62-C813-5584-9F9C32557A2B}"/>
              </a:ext>
            </a:extLst>
          </p:cNvPr>
          <p:cNvSpPr>
            <a:spLocks noGrp="1"/>
          </p:cNvSpPr>
          <p:nvPr>
            <p:ph type="ctrTitle"/>
          </p:nvPr>
        </p:nvSpPr>
        <p:spPr>
          <a:xfrm>
            <a:off x="1154955" y="1447800"/>
            <a:ext cx="6974915" cy="3329581"/>
          </a:xfrm>
        </p:spPr>
        <p:txBody>
          <a:bodyPr rtlCol="0">
            <a:normAutofit/>
          </a:bodyPr>
          <a:lstStyle>
            <a:defPPr>
              <a:defRPr lang="en-GB"/>
            </a:defPPr>
          </a:lstStyle>
          <a:p>
            <a:pPr rtl="0"/>
            <a:r>
              <a:rPr lang="en-GB" dirty="0" err="1"/>
              <a:t>Apptainer</a:t>
            </a:r>
            <a:r>
              <a:rPr lang="en-GB" dirty="0"/>
              <a:t> on Dawn </a:t>
            </a:r>
          </a:p>
        </p:txBody>
      </p:sp>
      <p:sp>
        <p:nvSpPr>
          <p:cNvPr id="11" name="Rectangle 10">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8" name="Picture 17">
            <a:extLst>
              <a:ext uri="{FF2B5EF4-FFF2-40B4-BE49-F238E27FC236}">
                <a16:creationId xmlns:a16="http://schemas.microsoft.com/office/drawing/2014/main" id="{1B798A35-A371-708D-A8FB-CEB0FCCCA5D7}"/>
              </a:ext>
            </a:extLst>
          </p:cNvPr>
          <p:cNvPicPr>
            <a:picLocks noChangeAspect="1"/>
          </p:cNvPicPr>
          <p:nvPr/>
        </p:nvPicPr>
        <p:blipFill>
          <a:blip r:embed="rId3"/>
          <a:stretch>
            <a:fillRect/>
          </a:stretch>
        </p:blipFill>
        <p:spPr>
          <a:xfrm>
            <a:off x="9910482" y="2797175"/>
            <a:ext cx="2108200" cy="2406650"/>
          </a:xfrm>
          <a:prstGeom prst="rect">
            <a:avLst/>
          </a:prstGeom>
        </p:spPr>
      </p:pic>
      <p:sp>
        <p:nvSpPr>
          <p:cNvPr id="19" name="Slide Number Placeholder 5">
            <a:extLst>
              <a:ext uri="{FF2B5EF4-FFF2-40B4-BE49-F238E27FC236}">
                <a16:creationId xmlns:a16="http://schemas.microsoft.com/office/drawing/2014/main" id="{3C11B018-644B-DD2A-2F59-49062F50E60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a:t>
            </a:fld>
            <a:endParaRPr lang="en-US" b="0" i="0" kern="1200" dirty="0">
              <a:solidFill>
                <a:srgbClr val="FFFFFF"/>
              </a:solidFill>
              <a:latin typeface="+mn-lt"/>
              <a:ea typeface="+mn-ea"/>
              <a:cs typeface="+mn-cs"/>
            </a:endParaRPr>
          </a:p>
        </p:txBody>
      </p:sp>
    </p:spTree>
    <p:extLst>
      <p:ext uri="{BB962C8B-B14F-4D97-AF65-F5344CB8AC3E}">
        <p14:creationId xmlns:p14="http://schemas.microsoft.com/office/powerpoint/2010/main" val="41753650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4EC256-7A00-EE01-C86A-92503A8015F9}"/>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388152B-9EE0-8605-C59E-D6B0A5174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365102EB-5C3B-AB57-5823-A315B84628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6DC79EA5-CA44-9DF5-D91B-D60215535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399A736D-ED54-035A-98CA-56A4ACF4E3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33F585F7-2447-28BF-D3E3-98B5E821C8A7}"/>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Apptainer1</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E500B743-89B7-19FE-7143-D72C3A91A6A6}"/>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8CE46053-43E7-85E6-F12B-34E11CC05FD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a:t>
            </a:fld>
            <a:endParaRPr lang="en-US" b="0" i="0" kern="1200" dirty="0">
              <a:solidFill>
                <a:srgbClr val="FFFFFF"/>
              </a:solidFill>
              <a:latin typeface="+mn-lt"/>
              <a:ea typeface="+mn-ea"/>
              <a:cs typeface="+mn-cs"/>
            </a:endParaRPr>
          </a:p>
        </p:txBody>
      </p:sp>
      <p:pic>
        <p:nvPicPr>
          <p:cNvPr id="20" name="Graphic 19" descr="Box">
            <a:extLst>
              <a:ext uri="{FF2B5EF4-FFF2-40B4-BE49-F238E27FC236}">
                <a16:creationId xmlns:a16="http://schemas.microsoft.com/office/drawing/2014/main" id="{191D20C6-31DA-45F1-A486-EFF3CE8F236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3484" y="2672367"/>
            <a:ext cx="3413845" cy="3413845"/>
          </a:xfrm>
          <a:prstGeom prst="rect">
            <a:avLst/>
          </a:prstGeom>
          <a:effectLst/>
        </p:spPr>
      </p:pic>
      <p:sp>
        <p:nvSpPr>
          <p:cNvPr id="21" name="TextBox 20">
            <a:extLst>
              <a:ext uri="{FF2B5EF4-FFF2-40B4-BE49-F238E27FC236}">
                <a16:creationId xmlns:a16="http://schemas.microsoft.com/office/drawing/2014/main" id="{C064B22D-FBE1-CFE5-884B-6159D232074A}"/>
              </a:ext>
            </a:extLst>
          </p:cNvPr>
          <p:cNvSpPr txBox="1"/>
          <p:nvPr/>
        </p:nvSpPr>
        <p:spPr>
          <a:xfrm>
            <a:off x="4389416" y="2548281"/>
            <a:ext cx="7154279" cy="3658689"/>
          </a:xfrm>
          <a:prstGeom prst="rect">
            <a:avLst/>
          </a:prstGeom>
        </p:spPr>
        <p:txBody>
          <a:bodyPr vert="horz" lIns="91440" tIns="45720" rIns="91440" bIns="45720" rtlCol="0">
            <a:normAutofit/>
          </a:bodyPr>
          <a:lstStyle/>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Singularity/Apptainer provides a container runtime and an ecosystem for managing images that is suitable for multi-tenant systems and HPC.</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Important aspects :</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 no need to have elevated privileges at runtime, although root privileges are needed to build the images.</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 each application will have its own container</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 containers are not fully isolated ( e.g. host network is available)</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 users have the same uid and gid when running an application</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 containers can be executed from local image files, or pulling images from a Docker registry</a:t>
            </a:r>
          </a:p>
          <a:p>
            <a:pPr>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For basic usage, refer to: </a:t>
            </a:r>
          </a:p>
          <a:p>
            <a:pPr lvl="1">
              <a:lnSpc>
                <a:spcPct val="90000"/>
              </a:lnSpc>
              <a:spcBef>
                <a:spcPts val="1000"/>
              </a:spcBef>
              <a:buClr>
                <a:schemeClr val="bg2">
                  <a:lumMod val="40000"/>
                  <a:lumOff val="60000"/>
                </a:schemeClr>
              </a:buClr>
              <a:buSzPct val="80000"/>
              <a:buFont typeface="Wingdings 3" charset="2"/>
              <a:buChar char=""/>
            </a:pPr>
            <a:r>
              <a:rPr lang="en-US" sz="1300" dirty="0">
                <a:effectLst/>
                <a:latin typeface="+mj-lt"/>
                <a:ea typeface="+mj-ea"/>
                <a:cs typeface="+mj-cs"/>
              </a:rPr>
              <a:t>    </a:t>
            </a:r>
            <a:r>
              <a:rPr lang="en-US" sz="1300" dirty="0">
                <a:latin typeface="+mj-lt"/>
                <a:ea typeface="+mj-ea"/>
                <a:cs typeface="+mj-cs"/>
                <a:hlinkClick r:id="rId5"/>
              </a:rPr>
              <a:t>https://apptainer.org/</a:t>
            </a:r>
            <a:r>
              <a:rPr lang="en-US" sz="1300" dirty="0">
                <a:latin typeface="+mj-lt"/>
                <a:ea typeface="+mj-ea"/>
                <a:cs typeface="+mj-cs"/>
              </a:rPr>
              <a:t> (external)</a:t>
            </a:r>
          </a:p>
          <a:p>
            <a:pPr lvl="1">
              <a:lnSpc>
                <a:spcPct val="90000"/>
              </a:lnSpc>
              <a:spcBef>
                <a:spcPts val="1000"/>
              </a:spcBef>
              <a:buClr>
                <a:schemeClr val="bg2">
                  <a:lumMod val="40000"/>
                  <a:lumOff val="60000"/>
                </a:schemeClr>
              </a:buClr>
              <a:buSzPct val="80000"/>
              <a:buFont typeface="Wingdings 3" charset="2"/>
              <a:buChar char=""/>
            </a:pPr>
            <a:r>
              <a:rPr lang="en-US" sz="1300" dirty="0">
                <a:latin typeface="+mj-lt"/>
                <a:ea typeface="+mj-ea"/>
                <a:cs typeface="+mj-cs"/>
              </a:rPr>
              <a:t>     </a:t>
            </a:r>
            <a:r>
              <a:rPr lang="en-US" sz="1300" dirty="0">
                <a:effectLst/>
                <a:latin typeface="+mj-lt"/>
                <a:ea typeface="+mj-ea"/>
                <a:cs typeface="+mj-cs"/>
                <a:hlinkClick r:id="rId6"/>
              </a:rPr>
              <a:t>https://www.sylabs.io/docs/</a:t>
            </a:r>
            <a:r>
              <a:rPr lang="en-US" sz="1300" dirty="0">
                <a:latin typeface="+mj-lt"/>
                <a:ea typeface="+mj-ea"/>
                <a:cs typeface="+mj-cs"/>
              </a:rPr>
              <a:t>(external)</a:t>
            </a:r>
          </a:p>
        </p:txBody>
      </p:sp>
    </p:spTree>
    <p:extLst>
      <p:ext uri="{BB962C8B-B14F-4D97-AF65-F5344CB8AC3E}">
        <p14:creationId xmlns:p14="http://schemas.microsoft.com/office/powerpoint/2010/main" val="4083533744"/>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0C5A74-A960-5737-06EA-3D73BFD9ADF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A166DEB-9E63-0338-CD30-5325683DD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1477D8C6-F8D7-5CD7-776D-DB4237890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4A3A494C-6EC4-619E-FF3F-F8D8DE7D9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A8B04330-4E03-D141-2BE5-B234AD68B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7624966C-D82B-7077-5310-FEDB63FC6F0C}"/>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Apptainer1</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4C0CC41A-8AD0-F5A2-911F-652E6E609588}"/>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FC561DDA-BFB8-ABA9-4AAD-768CC7CFEE87}"/>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a:t>
            </a:fld>
            <a:endParaRPr lang="en-US" b="0" i="0" kern="1200" dirty="0">
              <a:solidFill>
                <a:srgbClr val="FFFFFF"/>
              </a:solidFill>
              <a:latin typeface="+mn-lt"/>
              <a:ea typeface="+mn-ea"/>
              <a:cs typeface="+mn-cs"/>
            </a:endParaRPr>
          </a:p>
        </p:txBody>
      </p:sp>
      <p:pic>
        <p:nvPicPr>
          <p:cNvPr id="3" name="Picture 2" descr="A screenshot of a computer&#10;&#10;Description automatically generated">
            <a:extLst>
              <a:ext uri="{FF2B5EF4-FFF2-40B4-BE49-F238E27FC236}">
                <a16:creationId xmlns:a16="http://schemas.microsoft.com/office/drawing/2014/main" id="{4E3D3ECC-DC71-1E17-F00D-2A68DE6BCC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9740" y="2682976"/>
            <a:ext cx="6270662" cy="3276419"/>
          </a:xfrm>
          <a:prstGeom prst="rect">
            <a:avLst/>
          </a:prstGeom>
          <a:effectLst/>
        </p:spPr>
      </p:pic>
      <p:sp>
        <p:nvSpPr>
          <p:cNvPr id="5" name="TextBox 4">
            <a:extLst>
              <a:ext uri="{FF2B5EF4-FFF2-40B4-BE49-F238E27FC236}">
                <a16:creationId xmlns:a16="http://schemas.microsoft.com/office/drawing/2014/main" id="{C33AC884-B749-9A23-AEC0-35949BD64138}"/>
              </a:ext>
            </a:extLst>
          </p:cNvPr>
          <p:cNvSpPr txBox="1"/>
          <p:nvPr/>
        </p:nvSpPr>
        <p:spPr>
          <a:xfrm>
            <a:off x="2644072" y="5978924"/>
            <a:ext cx="2580639" cy="203133"/>
          </a:xfrm>
          <a:prstGeom prst="rect">
            <a:avLst/>
          </a:prstGeom>
          <a:noFill/>
        </p:spPr>
        <p:txBody>
          <a:bodyPr wrap="square">
            <a:spAutoFit/>
          </a:bodyPr>
          <a:lstStyle/>
          <a:p>
            <a:pPr marL="0" marR="0" lvl="0" indent="0" fontAlgn="base">
              <a:lnSpc>
                <a:spcPct val="90000"/>
              </a:lnSpc>
              <a:spcBef>
                <a:spcPts val="1000"/>
              </a:spcBef>
              <a:buClr>
                <a:schemeClr val="bg2">
                  <a:lumMod val="40000"/>
                  <a:lumOff val="60000"/>
                </a:schemeClr>
              </a:buClr>
              <a:buSzPct val="80000"/>
              <a:tabLst/>
            </a:pPr>
            <a:r>
              <a:rPr lang="en-US" altLang="en-US" sz="800" dirty="0">
                <a:latin typeface="+mj-lt"/>
                <a:ea typeface="+mj-ea"/>
                <a:cs typeface="+mj-cs"/>
                <a:hlinkClick r:id="rId4"/>
              </a:rPr>
              <a:t>Source: Docker.com (external)</a:t>
            </a:r>
            <a:endParaRPr kumimoji="0" lang="en-US" altLang="en-US" sz="800" u="none" strike="noStrike" cap="none" normalizeH="0" baseline="0" dirty="0">
              <a:ln>
                <a:noFill/>
              </a:ln>
              <a:effectLst/>
              <a:latin typeface="+mj-lt"/>
              <a:ea typeface="+mj-ea"/>
              <a:cs typeface="+mj-cs"/>
            </a:endParaRPr>
          </a:p>
        </p:txBody>
      </p:sp>
    </p:spTree>
    <p:extLst>
      <p:ext uri="{BB962C8B-B14F-4D97-AF65-F5344CB8AC3E}">
        <p14:creationId xmlns:p14="http://schemas.microsoft.com/office/powerpoint/2010/main" val="62318698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ADF003-A1AF-39D6-F09B-8B630D03DD7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473418B3-8B4B-B114-5C88-7852D7965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028EBC66-7080-C9A7-41EC-1F7B4015B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76C2D8D3-0E8C-3784-52CD-5CA790221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9244FEC0-D8C7-D413-A8A7-E019F51DD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pic>
        <p:nvPicPr>
          <p:cNvPr id="2" name="Picture 1" descr="A red letters in space&#10;&#10;AI-generated content may be incorrect.">
            <a:extLst>
              <a:ext uri="{FF2B5EF4-FFF2-40B4-BE49-F238E27FC236}">
                <a16:creationId xmlns:a16="http://schemas.microsoft.com/office/drawing/2014/main" id="{323B76AD-CF6D-B379-1FCB-E1E1293CB57E}"/>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25194A32-AB76-30BF-9ACB-8EAB196CEBCF}"/>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4</a:t>
            </a:fld>
            <a:endParaRPr lang="en-US" b="0" i="0" kern="1200" dirty="0">
              <a:solidFill>
                <a:srgbClr val="FFFFFF"/>
              </a:solidFill>
              <a:latin typeface="+mn-lt"/>
              <a:ea typeface="+mn-ea"/>
              <a:cs typeface="+mn-cs"/>
            </a:endParaRPr>
          </a:p>
        </p:txBody>
      </p:sp>
      <p:sp>
        <p:nvSpPr>
          <p:cNvPr id="5" name="Title 4">
            <a:extLst>
              <a:ext uri="{FF2B5EF4-FFF2-40B4-BE49-F238E27FC236}">
                <a16:creationId xmlns:a16="http://schemas.microsoft.com/office/drawing/2014/main" id="{24580647-D723-3CDB-C2D6-61F619901D8F}"/>
              </a:ext>
            </a:extLst>
          </p:cNvPr>
          <p:cNvSpPr>
            <a:spLocks noGrp="1"/>
          </p:cNvSpPr>
          <p:nvPr>
            <p:ph type="title"/>
          </p:nvPr>
        </p:nvSpPr>
        <p:spPr>
          <a:xfrm>
            <a:off x="650782" y="508000"/>
            <a:ext cx="9400052" cy="1345248"/>
          </a:xfrm>
        </p:spPr>
        <p:txBody>
          <a:bodyPr/>
          <a:lstStyle/>
          <a:p>
            <a:r>
              <a:rPr lang="en-GB" dirty="0">
                <a:solidFill>
                  <a:srgbClr val="FFFFFF"/>
                </a:solidFill>
              </a:rPr>
              <a:t>Apptainer: </a:t>
            </a:r>
            <a:r>
              <a:rPr lang="fr-FR" dirty="0">
                <a:solidFill>
                  <a:srgbClr val="FFFFFF"/>
                </a:solidFill>
                <a:highlight>
                  <a:srgbClr val="000000"/>
                </a:highlight>
                <a:latin typeface="Consolas" panose="020B0609020204030204" pitchFamily="49" charset="0"/>
              </a:rPr>
              <a:t>/</a:t>
            </a:r>
            <a:r>
              <a:rPr lang="fr-FR" dirty="0" err="1">
                <a:solidFill>
                  <a:srgbClr val="FFFFFF"/>
                </a:solidFill>
                <a:highlight>
                  <a:srgbClr val="000000"/>
                </a:highlight>
                <a:latin typeface="Consolas" panose="020B0609020204030204" pitchFamily="49" charset="0"/>
              </a:rPr>
              <a:t>etc</a:t>
            </a:r>
            <a:r>
              <a:rPr lang="fr-FR" dirty="0">
                <a:solidFill>
                  <a:srgbClr val="FFFFFF"/>
                </a:solidFill>
                <a:highlight>
                  <a:srgbClr val="000000"/>
                </a:highlight>
                <a:latin typeface="Consolas" panose="020B0609020204030204" pitchFamily="49" charset="0"/>
              </a:rPr>
              <a:t>/</a:t>
            </a:r>
            <a:r>
              <a:rPr lang="fr-FR" dirty="0" err="1">
                <a:solidFill>
                  <a:srgbClr val="FFFFFF"/>
                </a:solidFill>
                <a:highlight>
                  <a:srgbClr val="000000"/>
                </a:highlight>
                <a:latin typeface="Consolas" panose="020B0609020204030204" pitchFamily="49" charset="0"/>
              </a:rPr>
              <a:t>apptainer</a:t>
            </a:r>
            <a:r>
              <a:rPr lang="fr-FR" dirty="0">
                <a:solidFill>
                  <a:srgbClr val="FFFFFF"/>
                </a:solidFill>
                <a:highlight>
                  <a:srgbClr val="000000"/>
                </a:highlight>
                <a:latin typeface="Consolas" panose="020B0609020204030204" pitchFamily="49" charset="0"/>
              </a:rPr>
              <a:t>/</a:t>
            </a:r>
            <a:r>
              <a:rPr lang="fr-FR" dirty="0" err="1">
                <a:solidFill>
                  <a:srgbClr val="FFFFFF"/>
                </a:solidFill>
                <a:highlight>
                  <a:srgbClr val="000000"/>
                </a:highlight>
                <a:latin typeface="Consolas" panose="020B0609020204030204" pitchFamily="49" charset="0"/>
              </a:rPr>
              <a:t>apptainer.conf</a:t>
            </a:r>
            <a:br>
              <a:rPr lang="en-US" dirty="0">
                <a:solidFill>
                  <a:srgbClr val="FFFFFF"/>
                </a:solidFill>
                <a:highlight>
                  <a:srgbClr val="000000"/>
                </a:highlight>
              </a:rPr>
            </a:br>
            <a:endParaRPr lang="en-GB" dirty="0"/>
          </a:p>
        </p:txBody>
      </p:sp>
      <p:sp>
        <p:nvSpPr>
          <p:cNvPr id="8" name="TextBox 7">
            <a:extLst>
              <a:ext uri="{FF2B5EF4-FFF2-40B4-BE49-F238E27FC236}">
                <a16:creationId xmlns:a16="http://schemas.microsoft.com/office/drawing/2014/main" id="{4631A9AB-4529-CE89-132E-C99EB5C1BB45}"/>
              </a:ext>
            </a:extLst>
          </p:cNvPr>
          <p:cNvSpPr txBox="1"/>
          <p:nvPr/>
        </p:nvSpPr>
        <p:spPr>
          <a:xfrm>
            <a:off x="533400" y="2531333"/>
            <a:ext cx="11224034" cy="4154984"/>
          </a:xfrm>
          <a:prstGeom prst="rect">
            <a:avLst/>
          </a:prstGeom>
          <a:solidFill>
            <a:schemeClr val="tx1"/>
          </a:solidFill>
        </p:spPr>
        <p:txBody>
          <a:bodyPr wrap="square">
            <a:spAutoFit/>
          </a:bodyPr>
          <a:lstStyle/>
          <a:p>
            <a:pPr lvl="0" defTabSz="914400" eaLnBrk="0" fontAlgn="base" hangingPunct="0">
              <a:spcBef>
                <a:spcPct val="0"/>
              </a:spcBef>
              <a:spcAft>
                <a:spcPct val="0"/>
              </a:spcAft>
            </a:pPr>
            <a:r>
              <a:rPr lang="en-GB" altLang="en-US" sz="2400" dirty="0">
                <a:solidFill>
                  <a:schemeClr val="bg1"/>
                </a:solidFill>
                <a:highlight>
                  <a:srgbClr val="000000"/>
                </a:highlight>
                <a:latin typeface="Consolas" panose="020B0609020204030204" pitchFamily="49" charset="0"/>
              </a:rPr>
              <a:t>$&gt;which apptainer</a:t>
            </a:r>
          </a:p>
          <a:p>
            <a:pPr lvl="0" defTabSz="914400" eaLnBrk="0" fontAlgn="base" hangingPunct="0">
              <a:spcBef>
                <a:spcPct val="0"/>
              </a:spcBef>
              <a:spcAft>
                <a:spcPct val="0"/>
              </a:spcAft>
            </a:pPr>
            <a:r>
              <a:rPr lang="en-GB" altLang="en-US" sz="2400" dirty="0">
                <a:solidFill>
                  <a:schemeClr val="bg1"/>
                </a:solidFill>
                <a:latin typeface="Consolas" panose="020B0609020204030204" pitchFamily="49" charset="0"/>
              </a:rPr>
              <a:t>/</a:t>
            </a:r>
            <a:r>
              <a:rPr lang="en-GB" altLang="en-US" sz="2400" dirty="0" err="1">
                <a:solidFill>
                  <a:schemeClr val="bg1"/>
                </a:solidFill>
                <a:latin typeface="Consolas" panose="020B0609020204030204" pitchFamily="49" charset="0"/>
              </a:rPr>
              <a:t>usr</a:t>
            </a:r>
            <a:r>
              <a:rPr lang="en-GB" altLang="en-US" sz="2400" dirty="0">
                <a:solidFill>
                  <a:schemeClr val="bg1"/>
                </a:solidFill>
                <a:latin typeface="Consolas" panose="020B0609020204030204" pitchFamily="49" charset="0"/>
              </a:rPr>
              <a:t>/bin/apptainer</a:t>
            </a:r>
            <a:endParaRPr lang="en-GB" altLang="en-US" sz="2400" dirty="0">
              <a:solidFill>
                <a:schemeClr val="bg1"/>
              </a:solidFill>
              <a:highlight>
                <a:srgbClr val="000000"/>
              </a:highlight>
              <a:latin typeface="Consolas" panose="020B0609020204030204" pitchFamily="49" charset="0"/>
            </a:endParaRPr>
          </a:p>
          <a:p>
            <a:pPr lvl="0" defTabSz="914400" eaLnBrk="0" fontAlgn="base" hangingPunct="0">
              <a:spcBef>
                <a:spcPct val="0"/>
              </a:spcBef>
              <a:spcAft>
                <a:spcPct val="0"/>
              </a:spcAft>
            </a:pPr>
            <a:r>
              <a:rPr lang="en-GB" altLang="en-US" sz="2400" dirty="0">
                <a:solidFill>
                  <a:schemeClr val="bg1"/>
                </a:solidFill>
                <a:highlight>
                  <a:srgbClr val="000000"/>
                </a:highlight>
                <a:latin typeface="Consolas" panose="020B0609020204030204" pitchFamily="49" charset="0"/>
              </a:rPr>
              <a:t>$&gt;ls -l /</a:t>
            </a:r>
            <a:r>
              <a:rPr lang="en-GB" altLang="en-US" sz="2400" dirty="0" err="1">
                <a:solidFill>
                  <a:schemeClr val="bg1"/>
                </a:solidFill>
                <a:highlight>
                  <a:srgbClr val="000000"/>
                </a:highlight>
                <a:latin typeface="Consolas" panose="020B0609020204030204" pitchFamily="49" charset="0"/>
              </a:rPr>
              <a:t>usr</a:t>
            </a:r>
            <a:r>
              <a:rPr lang="en-GB" altLang="en-US" sz="2400" dirty="0">
                <a:solidFill>
                  <a:schemeClr val="bg1"/>
                </a:solidFill>
                <a:highlight>
                  <a:srgbClr val="000000"/>
                </a:highlight>
                <a:latin typeface="Consolas" panose="020B0609020204030204" pitchFamily="49" charset="0"/>
              </a:rPr>
              <a:t>/bin | grep -</a:t>
            </a:r>
            <a:r>
              <a:rPr lang="en-GB" altLang="en-US" sz="2400" dirty="0" err="1">
                <a:solidFill>
                  <a:schemeClr val="bg1"/>
                </a:solidFill>
                <a:highlight>
                  <a:srgbClr val="000000"/>
                </a:highlight>
                <a:latin typeface="Consolas" panose="020B0609020204030204" pitchFamily="49" charset="0"/>
              </a:rPr>
              <a:t>i</a:t>
            </a:r>
            <a:r>
              <a:rPr lang="en-GB" altLang="en-US" sz="2400" dirty="0">
                <a:solidFill>
                  <a:schemeClr val="bg1"/>
                </a:solidFill>
                <a:highlight>
                  <a:srgbClr val="000000"/>
                </a:highlight>
                <a:latin typeface="Consolas" panose="020B0609020204030204" pitchFamily="49" charset="0"/>
              </a:rPr>
              <a:t> apptainer </a:t>
            </a:r>
          </a:p>
          <a:p>
            <a:pPr lvl="0" defTabSz="914400" eaLnBrk="0" fontAlgn="base" hangingPunct="0">
              <a:spcBef>
                <a:spcPct val="0"/>
              </a:spcBef>
              <a:spcAft>
                <a:spcPct val="0"/>
              </a:spcAft>
            </a:pPr>
            <a:endParaRPr lang="en-GB" altLang="en-US" sz="2400" dirty="0">
              <a:solidFill>
                <a:schemeClr val="bg1"/>
              </a:solidFill>
              <a:highlight>
                <a:srgbClr val="000000"/>
              </a:highlight>
              <a:latin typeface="Consolas" panose="020B0609020204030204" pitchFamily="49" charset="0"/>
            </a:endParaRPr>
          </a:p>
          <a:p>
            <a:pPr lvl="0" defTabSz="914400" eaLnBrk="0" fontAlgn="base" hangingPunct="0">
              <a:spcBef>
                <a:spcPct val="0"/>
              </a:spcBef>
              <a:spcAft>
                <a:spcPct val="0"/>
              </a:spcAft>
            </a:pPr>
            <a:endParaRPr lang="en-GB" altLang="en-US" sz="2400" dirty="0">
              <a:solidFill>
                <a:schemeClr val="bg1"/>
              </a:solidFill>
              <a:highlight>
                <a:srgbClr val="000000"/>
              </a:highlight>
              <a:latin typeface="Consolas" panose="020B0609020204030204" pitchFamily="49" charset="0"/>
            </a:endParaRPr>
          </a:p>
          <a:p>
            <a:pPr lvl="0" defTabSz="914400" eaLnBrk="0" fontAlgn="base" hangingPunct="0">
              <a:spcBef>
                <a:spcPct val="0"/>
              </a:spcBef>
              <a:spcAft>
                <a:spcPct val="0"/>
              </a:spcAft>
            </a:pPr>
            <a:r>
              <a:rPr lang="en-GB" altLang="en-US" sz="2400" dirty="0">
                <a:solidFill>
                  <a:schemeClr val="bg1"/>
                </a:solidFill>
                <a:highlight>
                  <a:srgbClr val="000000"/>
                </a:highlight>
                <a:latin typeface="Consolas" panose="020B0609020204030204" pitchFamily="49" charset="0"/>
              </a:rPr>
              <a:t>$&gt;ls -</a:t>
            </a:r>
            <a:r>
              <a:rPr lang="en-GB" altLang="en-US" sz="2400" dirty="0" err="1">
                <a:solidFill>
                  <a:schemeClr val="bg1"/>
                </a:solidFill>
                <a:highlight>
                  <a:srgbClr val="000000"/>
                </a:highlight>
                <a:latin typeface="Consolas" panose="020B0609020204030204" pitchFamily="49" charset="0"/>
              </a:rPr>
              <a:t>lathr</a:t>
            </a:r>
            <a:r>
              <a:rPr lang="en-GB" altLang="en-US" sz="2400" dirty="0">
                <a:solidFill>
                  <a:schemeClr val="bg1"/>
                </a:solidFill>
                <a:highlight>
                  <a:srgbClr val="000000"/>
                </a:highlight>
                <a:latin typeface="Consolas" panose="020B0609020204030204" pitchFamily="49" charset="0"/>
              </a:rPr>
              <a:t> /etc/apptainer</a:t>
            </a:r>
          </a:p>
          <a:p>
            <a:pPr lvl="0" defTabSz="914400" eaLnBrk="0" fontAlgn="base" hangingPunct="0">
              <a:spcBef>
                <a:spcPct val="0"/>
              </a:spcBef>
              <a:spcAft>
                <a:spcPct val="0"/>
              </a:spcAft>
            </a:pPr>
            <a:endParaRPr lang="en-GB" altLang="en-US" sz="2400" dirty="0">
              <a:solidFill>
                <a:schemeClr val="bg1"/>
              </a:solidFill>
              <a:highlight>
                <a:srgbClr val="000000"/>
              </a:highlight>
              <a:latin typeface="Consolas" panose="020B0609020204030204" pitchFamily="49" charset="0"/>
            </a:endParaRPr>
          </a:p>
          <a:p>
            <a:pPr lvl="0" defTabSz="914400" eaLnBrk="0" fontAlgn="base" hangingPunct="0">
              <a:spcBef>
                <a:spcPct val="0"/>
              </a:spcBef>
              <a:spcAft>
                <a:spcPct val="0"/>
              </a:spcAft>
            </a:pPr>
            <a:endParaRPr kumimoji="0" lang="en-US" altLang="en-US" sz="2400" b="0" i="0" u="none" strike="noStrike" cap="none" normalizeH="0" baseline="0" dirty="0">
              <a:ln>
                <a:noFill/>
              </a:ln>
              <a:solidFill>
                <a:schemeClr val="bg1"/>
              </a:solidFill>
              <a:effectLst/>
              <a:latin typeface="Libre Franklin" pitchFamily="2" charset="0"/>
            </a:endParaRPr>
          </a:p>
          <a:p>
            <a:pPr lvl="0" defTabSz="914400" eaLnBrk="0" fontAlgn="base" hangingPunct="0">
              <a:spcBef>
                <a:spcPct val="0"/>
              </a:spcBef>
              <a:spcAft>
                <a:spcPct val="0"/>
              </a:spcAft>
            </a:pPr>
            <a:endParaRPr lang="en-US" altLang="en-US" sz="2400" dirty="0">
              <a:solidFill>
                <a:schemeClr val="bg1"/>
              </a:solidFill>
              <a:latin typeface="Libre Franklin" pitchFamily="2" charset="0"/>
            </a:endParaRPr>
          </a:p>
          <a:p>
            <a:pPr lvl="0" defTabSz="914400" eaLnBrk="0" fontAlgn="base" hangingPunct="0">
              <a:spcBef>
                <a:spcPct val="0"/>
              </a:spcBef>
              <a:spcAft>
                <a:spcPct val="0"/>
              </a:spcAft>
            </a:pPr>
            <a:endParaRPr kumimoji="0" lang="en-US" altLang="en-US" sz="2400" b="0" i="0" u="none" strike="noStrike" cap="none" normalizeH="0" baseline="0" dirty="0">
              <a:ln>
                <a:noFill/>
              </a:ln>
              <a:solidFill>
                <a:schemeClr val="bg1"/>
              </a:solidFill>
              <a:effectLst/>
              <a:latin typeface="Libre Franklin" pitchFamily="2" charset="0"/>
            </a:endParaRPr>
          </a:p>
          <a:p>
            <a:pPr lvl="0" defTabSz="914400" eaLnBrk="0" fontAlgn="base" hangingPunct="0">
              <a:spcBef>
                <a:spcPct val="0"/>
              </a:spcBef>
              <a:spcAft>
                <a:spcPct val="0"/>
              </a:spcAft>
            </a:pPr>
            <a:endParaRPr kumimoji="0" lang="en-US" altLang="en-US" sz="2400" b="0" i="0" u="none" strike="noStrike" cap="none" normalizeH="0" baseline="0" dirty="0">
              <a:ln>
                <a:noFill/>
              </a:ln>
              <a:solidFill>
                <a:schemeClr val="bg1"/>
              </a:solidFill>
              <a:effectLst/>
              <a:latin typeface="Libre Franklin" pitchFamily="2" charset="0"/>
            </a:endParaRPr>
          </a:p>
        </p:txBody>
      </p:sp>
      <p:pic>
        <p:nvPicPr>
          <p:cNvPr id="9" name="Picture 8">
            <a:extLst>
              <a:ext uri="{FF2B5EF4-FFF2-40B4-BE49-F238E27FC236}">
                <a16:creationId xmlns:a16="http://schemas.microsoft.com/office/drawing/2014/main" id="{9C925582-395F-BAC8-8D1D-173EEE3F0875}"/>
              </a:ext>
            </a:extLst>
          </p:cNvPr>
          <p:cNvPicPr>
            <a:picLocks noChangeAspect="1"/>
          </p:cNvPicPr>
          <p:nvPr/>
        </p:nvPicPr>
        <p:blipFill>
          <a:blip r:embed="rId3"/>
          <a:stretch>
            <a:fillRect/>
          </a:stretch>
        </p:blipFill>
        <p:spPr>
          <a:xfrm>
            <a:off x="650782" y="3704765"/>
            <a:ext cx="9737192" cy="686927"/>
          </a:xfrm>
          <a:prstGeom prst="rect">
            <a:avLst/>
          </a:prstGeom>
        </p:spPr>
      </p:pic>
      <p:pic>
        <p:nvPicPr>
          <p:cNvPr id="12" name="Picture 11">
            <a:extLst>
              <a:ext uri="{FF2B5EF4-FFF2-40B4-BE49-F238E27FC236}">
                <a16:creationId xmlns:a16="http://schemas.microsoft.com/office/drawing/2014/main" id="{9D5C7183-FD8E-8164-5A20-5172071DAD8F}"/>
              </a:ext>
            </a:extLst>
          </p:cNvPr>
          <p:cNvPicPr>
            <a:picLocks noChangeAspect="1"/>
          </p:cNvPicPr>
          <p:nvPr/>
        </p:nvPicPr>
        <p:blipFill>
          <a:blip r:embed="rId4"/>
          <a:stretch>
            <a:fillRect/>
          </a:stretch>
        </p:blipFill>
        <p:spPr>
          <a:xfrm>
            <a:off x="532982" y="4866892"/>
            <a:ext cx="5717324" cy="1483108"/>
          </a:xfrm>
          <a:prstGeom prst="rect">
            <a:avLst/>
          </a:prstGeom>
        </p:spPr>
      </p:pic>
      <p:pic>
        <p:nvPicPr>
          <p:cNvPr id="16" name="Picture 15">
            <a:extLst>
              <a:ext uri="{FF2B5EF4-FFF2-40B4-BE49-F238E27FC236}">
                <a16:creationId xmlns:a16="http://schemas.microsoft.com/office/drawing/2014/main" id="{F3BE9BD5-9F1E-6FDB-0395-496E97A4DE35}"/>
              </a:ext>
            </a:extLst>
          </p:cNvPr>
          <p:cNvPicPr>
            <a:picLocks noChangeAspect="1"/>
          </p:cNvPicPr>
          <p:nvPr/>
        </p:nvPicPr>
        <p:blipFill>
          <a:blip r:embed="rId5"/>
          <a:stretch>
            <a:fillRect/>
          </a:stretch>
        </p:blipFill>
        <p:spPr>
          <a:xfrm>
            <a:off x="6250306" y="4866892"/>
            <a:ext cx="5507128" cy="1483107"/>
          </a:xfrm>
          <a:prstGeom prst="rect">
            <a:avLst/>
          </a:prstGeom>
        </p:spPr>
      </p:pic>
    </p:spTree>
    <p:extLst>
      <p:ext uri="{BB962C8B-B14F-4D97-AF65-F5344CB8AC3E}">
        <p14:creationId xmlns:p14="http://schemas.microsoft.com/office/powerpoint/2010/main" val="293694748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2471B7-1E1D-E316-6FBF-35FFA1F7821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E659AFA-7ED9-241E-8375-015022BF1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2B66B3CE-E457-0F20-20A3-0678616EF9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8AE22CDD-544E-9884-EBD7-9C6F426A1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7A261503-7C08-4355-A8A3-C3443CDF07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B593740E-8C54-BAB4-7BF4-6D6E0A4B58BD}"/>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Actions</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154E2CE6-F653-6B26-9B0F-93540BC45F61}"/>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96B757D2-8348-A3FF-E9B3-FADA4B436D29}"/>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5</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1220FB6B-BC43-E8C3-C7C0-BB3E2A9B2D7D}"/>
              </a:ext>
            </a:extLst>
          </p:cNvPr>
          <p:cNvSpPr txBox="1"/>
          <p:nvPr/>
        </p:nvSpPr>
        <p:spPr>
          <a:xfrm>
            <a:off x="585787" y="2150512"/>
            <a:ext cx="11020425" cy="4524315"/>
          </a:xfrm>
          <a:prstGeom prst="rect">
            <a:avLst/>
          </a:prstGeom>
          <a:noFill/>
        </p:spPr>
        <p:txBody>
          <a:bodyPr wrap="square">
            <a:spAutoFit/>
          </a:bodyPr>
          <a:lstStyle/>
          <a:p>
            <a:pPr algn="l"/>
            <a:r>
              <a:rPr lang="en-GB" sz="2400" dirty="0">
                <a:latin typeface="Libre Franklin" pitchFamily="2" charset="0"/>
              </a:rPr>
              <a:t> The main Apptainer command </a:t>
            </a:r>
          </a:p>
          <a:p>
            <a:pPr algn="l"/>
            <a:r>
              <a:rPr lang="en-GB" sz="2400" dirty="0">
                <a:latin typeface="Libre Franklin" pitchFamily="2" charset="0"/>
              </a:rPr>
              <a:t>               apptainer [options] [subcommand options] ... </a:t>
            </a:r>
          </a:p>
          <a:p>
            <a:pPr algn="l"/>
            <a:r>
              <a:rPr lang="en-GB" sz="2400" dirty="0">
                <a:latin typeface="Libre Franklin" pitchFamily="2" charset="0"/>
              </a:rPr>
              <a:t>has three essential subcommands: </a:t>
            </a:r>
          </a:p>
          <a:p>
            <a:pPr marL="342900" indent="-342900" algn="l">
              <a:buFont typeface="Arial" panose="020B0604020202020204" pitchFamily="34" charset="0"/>
              <a:buChar char="•"/>
            </a:pPr>
            <a:r>
              <a:rPr lang="en-GB" sz="2400" dirty="0">
                <a:latin typeface="Libre Franklin" pitchFamily="2" charset="0"/>
              </a:rPr>
              <a:t> </a:t>
            </a:r>
            <a:r>
              <a:rPr lang="en-GB" sz="2400" b="1" dirty="0">
                <a:latin typeface="Libre Franklin" pitchFamily="2" charset="0"/>
              </a:rPr>
              <a:t>build</a:t>
            </a:r>
            <a:r>
              <a:rPr lang="en-GB" sz="2400" dirty="0">
                <a:latin typeface="Libre Franklin" pitchFamily="2" charset="0"/>
              </a:rPr>
              <a:t>: Build your own container from scratch using a Singularity definition (or recipe) file; download and assemble any existing Singularity container; or convert your containers from one format to another (e.g., from Docker to Singularity)</a:t>
            </a:r>
          </a:p>
          <a:p>
            <a:pPr marL="342900" indent="-342900" algn="l">
              <a:buFont typeface="Arial" panose="020B0604020202020204" pitchFamily="34" charset="0"/>
              <a:buChar char="•"/>
            </a:pPr>
            <a:endParaRPr lang="en-GB" sz="2400" dirty="0">
              <a:latin typeface="Libre Franklin" pitchFamily="2" charset="0"/>
            </a:endParaRPr>
          </a:p>
          <a:p>
            <a:pPr marL="342900" indent="-342900" algn="l">
              <a:buFont typeface="Arial" panose="020B0604020202020204" pitchFamily="34" charset="0"/>
              <a:buChar char="•"/>
            </a:pPr>
            <a:r>
              <a:rPr lang="en-GB" sz="2400" b="1" dirty="0">
                <a:latin typeface="Libre Franklin" pitchFamily="2" charset="0"/>
              </a:rPr>
              <a:t>shell</a:t>
            </a:r>
            <a:r>
              <a:rPr lang="en-GB" sz="2400" dirty="0">
                <a:latin typeface="Libre Franklin" pitchFamily="2" charset="0"/>
              </a:rPr>
              <a:t>: Spawn an interactive shell session in your container. </a:t>
            </a:r>
          </a:p>
          <a:p>
            <a:pPr marL="342900" indent="-342900" algn="l">
              <a:buFont typeface="Arial" panose="020B0604020202020204" pitchFamily="34" charset="0"/>
              <a:buChar char="•"/>
            </a:pPr>
            <a:endParaRPr lang="en-GB" sz="2400" dirty="0">
              <a:latin typeface="Libre Franklin" pitchFamily="2" charset="0"/>
            </a:endParaRPr>
          </a:p>
          <a:p>
            <a:pPr marL="342900" indent="-342900" algn="l">
              <a:buFont typeface="Arial" panose="020B0604020202020204" pitchFamily="34" charset="0"/>
              <a:buChar char="•"/>
            </a:pPr>
            <a:r>
              <a:rPr lang="en-GB" sz="2400" b="1" dirty="0">
                <a:latin typeface="Libre Franklin" pitchFamily="2" charset="0"/>
              </a:rPr>
              <a:t>exec</a:t>
            </a:r>
            <a:r>
              <a:rPr lang="en-GB" sz="2400" dirty="0">
                <a:latin typeface="Libre Franklin" pitchFamily="2" charset="0"/>
              </a:rPr>
              <a:t>: Execute an arbitrary command within your container</a:t>
            </a:r>
          </a:p>
          <a:p>
            <a:pPr marL="342900" indent="-342900" algn="l">
              <a:buFont typeface="Arial" panose="020B0604020202020204" pitchFamily="34" charset="0"/>
              <a:buChar char="•"/>
            </a:pPr>
            <a:endParaRPr lang="en-GB" sz="2400" b="0" i="0" dirty="0">
              <a:solidFill>
                <a:srgbClr val="212529"/>
              </a:solidFill>
              <a:effectLst/>
              <a:latin typeface="Libre Franklin" pitchFamily="2" charset="0"/>
            </a:endParaRPr>
          </a:p>
        </p:txBody>
      </p:sp>
    </p:spTree>
    <p:extLst>
      <p:ext uri="{BB962C8B-B14F-4D97-AF65-F5344CB8AC3E}">
        <p14:creationId xmlns:p14="http://schemas.microsoft.com/office/powerpoint/2010/main" val="312026338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7804D90-D14C-3455-8713-4E86C80FEA1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0CFDC0CB-8817-A7E0-E002-EB82C1EF4E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97B3CAB4-C7D7-E6E9-208F-7831581D8C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0E2DC674-C0CF-652C-6A95-CA507A82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BF472929-43DA-7762-DCB6-39F9CF962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45813633-A06D-FA3F-5398-E1E054B59EA0}"/>
              </a:ext>
            </a:extLst>
          </p:cNvPr>
          <p:cNvSpPr>
            <a:spLocks noGrp="1"/>
          </p:cNvSpPr>
          <p:nvPr>
            <p:ph type="title"/>
          </p:nvPr>
        </p:nvSpPr>
        <p:spPr>
          <a:xfrm>
            <a:off x="1103312" y="452718"/>
            <a:ext cx="8947522" cy="1400530"/>
          </a:xfrm>
        </p:spPr>
        <p:txBody>
          <a:bodyPr vert="horz" lIns="91440" tIns="45720" rIns="91440" bIns="45720" rtlCol="0" anchor="ctr">
            <a:normAutofit fontScale="90000"/>
          </a:bodyPr>
          <a:lstStyle/>
          <a:p>
            <a:r>
              <a:rPr lang="en-US" dirty="0" err="1">
                <a:solidFill>
                  <a:srgbClr val="FFFFFF"/>
                </a:solidFill>
              </a:rPr>
              <a:t>apptainer</a:t>
            </a:r>
            <a:r>
              <a:rPr lang="en-US" dirty="0">
                <a:solidFill>
                  <a:srgbClr val="FFFFFF"/>
                </a:solidFill>
              </a:rPr>
              <a:t> --help </a:t>
            </a:r>
            <a:r>
              <a:rPr lang="en-US" sz="4400" dirty="0">
                <a:solidFill>
                  <a:srgbClr val="FFFFFF"/>
                </a:solidFill>
              </a:rPr>
              <a:t>always check the manual!!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65CE0D95-4CBF-7189-3D4C-69B294FFF10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22339DD4-66AA-9EB2-01A7-D4D363449017}"/>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6</a:t>
            </a:fld>
            <a:endParaRPr lang="en-US" b="0" i="0" kern="1200" dirty="0">
              <a:solidFill>
                <a:srgbClr val="FFFFFF"/>
              </a:solidFill>
              <a:latin typeface="+mn-lt"/>
              <a:ea typeface="+mn-ea"/>
              <a:cs typeface="+mn-cs"/>
            </a:endParaRPr>
          </a:p>
        </p:txBody>
      </p:sp>
      <p:sp>
        <p:nvSpPr>
          <p:cNvPr id="5" name="TextBox 4">
            <a:extLst>
              <a:ext uri="{FF2B5EF4-FFF2-40B4-BE49-F238E27FC236}">
                <a16:creationId xmlns:a16="http://schemas.microsoft.com/office/drawing/2014/main" id="{D05B81A7-8466-BB82-5747-0FBDEF0A53AE}"/>
              </a:ext>
            </a:extLst>
          </p:cNvPr>
          <p:cNvSpPr txBox="1"/>
          <p:nvPr/>
        </p:nvSpPr>
        <p:spPr>
          <a:xfrm>
            <a:off x="458316" y="2269316"/>
            <a:ext cx="5053484" cy="4570482"/>
          </a:xfrm>
          <a:prstGeom prst="rect">
            <a:avLst/>
          </a:prstGeom>
          <a:noFill/>
        </p:spPr>
        <p:txBody>
          <a:bodyPr wrap="square">
            <a:spAutoFit/>
          </a:bodyPr>
          <a:lstStyle/>
          <a:p>
            <a:pPr algn="l"/>
            <a:r>
              <a:rPr lang="en-GB" sz="1100" b="1" dirty="0">
                <a:latin typeface="Consolas" panose="020B0609020204030204" pitchFamily="49" charset="0"/>
              </a:rPr>
              <a:t> </a:t>
            </a:r>
            <a:r>
              <a:rPr lang="en-GB" sz="1100" b="1" dirty="0">
                <a:solidFill>
                  <a:schemeClr val="bg1"/>
                </a:solidFill>
                <a:highlight>
                  <a:srgbClr val="000000"/>
                </a:highlight>
                <a:latin typeface="Consolas" panose="020B0609020204030204" pitchFamily="49" charset="0"/>
              </a:rPr>
              <a:t>$ apptainer help</a:t>
            </a:r>
          </a:p>
          <a:p>
            <a:pPr algn="l"/>
            <a:endParaRPr lang="en-GB" sz="1100" b="1" dirty="0">
              <a:latin typeface="Libre Franklin" pitchFamily="2" charset="0"/>
            </a:endParaRPr>
          </a:p>
          <a:p>
            <a:pPr algn="l"/>
            <a:r>
              <a:rPr lang="en-GB" sz="1100" b="1" dirty="0">
                <a:latin typeface="Libre Franklin" pitchFamily="2" charset="0"/>
              </a:rPr>
              <a:t>Linux container platform optimized for High Performance Computing (HPC) and</a:t>
            </a:r>
          </a:p>
          <a:p>
            <a:pPr algn="l"/>
            <a:r>
              <a:rPr lang="en-GB" sz="1100" b="1" dirty="0">
                <a:latin typeface="Libre Franklin" pitchFamily="2" charset="0"/>
              </a:rPr>
              <a:t>Enterprise Performance Computing (EPC)</a:t>
            </a:r>
          </a:p>
          <a:p>
            <a:pPr algn="l"/>
            <a:endParaRPr lang="en-GB" sz="1100" b="1" dirty="0">
              <a:latin typeface="Libre Franklin" pitchFamily="2" charset="0"/>
            </a:endParaRPr>
          </a:p>
          <a:p>
            <a:pPr algn="l"/>
            <a:r>
              <a:rPr lang="en-GB" sz="1100" b="1" dirty="0">
                <a:latin typeface="Libre Franklin" pitchFamily="2" charset="0"/>
              </a:rPr>
              <a:t>Usage:</a:t>
            </a:r>
          </a:p>
          <a:p>
            <a:pPr algn="l"/>
            <a:r>
              <a:rPr lang="en-GB" sz="1100" b="1" dirty="0">
                <a:latin typeface="Libre Franklin" pitchFamily="2" charset="0"/>
              </a:rPr>
              <a:t>  </a:t>
            </a:r>
            <a:r>
              <a:rPr lang="en-GB" sz="1100" b="1" dirty="0">
                <a:latin typeface="Consolas" panose="020B0609020204030204" pitchFamily="49" charset="0"/>
              </a:rPr>
              <a:t>apptainer [global options...]</a:t>
            </a:r>
          </a:p>
          <a:p>
            <a:pPr algn="l"/>
            <a:endParaRPr lang="en-GB" sz="1100" b="1" dirty="0">
              <a:latin typeface="Libre Franklin" pitchFamily="2" charset="0"/>
            </a:endParaRPr>
          </a:p>
          <a:p>
            <a:pPr algn="l"/>
            <a:r>
              <a:rPr lang="en-GB" sz="1100" b="1" dirty="0">
                <a:latin typeface="Libre Franklin" pitchFamily="2" charset="0"/>
              </a:rPr>
              <a:t>Description:</a:t>
            </a:r>
          </a:p>
          <a:p>
            <a:pPr algn="l"/>
            <a:r>
              <a:rPr lang="en-GB" sz="1100" b="1" dirty="0">
                <a:latin typeface="Libre Franklin" pitchFamily="2" charset="0"/>
              </a:rPr>
              <a:t>  Apptainer containers provide an application virtualization layer enabling</a:t>
            </a:r>
          </a:p>
          <a:p>
            <a:pPr algn="l"/>
            <a:r>
              <a:rPr lang="en-GB" sz="1100" b="1" dirty="0">
                <a:latin typeface="Libre Franklin" pitchFamily="2" charset="0"/>
              </a:rPr>
              <a:t>  mobility of compute via both application and environment portability. With</a:t>
            </a:r>
          </a:p>
          <a:p>
            <a:pPr algn="l"/>
            <a:r>
              <a:rPr lang="en-GB" sz="1100" b="1" dirty="0">
                <a:latin typeface="Libre Franklin" pitchFamily="2" charset="0"/>
              </a:rPr>
              <a:t>  Apptainer one is capable of building a root file system that runs on any</a:t>
            </a:r>
          </a:p>
          <a:p>
            <a:pPr algn="l"/>
            <a:r>
              <a:rPr lang="en-GB" sz="1100" b="1" dirty="0">
                <a:latin typeface="Libre Franklin" pitchFamily="2" charset="0"/>
              </a:rPr>
              <a:t>  other Linux system where Apptainer is installed.</a:t>
            </a:r>
          </a:p>
          <a:p>
            <a:pPr algn="l"/>
            <a:endParaRPr lang="en-GB" sz="1100" b="1" dirty="0">
              <a:latin typeface="Libre Franklin" pitchFamily="2" charset="0"/>
            </a:endParaRPr>
          </a:p>
          <a:p>
            <a:pPr algn="l"/>
            <a:r>
              <a:rPr lang="en-GB" sz="1100" b="1" dirty="0">
                <a:latin typeface="Libre Franklin" pitchFamily="2" charset="0"/>
              </a:rPr>
              <a:t>Options:</a:t>
            </a:r>
          </a:p>
          <a:p>
            <a:pPr algn="l"/>
            <a:r>
              <a:rPr lang="en-GB" sz="1100" b="1" dirty="0">
                <a:latin typeface="Libre Franklin" pitchFamily="2" charset="0"/>
              </a:rPr>
              <a:t>  -d, --debug     print debugging information (highest verbosity)</a:t>
            </a:r>
          </a:p>
          <a:p>
            <a:pPr algn="l"/>
            <a:r>
              <a:rPr lang="en-GB" sz="1100" b="1" dirty="0">
                <a:latin typeface="Libre Franklin" pitchFamily="2" charset="0"/>
              </a:rPr>
              <a:t>  -h, --help      </a:t>
            </a:r>
            <a:r>
              <a:rPr lang="en-GB" sz="1100" b="1" dirty="0" err="1">
                <a:latin typeface="Libre Franklin" pitchFamily="2" charset="0"/>
              </a:rPr>
              <a:t>help</a:t>
            </a:r>
            <a:r>
              <a:rPr lang="en-GB" sz="1100" b="1" dirty="0">
                <a:latin typeface="Libre Franklin" pitchFamily="2" charset="0"/>
              </a:rPr>
              <a:t> for apptainer</a:t>
            </a:r>
          </a:p>
          <a:p>
            <a:pPr algn="l"/>
            <a:r>
              <a:rPr lang="en-GB" sz="1100" b="1" dirty="0">
                <a:latin typeface="Libre Franklin" pitchFamily="2" charset="0"/>
              </a:rPr>
              <a:t>      --</a:t>
            </a:r>
            <a:r>
              <a:rPr lang="en-GB" sz="1100" b="1" dirty="0" err="1">
                <a:latin typeface="Libre Franklin" pitchFamily="2" charset="0"/>
              </a:rPr>
              <a:t>nocolor</a:t>
            </a:r>
            <a:r>
              <a:rPr lang="en-GB" sz="1100" b="1" dirty="0">
                <a:latin typeface="Libre Franklin" pitchFamily="2" charset="0"/>
              </a:rPr>
              <a:t>   print without </a:t>
            </a:r>
            <a:r>
              <a:rPr lang="en-GB" sz="1100" b="1" dirty="0" err="1">
                <a:latin typeface="Libre Franklin" pitchFamily="2" charset="0"/>
              </a:rPr>
              <a:t>color</a:t>
            </a:r>
            <a:r>
              <a:rPr lang="en-GB" sz="1100" b="1" dirty="0">
                <a:latin typeface="Libre Franklin" pitchFamily="2" charset="0"/>
              </a:rPr>
              <a:t> output (default False)</a:t>
            </a:r>
          </a:p>
          <a:p>
            <a:pPr algn="l"/>
            <a:r>
              <a:rPr lang="en-GB" sz="1100" b="1" dirty="0">
                <a:latin typeface="Libre Franklin" pitchFamily="2" charset="0"/>
              </a:rPr>
              <a:t>  -q, --quiet     suppress normal output</a:t>
            </a:r>
          </a:p>
          <a:p>
            <a:pPr algn="l"/>
            <a:r>
              <a:rPr lang="en-GB" sz="1100" b="1" dirty="0">
                <a:latin typeface="Libre Franklin" pitchFamily="2" charset="0"/>
              </a:rPr>
              <a:t>  -s, --silent    only print errors</a:t>
            </a:r>
          </a:p>
          <a:p>
            <a:pPr algn="l"/>
            <a:r>
              <a:rPr lang="en-GB" sz="1100" b="1" dirty="0">
                <a:latin typeface="Libre Franklin" pitchFamily="2" charset="0"/>
              </a:rPr>
              <a:t>  -v, --verbose   print additional information</a:t>
            </a:r>
          </a:p>
          <a:p>
            <a:pPr algn="l"/>
            <a:endParaRPr lang="en-GB" sz="1100" b="1" dirty="0">
              <a:latin typeface="Libre Franklin" pitchFamily="2" charset="0"/>
            </a:endParaRPr>
          </a:p>
          <a:p>
            <a:pPr algn="l"/>
            <a:r>
              <a:rPr lang="en-GB" sz="1100" b="1" dirty="0">
                <a:latin typeface="Libre Franklin" pitchFamily="2" charset="0"/>
              </a:rPr>
              <a:t>Available Commands:</a:t>
            </a:r>
          </a:p>
          <a:p>
            <a:pPr marL="342900" indent="-342900" algn="l">
              <a:buFont typeface="Arial" panose="020B0604020202020204" pitchFamily="34" charset="0"/>
              <a:buChar char="•"/>
            </a:pPr>
            <a:endParaRPr lang="en-GB" sz="1600" b="1" i="0" dirty="0">
              <a:solidFill>
                <a:srgbClr val="212529"/>
              </a:solidFill>
              <a:effectLst/>
              <a:latin typeface="Libre Franklin" pitchFamily="2" charset="0"/>
            </a:endParaRPr>
          </a:p>
        </p:txBody>
      </p:sp>
      <p:sp>
        <p:nvSpPr>
          <p:cNvPr id="8" name="TextBox 7">
            <a:extLst>
              <a:ext uri="{FF2B5EF4-FFF2-40B4-BE49-F238E27FC236}">
                <a16:creationId xmlns:a16="http://schemas.microsoft.com/office/drawing/2014/main" id="{81CF01B4-9697-48F2-E995-DF5C336C2118}"/>
              </a:ext>
            </a:extLst>
          </p:cNvPr>
          <p:cNvSpPr txBox="1"/>
          <p:nvPr/>
        </p:nvSpPr>
        <p:spPr>
          <a:xfrm>
            <a:off x="6225705" y="2323292"/>
            <a:ext cx="5053484" cy="4339650"/>
          </a:xfrm>
          <a:prstGeom prst="rect">
            <a:avLst/>
          </a:prstGeom>
          <a:noFill/>
        </p:spPr>
        <p:txBody>
          <a:bodyPr wrap="square">
            <a:spAutoFit/>
          </a:bodyPr>
          <a:lstStyle/>
          <a:p>
            <a:pPr algn="l"/>
            <a:r>
              <a:rPr lang="en-GB" sz="1000" b="1" dirty="0">
                <a:latin typeface="Libre Franklin" pitchFamily="2" charset="0"/>
              </a:rPr>
              <a:t> </a:t>
            </a:r>
            <a:r>
              <a:rPr lang="en-GB" sz="1000" b="1" dirty="0">
                <a:latin typeface="Consolas" panose="020B0609020204030204" pitchFamily="49" charset="0"/>
              </a:rPr>
              <a:t>build</a:t>
            </a:r>
            <a:r>
              <a:rPr lang="en-GB" sz="1000" b="1" dirty="0">
                <a:latin typeface="Libre Franklin" pitchFamily="2" charset="0"/>
              </a:rPr>
              <a:t>       </a:t>
            </a:r>
            <a:r>
              <a:rPr lang="en-GB" sz="1000" b="1" dirty="0" err="1">
                <a:latin typeface="Libre Franklin" pitchFamily="2" charset="0"/>
              </a:rPr>
              <a:t>Build</a:t>
            </a:r>
            <a:r>
              <a:rPr lang="en-GB" sz="1000" b="1" dirty="0">
                <a:latin typeface="Libre Franklin" pitchFamily="2" charset="0"/>
              </a:rPr>
              <a:t> an Apptainer image</a:t>
            </a:r>
          </a:p>
          <a:p>
            <a:pPr algn="l"/>
            <a:r>
              <a:rPr lang="en-GB" sz="1000" b="1" dirty="0">
                <a:latin typeface="Libre Franklin" pitchFamily="2" charset="0"/>
              </a:rPr>
              <a:t>  </a:t>
            </a:r>
            <a:r>
              <a:rPr lang="en-GB" sz="1000" b="1" dirty="0">
                <a:latin typeface="Consolas" panose="020B0609020204030204" pitchFamily="49" charset="0"/>
              </a:rPr>
              <a:t>cache</a:t>
            </a:r>
            <a:r>
              <a:rPr lang="en-GB" sz="1000" b="1" dirty="0">
                <a:latin typeface="Libre Franklin" pitchFamily="2" charset="0"/>
              </a:rPr>
              <a:t>       Manage the local cache</a:t>
            </a:r>
          </a:p>
          <a:p>
            <a:pPr algn="l"/>
            <a:r>
              <a:rPr lang="en-GB" sz="1000" b="1" dirty="0">
                <a:latin typeface="Libre Franklin" pitchFamily="2" charset="0"/>
              </a:rPr>
              <a:t>  capability  Manage Linux capabilities for users and groups</a:t>
            </a:r>
          </a:p>
          <a:p>
            <a:pPr algn="l"/>
            <a:r>
              <a:rPr lang="en-GB" sz="1000" b="1" dirty="0">
                <a:latin typeface="Libre Franklin" pitchFamily="2" charset="0"/>
              </a:rPr>
              <a:t>  exec        Run a command within a container</a:t>
            </a:r>
          </a:p>
          <a:p>
            <a:pPr algn="l"/>
            <a:r>
              <a:rPr lang="en-GB" sz="1000" b="1" dirty="0">
                <a:latin typeface="Libre Franklin" pitchFamily="2" charset="0"/>
              </a:rPr>
              <a:t>  help        </a:t>
            </a:r>
            <a:r>
              <a:rPr lang="en-GB" sz="1000" b="1" dirty="0" err="1">
                <a:latin typeface="Libre Franklin" pitchFamily="2" charset="0"/>
              </a:rPr>
              <a:t>Help</a:t>
            </a:r>
            <a:r>
              <a:rPr lang="en-GB" sz="1000" b="1" dirty="0">
                <a:latin typeface="Libre Franklin" pitchFamily="2" charset="0"/>
              </a:rPr>
              <a:t> about any command</a:t>
            </a:r>
          </a:p>
          <a:p>
            <a:pPr algn="l"/>
            <a:r>
              <a:rPr lang="en-GB" sz="1000" b="1" dirty="0">
                <a:latin typeface="Libre Franklin" pitchFamily="2" charset="0"/>
              </a:rPr>
              <a:t>  inspect     Show metadata for an image</a:t>
            </a:r>
          </a:p>
          <a:p>
            <a:pPr algn="l"/>
            <a:r>
              <a:rPr lang="en-GB" sz="1000" b="1" dirty="0">
                <a:latin typeface="Libre Franklin" pitchFamily="2" charset="0"/>
              </a:rPr>
              <a:t>  instance    Manage containers running as services</a:t>
            </a:r>
          </a:p>
          <a:p>
            <a:pPr algn="l"/>
            <a:r>
              <a:rPr lang="en-GB" sz="1000" b="1" dirty="0">
                <a:latin typeface="Libre Franklin" pitchFamily="2" charset="0"/>
              </a:rPr>
              <a:t>  key         Manage OpenPGP keys</a:t>
            </a:r>
          </a:p>
          <a:p>
            <a:pPr algn="l"/>
            <a:r>
              <a:rPr lang="en-GB" sz="1000" b="1" dirty="0">
                <a:latin typeface="Libre Franklin" pitchFamily="2" charset="0"/>
              </a:rPr>
              <a:t>  </a:t>
            </a:r>
            <a:r>
              <a:rPr lang="en-GB" sz="1000" b="1" dirty="0" err="1">
                <a:latin typeface="Libre Franklin" pitchFamily="2" charset="0"/>
              </a:rPr>
              <a:t>oci</a:t>
            </a:r>
            <a:r>
              <a:rPr lang="en-GB" sz="1000" b="1" dirty="0">
                <a:latin typeface="Libre Franklin" pitchFamily="2" charset="0"/>
              </a:rPr>
              <a:t>         Manage OCI containers</a:t>
            </a:r>
          </a:p>
          <a:p>
            <a:pPr algn="l"/>
            <a:r>
              <a:rPr lang="en-GB" sz="1000" b="1" dirty="0">
                <a:latin typeface="Libre Franklin" pitchFamily="2" charset="0"/>
              </a:rPr>
              <a:t>  plugin      Manage apptainer plugins</a:t>
            </a:r>
          </a:p>
          <a:p>
            <a:pPr algn="l"/>
            <a:r>
              <a:rPr lang="en-GB" sz="1000" b="1" dirty="0">
                <a:latin typeface="Libre Franklin" pitchFamily="2" charset="0"/>
              </a:rPr>
              <a:t>  pull        </a:t>
            </a:r>
            <a:r>
              <a:rPr lang="en-GB" sz="1000" b="1" dirty="0" err="1">
                <a:latin typeface="Libre Franklin" pitchFamily="2" charset="0"/>
              </a:rPr>
              <a:t>Pull</a:t>
            </a:r>
            <a:r>
              <a:rPr lang="en-GB" sz="1000" b="1" dirty="0">
                <a:latin typeface="Libre Franklin" pitchFamily="2" charset="0"/>
              </a:rPr>
              <a:t> an image from a URI</a:t>
            </a:r>
          </a:p>
          <a:p>
            <a:pPr algn="l"/>
            <a:r>
              <a:rPr lang="en-GB" sz="1000" b="1" dirty="0">
                <a:latin typeface="Libre Franklin" pitchFamily="2" charset="0"/>
              </a:rPr>
              <a:t>  push        Upload image to the provided URI</a:t>
            </a:r>
          </a:p>
          <a:p>
            <a:pPr algn="l"/>
            <a:r>
              <a:rPr lang="en-GB" sz="1000" b="1" dirty="0">
                <a:latin typeface="Libre Franklin" pitchFamily="2" charset="0"/>
              </a:rPr>
              <a:t>  remote      Manage apptainer remote endpoints</a:t>
            </a:r>
          </a:p>
          <a:p>
            <a:pPr algn="l"/>
            <a:r>
              <a:rPr lang="en-GB" sz="1000" b="1" dirty="0">
                <a:latin typeface="Libre Franklin" pitchFamily="2" charset="0"/>
              </a:rPr>
              <a:t>  run         </a:t>
            </a:r>
            <a:r>
              <a:rPr lang="en-GB" sz="1000" b="1" dirty="0" err="1">
                <a:latin typeface="Libre Franklin" pitchFamily="2" charset="0"/>
              </a:rPr>
              <a:t>Run</a:t>
            </a:r>
            <a:r>
              <a:rPr lang="en-GB" sz="1000" b="1" dirty="0">
                <a:latin typeface="Libre Franklin" pitchFamily="2" charset="0"/>
              </a:rPr>
              <a:t> the user-defined default command within a container</a:t>
            </a:r>
          </a:p>
          <a:p>
            <a:pPr algn="l"/>
            <a:r>
              <a:rPr lang="en-GB" sz="1000" b="1" dirty="0">
                <a:latin typeface="Libre Franklin" pitchFamily="2" charset="0"/>
              </a:rPr>
              <a:t>  run-help    Show the user-defined help for an image</a:t>
            </a:r>
          </a:p>
          <a:p>
            <a:pPr algn="l"/>
            <a:r>
              <a:rPr lang="en-GB" sz="1000" b="1" dirty="0">
                <a:latin typeface="Libre Franklin" pitchFamily="2" charset="0"/>
              </a:rPr>
              <a:t>  search      </a:t>
            </a:r>
            <a:r>
              <a:rPr lang="en-GB" sz="1000" b="1" dirty="0" err="1">
                <a:latin typeface="Libre Franklin" pitchFamily="2" charset="0"/>
              </a:rPr>
              <a:t>Search</a:t>
            </a:r>
            <a:r>
              <a:rPr lang="en-GB" sz="1000" b="1" dirty="0">
                <a:latin typeface="Libre Franklin" pitchFamily="2" charset="0"/>
              </a:rPr>
              <a:t> a Container Library for images</a:t>
            </a:r>
          </a:p>
          <a:p>
            <a:pPr algn="l"/>
            <a:r>
              <a:rPr lang="en-GB" sz="1000" b="1" dirty="0">
                <a:latin typeface="Libre Franklin" pitchFamily="2" charset="0"/>
              </a:rPr>
              <a:t>  shell       Run a shell within a container</a:t>
            </a:r>
          </a:p>
          <a:p>
            <a:pPr algn="l"/>
            <a:r>
              <a:rPr lang="en-GB" sz="1000" b="1" dirty="0">
                <a:latin typeface="Libre Franklin" pitchFamily="2" charset="0"/>
              </a:rPr>
              <a:t>  </a:t>
            </a:r>
            <a:r>
              <a:rPr lang="en-GB" sz="1000" b="1" dirty="0" err="1">
                <a:latin typeface="Libre Franklin" pitchFamily="2" charset="0"/>
              </a:rPr>
              <a:t>sif</a:t>
            </a:r>
            <a:r>
              <a:rPr lang="en-GB" sz="1000" b="1" dirty="0">
                <a:latin typeface="Libre Franklin" pitchFamily="2" charset="0"/>
              </a:rPr>
              <a:t>         </a:t>
            </a:r>
            <a:r>
              <a:rPr lang="en-GB" sz="1000" b="1" dirty="0" err="1">
                <a:latin typeface="Libre Franklin" pitchFamily="2" charset="0"/>
              </a:rPr>
              <a:t>siftool</a:t>
            </a:r>
            <a:r>
              <a:rPr lang="en-GB" sz="1000" b="1" dirty="0">
                <a:latin typeface="Libre Franklin" pitchFamily="2" charset="0"/>
              </a:rPr>
              <a:t> is a program for Singularity Image Format (SIF) file manipulation</a:t>
            </a:r>
          </a:p>
          <a:p>
            <a:pPr algn="l"/>
            <a:r>
              <a:rPr lang="en-GB" sz="1000" b="1" dirty="0">
                <a:latin typeface="Libre Franklin" pitchFamily="2" charset="0"/>
              </a:rPr>
              <a:t>  sign        Attach a cryptographic signature to an image</a:t>
            </a:r>
          </a:p>
          <a:p>
            <a:pPr algn="l"/>
            <a:r>
              <a:rPr lang="en-GB" sz="1000" b="1" dirty="0">
                <a:latin typeface="Libre Franklin" pitchFamily="2" charset="0"/>
              </a:rPr>
              <a:t>  test        Run the user-defined tests within a container</a:t>
            </a:r>
          </a:p>
          <a:p>
            <a:pPr algn="l"/>
            <a:r>
              <a:rPr lang="en-GB" sz="1000" b="1" dirty="0">
                <a:latin typeface="Libre Franklin" pitchFamily="2" charset="0"/>
              </a:rPr>
              <a:t>  verify      </a:t>
            </a:r>
            <a:r>
              <a:rPr lang="en-GB" sz="1000" b="1" dirty="0" err="1">
                <a:latin typeface="Libre Franklin" pitchFamily="2" charset="0"/>
              </a:rPr>
              <a:t>Verify</a:t>
            </a:r>
            <a:r>
              <a:rPr lang="en-GB" sz="1000" b="1" dirty="0">
                <a:latin typeface="Libre Franklin" pitchFamily="2" charset="0"/>
              </a:rPr>
              <a:t> cryptographic signatures attached to an image</a:t>
            </a:r>
          </a:p>
          <a:p>
            <a:pPr algn="l"/>
            <a:r>
              <a:rPr lang="en-GB" sz="1000" b="1" dirty="0">
                <a:latin typeface="Libre Franklin" pitchFamily="2" charset="0"/>
              </a:rPr>
              <a:t>  version     Show the version for Apptainer</a:t>
            </a:r>
          </a:p>
          <a:p>
            <a:pPr algn="l"/>
            <a:endParaRPr lang="en-GB" sz="1000" b="1" dirty="0">
              <a:latin typeface="Libre Franklin" pitchFamily="2" charset="0"/>
            </a:endParaRPr>
          </a:p>
          <a:p>
            <a:pPr algn="l"/>
            <a:r>
              <a:rPr lang="en-GB" sz="1000" b="1" dirty="0">
                <a:latin typeface="Libre Franklin" pitchFamily="2" charset="0"/>
              </a:rPr>
              <a:t>Examples:</a:t>
            </a:r>
          </a:p>
          <a:p>
            <a:pPr algn="l"/>
            <a:r>
              <a:rPr lang="en-GB" sz="1200" b="1" dirty="0">
                <a:latin typeface="Consolas" panose="020B0609020204030204" pitchFamily="49" charset="0"/>
              </a:rPr>
              <a:t>  $ apptainer help &lt;command&gt; [&lt;subcommand&gt;]</a:t>
            </a:r>
          </a:p>
          <a:p>
            <a:pPr algn="l"/>
            <a:r>
              <a:rPr lang="en-GB" sz="1200" b="1" dirty="0">
                <a:latin typeface="Consolas" panose="020B0609020204030204" pitchFamily="49" charset="0"/>
              </a:rPr>
              <a:t>  $ apptainer help build</a:t>
            </a:r>
          </a:p>
          <a:p>
            <a:pPr algn="l"/>
            <a:r>
              <a:rPr lang="en-GB" sz="1200" b="1" dirty="0">
                <a:latin typeface="Consolas" panose="020B0609020204030204" pitchFamily="49" charset="0"/>
              </a:rPr>
              <a:t>  $ apptainer help instance start</a:t>
            </a:r>
          </a:p>
        </p:txBody>
      </p:sp>
    </p:spTree>
    <p:extLst>
      <p:ext uri="{BB962C8B-B14F-4D97-AF65-F5344CB8AC3E}">
        <p14:creationId xmlns:p14="http://schemas.microsoft.com/office/powerpoint/2010/main" val="349938044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186E8E-BFFF-6ED4-3E84-5CA5A2E3C5A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EA64C1B-F34C-E6F0-709B-D672A32D3F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D16A4919-8AB5-64E6-76BD-1F12C44AA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F8CA2394-E91E-A31D-503C-D6909CA11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75395597-CD3A-25D6-3049-BCF931CA2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21692F52-558C-8321-817A-39598BD85DF8}"/>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dirty="0">
                <a:solidFill>
                  <a:srgbClr val="FFFFFF"/>
                </a:solidFill>
              </a:rPr>
              <a:t>Apptainer Cache</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55F3DA42-382B-8DAB-327C-F1E5E462AFB6}"/>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E83C07A0-B800-FF93-D33F-7FD960E3C52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7</a:t>
            </a:fld>
            <a:endParaRPr lang="en-US" b="0" i="0" kern="1200" dirty="0">
              <a:solidFill>
                <a:srgbClr val="FFFFFF"/>
              </a:solidFill>
              <a:latin typeface="+mn-lt"/>
              <a:ea typeface="+mn-ea"/>
              <a:cs typeface="+mn-cs"/>
            </a:endParaRPr>
          </a:p>
        </p:txBody>
      </p:sp>
      <p:pic>
        <p:nvPicPr>
          <p:cNvPr id="3" name="Picture 2" descr="A red letters in space&#10;&#10;AI-generated content may be incorrect.">
            <a:extLst>
              <a:ext uri="{FF2B5EF4-FFF2-40B4-BE49-F238E27FC236}">
                <a16:creationId xmlns:a16="http://schemas.microsoft.com/office/drawing/2014/main" id="{DAA929E4-2616-182C-8FCC-168729E38A77}"/>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5" name="TextBox 4">
            <a:extLst>
              <a:ext uri="{FF2B5EF4-FFF2-40B4-BE49-F238E27FC236}">
                <a16:creationId xmlns:a16="http://schemas.microsoft.com/office/drawing/2014/main" id="{99CB83AA-C2EA-7642-1CC8-2C6C311B196D}"/>
              </a:ext>
            </a:extLst>
          </p:cNvPr>
          <p:cNvSpPr txBox="1"/>
          <p:nvPr/>
        </p:nvSpPr>
        <p:spPr>
          <a:xfrm>
            <a:off x="585787" y="2703703"/>
            <a:ext cx="11020425" cy="3785652"/>
          </a:xfrm>
          <a:prstGeom prst="rect">
            <a:avLst/>
          </a:prstGeom>
          <a:noFill/>
        </p:spPr>
        <p:txBody>
          <a:bodyPr wrap="square">
            <a:spAutoFit/>
          </a:bodyPr>
          <a:lstStyle/>
          <a:p>
            <a:pPr algn="l"/>
            <a:r>
              <a:rPr lang="en-GB" sz="2400" dirty="0">
                <a:latin typeface="Libre Franklin" pitchFamily="2" charset="0"/>
              </a:rPr>
              <a:t> </a:t>
            </a:r>
            <a:r>
              <a:rPr kumimoji="0" lang="en-US" altLang="en-US" sz="2400" b="0" i="0" u="none" strike="noStrike" cap="none" normalizeH="0" baseline="0" dirty="0">
                <a:ln>
                  <a:noFill/>
                </a:ln>
                <a:solidFill>
                  <a:srgbClr val="212529"/>
                </a:solidFill>
                <a:effectLst/>
                <a:latin typeface="Libre Franklin" pitchFamily="2" charset="0"/>
              </a:rPr>
              <a:t>Working with Apptainer images requires a significant amount of storage space. By default, Apptainer will use </a:t>
            </a:r>
            <a:r>
              <a:rPr kumimoji="0" lang="en-US" altLang="en-US" sz="2400" b="0" i="0" u="none" strike="noStrike" cap="none" normalizeH="0" baseline="0" dirty="0">
                <a:ln>
                  <a:noFill/>
                </a:ln>
                <a:solidFill>
                  <a:schemeClr val="bg1"/>
                </a:solidFill>
                <a:effectLst/>
                <a:highlight>
                  <a:srgbClr val="000000"/>
                </a:highlight>
                <a:latin typeface="Consolas" panose="020B0609020204030204" pitchFamily="49" charset="0"/>
              </a:rPr>
              <a:t>~/.</a:t>
            </a:r>
            <a:r>
              <a:rPr kumimoji="0" lang="en-US" altLang="en-US" sz="2400" b="0" i="0" u="none" strike="noStrike" cap="none" normalizeH="0" baseline="0" dirty="0" err="1">
                <a:ln>
                  <a:noFill/>
                </a:ln>
                <a:solidFill>
                  <a:schemeClr val="bg1"/>
                </a:solidFill>
                <a:effectLst/>
                <a:highlight>
                  <a:srgbClr val="000000"/>
                </a:highlight>
                <a:latin typeface="Consolas" panose="020B0609020204030204" pitchFamily="49" charset="0"/>
              </a:rPr>
              <a:t>apptainer</a:t>
            </a:r>
            <a:r>
              <a:rPr kumimoji="0" lang="en-US" altLang="en-US" sz="2400" b="0" i="0" u="none" strike="noStrike" cap="none" normalizeH="0" baseline="0" dirty="0">
                <a:ln>
                  <a:noFill/>
                </a:ln>
                <a:effectLst/>
                <a:latin typeface="Consolas" panose="020B0609020204030204" pitchFamily="49" charset="0"/>
              </a:rPr>
              <a:t> </a:t>
            </a:r>
            <a:r>
              <a:rPr kumimoji="0" lang="en-US" altLang="en-US" sz="2400" b="0" i="0" u="none" strike="noStrike" cap="none" normalizeH="0" baseline="0" dirty="0">
                <a:ln>
                  <a:noFill/>
                </a:ln>
                <a:solidFill>
                  <a:srgbClr val="212529"/>
                </a:solidFill>
                <a:effectLst/>
                <a:latin typeface="Libre Franklin" pitchFamily="2" charset="0"/>
              </a:rPr>
              <a:t>as a cache directory, which can cause you to go over your /home quota. Consider adding these environment variables to your </a:t>
            </a:r>
            <a:r>
              <a:rPr kumimoji="0" lang="en-US" altLang="en-US" sz="2400" b="0" i="0" u="none" strike="noStrike" cap="none" normalizeH="0" baseline="0" dirty="0">
                <a:ln>
                  <a:noFill/>
                </a:ln>
                <a:solidFill>
                  <a:schemeClr val="bg1"/>
                </a:solidFill>
                <a:effectLst/>
                <a:highlight>
                  <a:srgbClr val="000000"/>
                </a:highlight>
                <a:latin typeface="Consolas" panose="020B0609020204030204" pitchFamily="49" charset="0"/>
              </a:rPr>
              <a:t>~/.</a:t>
            </a:r>
            <a:r>
              <a:rPr kumimoji="0" lang="en-US" altLang="en-US" sz="2400" b="0" i="0" u="none" strike="noStrike" cap="none" normalizeH="0" baseline="0" dirty="0" err="1">
                <a:ln>
                  <a:noFill/>
                </a:ln>
                <a:solidFill>
                  <a:schemeClr val="bg1"/>
                </a:solidFill>
                <a:effectLst/>
                <a:highlight>
                  <a:srgbClr val="000000"/>
                </a:highlight>
                <a:latin typeface="Consolas" panose="020B0609020204030204" pitchFamily="49" charset="0"/>
              </a:rPr>
              <a:t>bashrc</a:t>
            </a:r>
            <a:r>
              <a:rPr kumimoji="0" lang="en-US" altLang="en-US" sz="2400" b="0" i="0" u="none" strike="noStrike" cap="none" normalizeH="0" baseline="0" dirty="0">
                <a:ln>
                  <a:noFill/>
                </a:ln>
                <a:solidFill>
                  <a:schemeClr val="bg1"/>
                </a:solidFill>
                <a:effectLst/>
                <a:highlight>
                  <a:srgbClr val="000000"/>
                </a:highlight>
                <a:latin typeface="Consolas" panose="020B0609020204030204" pitchFamily="49" charset="0"/>
              </a:rPr>
              <a:t> </a:t>
            </a:r>
            <a:r>
              <a:rPr kumimoji="0" lang="en-US" altLang="en-US" sz="2400" b="0" i="0" u="none" strike="noStrike" cap="none" normalizeH="0" baseline="0" dirty="0">
                <a:ln>
                  <a:noFill/>
                </a:ln>
                <a:solidFill>
                  <a:srgbClr val="212529"/>
                </a:solidFill>
                <a:effectLst/>
                <a:latin typeface="Libre Franklin" pitchFamily="2" charset="0"/>
              </a:rPr>
              <a:t>file:</a:t>
            </a:r>
            <a:r>
              <a:rPr kumimoji="0" lang="en-US" altLang="en-US" sz="2400" b="0" i="0" u="none" strike="noStrike" cap="none" normalizeH="0" baseline="0" dirty="0">
                <a:ln>
                  <a:noFill/>
                </a:ln>
                <a:solidFill>
                  <a:srgbClr val="333333"/>
                </a:solidFill>
                <a:effectLst/>
                <a:latin typeface="Courier"/>
              </a:rPr>
              <a:t> </a:t>
            </a:r>
            <a:endParaRPr kumimoji="0" lang="en-US" altLang="en-US" sz="1100" b="1" i="0" u="none" strike="noStrike" cap="none" normalizeH="0" baseline="0" dirty="0">
              <a:ln>
                <a:noFill/>
              </a:ln>
              <a:solidFill>
                <a:srgbClr val="212529"/>
              </a:solidFill>
              <a:effectLst/>
              <a:latin typeface="kepler-std-display"/>
            </a:endParaRPr>
          </a:p>
          <a:p>
            <a:pPr algn="l"/>
            <a:endParaRPr lang="en-GB" sz="2400" dirty="0">
              <a:latin typeface="Libre Franklin" pitchFamily="2" charset="0"/>
            </a:endParaRPr>
          </a:p>
          <a:p>
            <a:pPr algn="l"/>
            <a:endParaRPr lang="en-GB" sz="2400" dirty="0">
              <a:latin typeface="Libre Franklin" pitchFamily="2" charset="0"/>
            </a:endParaRPr>
          </a:p>
          <a:p>
            <a:pPr algn="l"/>
            <a:endParaRPr lang="en-GB" sz="2400" dirty="0">
              <a:latin typeface="Libre Franklin" pitchFamily="2" charset="0"/>
            </a:endParaRPr>
          </a:p>
          <a:p>
            <a:pPr algn="l"/>
            <a:endParaRPr lang="en-GB" sz="2400" dirty="0">
              <a:latin typeface="Libre Franklin" pitchFamily="2" charset="0"/>
            </a:endParaRPr>
          </a:p>
          <a:p>
            <a:pPr algn="l"/>
            <a:r>
              <a:rPr lang="en-GB" sz="2400" dirty="0">
                <a:latin typeface="Libre Franklin" pitchFamily="2" charset="0"/>
              </a:rPr>
              <a:t>               </a:t>
            </a:r>
          </a:p>
          <a:p>
            <a:pPr marL="342900" indent="-342900" algn="l">
              <a:buFont typeface="Arial" panose="020B0604020202020204" pitchFamily="34" charset="0"/>
              <a:buChar char="•"/>
            </a:pPr>
            <a:endParaRPr lang="en-GB" sz="2400" b="0" i="0" dirty="0">
              <a:solidFill>
                <a:srgbClr val="212529"/>
              </a:solidFill>
              <a:effectLst/>
              <a:latin typeface="Libre Franklin" pitchFamily="2" charset="0"/>
            </a:endParaRPr>
          </a:p>
        </p:txBody>
      </p:sp>
      <p:sp>
        <p:nvSpPr>
          <p:cNvPr id="6" name="Rectangle 2">
            <a:extLst>
              <a:ext uri="{FF2B5EF4-FFF2-40B4-BE49-F238E27FC236}">
                <a16:creationId xmlns:a16="http://schemas.microsoft.com/office/drawing/2014/main" id="{FEDA1069-9BE5-FB02-C70A-CE93D7882EB1}"/>
              </a:ext>
            </a:extLst>
          </p:cNvPr>
          <p:cNvSpPr>
            <a:spLocks noChangeArrowheads="1"/>
          </p:cNvSpPr>
          <p:nvPr/>
        </p:nvSpPr>
        <p:spPr bwMode="auto">
          <a:xfrm>
            <a:off x="585369" y="4500526"/>
            <a:ext cx="10538243" cy="802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vert="horz" wrap="square" lIns="0" tIns="0" rIns="0" bIns="63480" numCol="1" anchor="ctr" anchorCtr="0" compatLnSpc="1">
            <a:prstTxWarp prst="textNoShape">
              <a:avLst/>
            </a:prstTxWarp>
            <a:spAutoFit/>
          </a:bodyPr>
          <a:lstStyle/>
          <a:p>
            <a:pPr lvl="0" defTabSz="914400" eaLnBrk="0" fontAlgn="base" hangingPunct="0">
              <a:spcBef>
                <a:spcPct val="0"/>
              </a:spcBef>
              <a:spcAft>
                <a:spcPct val="0"/>
              </a:spcAft>
            </a:pPr>
            <a:r>
              <a:rPr lang="en-GB" altLang="en-US" sz="2400" dirty="0">
                <a:solidFill>
                  <a:schemeClr val="bg1"/>
                </a:solidFill>
                <a:latin typeface="Consolas" panose="020B0609020204030204" pitchFamily="49" charset="0"/>
              </a:rPr>
              <a:t>export APPTAINER_CACHEDIR=/local/$USER/APPTAINER_CACHE export APPTAINER_TMPDIR=/</a:t>
            </a:r>
            <a:r>
              <a:rPr lang="en-GB" altLang="en-US" sz="2400" dirty="0" err="1">
                <a:solidFill>
                  <a:schemeClr val="bg1"/>
                </a:solidFill>
                <a:latin typeface="Consolas" panose="020B0609020204030204" pitchFamily="49" charset="0"/>
              </a:rPr>
              <a:t>tmp</a:t>
            </a:r>
            <a:endParaRPr lang="en-GB" sz="2400" dirty="0">
              <a:solidFill>
                <a:schemeClr val="bg1"/>
              </a:solidFill>
              <a:latin typeface="Libre Franklin" pitchFamily="2" charset="0"/>
            </a:endParaRPr>
          </a:p>
        </p:txBody>
      </p:sp>
    </p:spTree>
    <p:extLst>
      <p:ext uri="{BB962C8B-B14F-4D97-AF65-F5344CB8AC3E}">
        <p14:creationId xmlns:p14="http://schemas.microsoft.com/office/powerpoint/2010/main" val="1256461313"/>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2774DE-0A2D-DEB2-4457-B72DA972F78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F8074E4-6701-2397-C49F-3BFFE9B5B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3E75865F-BCF6-D19E-E62A-B5BD41EDA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29BFA43-832F-EABB-AA3F-7266CA1F4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79FA2E3C-3413-CFAA-854B-DB0139DDF1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4C83F582-D10E-2562-B668-903CEC6029A6}"/>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GB" dirty="0">
                <a:solidFill>
                  <a:srgbClr val="FFFFFF"/>
                </a:solidFill>
              </a:rPr>
              <a:t>Running Apptainer: Customise </a:t>
            </a:r>
            <a:r>
              <a:rPr lang="en-GB" dirty="0">
                <a:solidFill>
                  <a:schemeClr val="bg1"/>
                </a:solidFill>
                <a:highlight>
                  <a:srgbClr val="000000"/>
                </a:highlight>
              </a:rPr>
              <a:t>.</a:t>
            </a:r>
            <a:r>
              <a:rPr lang="en-GB" dirty="0" err="1">
                <a:solidFill>
                  <a:schemeClr val="bg1"/>
                </a:solidFill>
                <a:highlight>
                  <a:srgbClr val="000000"/>
                </a:highlight>
              </a:rPr>
              <a:t>bashrc</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7A49C69B-E1D6-0B40-9E96-DA45A99CE57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BB6D5FB4-AE12-5021-034E-E577EF7B4B3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8</a:t>
            </a:fld>
            <a:endParaRPr lang="en-US" b="0" i="0" kern="1200" dirty="0">
              <a:solidFill>
                <a:srgbClr val="FFFFFF"/>
              </a:solidFill>
              <a:latin typeface="+mn-lt"/>
              <a:ea typeface="+mn-ea"/>
              <a:cs typeface="+mn-cs"/>
            </a:endParaRPr>
          </a:p>
        </p:txBody>
      </p:sp>
      <p:pic>
        <p:nvPicPr>
          <p:cNvPr id="3" name="Picture 2" descr="A red letters in space&#10;&#10;AI-generated content may be incorrect.">
            <a:extLst>
              <a:ext uri="{FF2B5EF4-FFF2-40B4-BE49-F238E27FC236}">
                <a16:creationId xmlns:a16="http://schemas.microsoft.com/office/drawing/2014/main" id="{F887D7F6-9154-0872-B3F2-5147DE366D7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6" name="TextBox 5">
            <a:extLst>
              <a:ext uri="{FF2B5EF4-FFF2-40B4-BE49-F238E27FC236}">
                <a16:creationId xmlns:a16="http://schemas.microsoft.com/office/drawing/2014/main" id="{870AF4C7-5E0F-E7CB-BABB-AD296B3CBD5E}"/>
              </a:ext>
            </a:extLst>
          </p:cNvPr>
          <p:cNvSpPr txBox="1"/>
          <p:nvPr/>
        </p:nvSpPr>
        <p:spPr>
          <a:xfrm>
            <a:off x="749300" y="2378933"/>
            <a:ext cx="11020425" cy="1200329"/>
          </a:xfrm>
          <a:prstGeom prst="rect">
            <a:avLst/>
          </a:prstGeom>
          <a:noFill/>
        </p:spPr>
        <p:txBody>
          <a:bodyPr wrap="square">
            <a:spAutoFit/>
          </a:bodyPr>
          <a:lstStyle/>
          <a:p>
            <a:pPr lvl="0" defTabSz="914400" eaLnBrk="0" fontAlgn="base" hangingPunct="0">
              <a:spcBef>
                <a:spcPct val="0"/>
              </a:spcBef>
              <a:spcAft>
                <a:spcPct val="0"/>
              </a:spcAft>
            </a:pPr>
            <a:endParaRPr lang="en-GB" altLang="en-US" sz="2400" dirty="0">
              <a:solidFill>
                <a:srgbClr val="212529"/>
              </a:solidFill>
              <a:latin typeface="Libre Franklin" pitchFamily="2" charset="0"/>
            </a:endParaRPr>
          </a:p>
          <a:p>
            <a:pPr lvl="0" defTabSz="914400" eaLnBrk="0" fontAlgn="base" hangingPunct="0">
              <a:spcBef>
                <a:spcPct val="0"/>
              </a:spcBef>
              <a:spcAft>
                <a:spcPct val="0"/>
              </a:spcAft>
            </a:pPr>
            <a:r>
              <a:rPr lang="en-GB" altLang="en-US" sz="2400" dirty="0">
                <a:solidFill>
                  <a:srgbClr val="212529"/>
                </a:solidFill>
                <a:latin typeface="Libre Franklin" pitchFamily="2" charset="0"/>
              </a:rPr>
              <a:t>When the </a:t>
            </a:r>
            <a:r>
              <a:rPr lang="en-GB" altLang="en-US" sz="2400" dirty="0">
                <a:solidFill>
                  <a:schemeClr val="bg1"/>
                </a:solidFill>
                <a:highlight>
                  <a:srgbClr val="000000"/>
                </a:highlight>
                <a:latin typeface="Consolas" panose="020B0609020204030204" pitchFamily="49" charset="0"/>
              </a:rPr>
              <a:t>apptainer</a:t>
            </a:r>
            <a:r>
              <a:rPr lang="en-GB" altLang="en-US" sz="2400" dirty="0">
                <a:latin typeface="Libre Franklin" pitchFamily="2" charset="0"/>
              </a:rPr>
              <a:t>  is used, we can customise the prompt by testing and using the Apptainer Environment Variables</a:t>
            </a:r>
            <a:endParaRPr kumimoji="0" lang="en-US" altLang="en-US" sz="2400" b="0" i="0" u="none" strike="noStrike" cap="none" normalizeH="0" baseline="0" dirty="0">
              <a:ln>
                <a:noFill/>
              </a:ln>
              <a:effectLst/>
              <a:latin typeface="Libre Franklin" pitchFamily="2" charset="0"/>
            </a:endParaRPr>
          </a:p>
        </p:txBody>
      </p:sp>
      <p:pic>
        <p:nvPicPr>
          <p:cNvPr id="5" name="Picture 4" descr="A black background with colorful text&#10;&#10;AI-generated content may be incorrect.">
            <a:extLst>
              <a:ext uri="{FF2B5EF4-FFF2-40B4-BE49-F238E27FC236}">
                <a16:creationId xmlns:a16="http://schemas.microsoft.com/office/drawing/2014/main" id="{2B8AF6D1-8A09-5B29-DD20-899F61A36191}"/>
              </a:ext>
            </a:extLst>
          </p:cNvPr>
          <p:cNvPicPr>
            <a:picLocks noChangeAspect="1"/>
          </p:cNvPicPr>
          <p:nvPr/>
        </p:nvPicPr>
        <p:blipFill>
          <a:blip r:embed="rId3"/>
          <a:stretch>
            <a:fillRect/>
          </a:stretch>
        </p:blipFill>
        <p:spPr>
          <a:xfrm>
            <a:off x="1352060" y="4043928"/>
            <a:ext cx="9103909" cy="1856137"/>
          </a:xfrm>
          <a:prstGeom prst="rect">
            <a:avLst/>
          </a:prstGeom>
        </p:spPr>
      </p:pic>
    </p:spTree>
    <p:extLst>
      <p:ext uri="{BB962C8B-B14F-4D97-AF65-F5344CB8AC3E}">
        <p14:creationId xmlns:p14="http://schemas.microsoft.com/office/powerpoint/2010/main" val="3188850268"/>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6AF282-A20A-8098-44F1-A1AA4C7FBEE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9A6C1C7-0253-69D3-C7A1-1DB0E941B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492C37A2-E332-FDD0-EDB3-DD01D711B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90091481-5EC2-061B-2E25-205FA3770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75C122DA-D53C-42D4-CCAB-9952F5B46F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590A8DB2-ADCE-D688-458E-08430E8F8119}"/>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GB" dirty="0">
                <a:solidFill>
                  <a:srgbClr val="FFFFFF"/>
                </a:solidFill>
              </a:rPr>
              <a:t>Apptainer Obtaining an Image via Pull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4CA2CDEC-5151-8418-5B49-EEF4591C83FC}"/>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5B68B23C-ED7C-C39E-E2B8-B5652752B3A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9</a:t>
            </a:fld>
            <a:endParaRPr lang="en-US" b="0" i="0" kern="1200" dirty="0">
              <a:solidFill>
                <a:srgbClr val="FFFFFF"/>
              </a:solidFill>
              <a:latin typeface="+mn-lt"/>
              <a:ea typeface="+mn-ea"/>
              <a:cs typeface="+mn-cs"/>
            </a:endParaRPr>
          </a:p>
        </p:txBody>
      </p:sp>
      <p:pic>
        <p:nvPicPr>
          <p:cNvPr id="3" name="Picture 2" descr="A red letters in space&#10;&#10;AI-generated content may be incorrect.">
            <a:extLst>
              <a:ext uri="{FF2B5EF4-FFF2-40B4-BE49-F238E27FC236}">
                <a16:creationId xmlns:a16="http://schemas.microsoft.com/office/drawing/2014/main" id="{6D807625-7474-6BD8-6239-9C89D5374331}"/>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6" name="TextBox 5">
            <a:extLst>
              <a:ext uri="{FF2B5EF4-FFF2-40B4-BE49-F238E27FC236}">
                <a16:creationId xmlns:a16="http://schemas.microsoft.com/office/drawing/2014/main" id="{C95AC01B-4970-33CF-A19D-49E4797D648F}"/>
              </a:ext>
            </a:extLst>
          </p:cNvPr>
          <p:cNvSpPr txBox="1"/>
          <p:nvPr/>
        </p:nvSpPr>
        <p:spPr>
          <a:xfrm>
            <a:off x="749300" y="2378933"/>
            <a:ext cx="11020425" cy="415498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latin typeface="Libre Franklin" pitchFamily="2" charset="0"/>
              </a:rPr>
              <a:t>Some software is provided as a </a:t>
            </a:r>
            <a:r>
              <a:rPr kumimoji="0" lang="en-US" altLang="en-US" sz="2400" b="0" i="0" u="none" strike="noStrike" cap="none" normalizeH="0" baseline="0" dirty="0" err="1">
                <a:ln>
                  <a:noFill/>
                </a:ln>
                <a:solidFill>
                  <a:srgbClr val="212529"/>
                </a:solidFill>
                <a:effectLst/>
                <a:latin typeface="Libre Franklin" pitchFamily="2" charset="0"/>
              </a:rPr>
              <a:t>Dockerfile</a:t>
            </a:r>
            <a:r>
              <a:rPr kumimoji="0" lang="en-US" altLang="en-US" sz="2400" b="0" i="0" u="none" strike="noStrike" cap="none" normalizeH="0" baseline="0" dirty="0">
                <a:ln>
                  <a:noFill/>
                </a:ln>
                <a:solidFill>
                  <a:srgbClr val="212529"/>
                </a:solidFill>
                <a:effectLst/>
                <a:latin typeface="Libre Franklin" pitchFamily="2" charset="0"/>
              </a:rPr>
              <a:t> instead of an actual container. In this case, if you have Docker installed on your local machine (e.g., laptop) then you can create the Docker image yourself and then transfer it to one of the Research Computing clusters where the Apptainer image can be built.</a:t>
            </a:r>
            <a:endParaRPr kumimoji="0" lang="en-US" altLang="en-US" sz="105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latin typeface="Libre Franklin" pitchFamily="2" charset="0"/>
              </a:rPr>
              <a:t>On your local machine, after </a:t>
            </a:r>
            <a:r>
              <a:rPr lang="en-US" altLang="en-US" sz="2400" b="1" dirty="0">
                <a:solidFill>
                  <a:srgbClr val="000000"/>
                </a:solidFill>
                <a:latin typeface="Libre Franklin" pitchFamily="2" charset="0"/>
                <a:hlinkClick r:id="rId3"/>
              </a:rPr>
              <a:t>making the Docker image(</a:t>
            </a:r>
            <a:r>
              <a:rPr kumimoji="0" lang="en-US" altLang="en-US" sz="2400" b="1" i="0" u="none" strike="noStrike" cap="none" normalizeH="0" baseline="0" dirty="0">
                <a:ln>
                  <a:noFill/>
                </a:ln>
                <a:solidFill>
                  <a:srgbClr val="000000"/>
                </a:solidFill>
                <a:effectLst/>
                <a:latin typeface="Libre Franklin" pitchFamily="2" charset="0"/>
                <a:hlinkClick r:id="rId3"/>
              </a:rPr>
              <a:t>)</a:t>
            </a:r>
            <a:r>
              <a:rPr kumimoji="0" lang="en-US" altLang="en-US" sz="2400" b="0" i="0" u="none" strike="noStrike" cap="none" normalizeH="0" baseline="0" dirty="0">
                <a:ln>
                  <a:noFill/>
                </a:ln>
                <a:solidFill>
                  <a:srgbClr val="212529"/>
                </a:solidFill>
                <a:effectLst/>
                <a:latin typeface="Libre Franklin" pitchFamily="2" charset="0"/>
              </a:rPr>
              <a:t>, get the image id by running this command: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333333"/>
              </a:solidFill>
              <a:effectLst/>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latin typeface="Libre Franklin" pitchFamily="2" charset="0"/>
              </a:rPr>
              <a:t>Next, save that image as a tar file (say it was id 9c27e219663c):</a:t>
            </a:r>
            <a:endParaRPr kumimoji="0" lang="en-US" altLang="en-US" sz="2400" b="0" i="0" u="none" strike="noStrike" cap="none" normalizeH="0" baseline="0" dirty="0">
              <a:ln>
                <a:noFill/>
              </a:ln>
              <a:solidFill>
                <a:srgbClr val="333333"/>
              </a:solidFill>
              <a:effectLst/>
              <a:latin typeface="Couri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p:txBody>
      </p:sp>
      <p:sp>
        <p:nvSpPr>
          <p:cNvPr id="5" name="Rectangle 2">
            <a:extLst>
              <a:ext uri="{FF2B5EF4-FFF2-40B4-BE49-F238E27FC236}">
                <a16:creationId xmlns:a16="http://schemas.microsoft.com/office/drawing/2014/main" id="{37E28CC4-3676-AC9C-5EE1-918C33418996}"/>
              </a:ext>
            </a:extLst>
          </p:cNvPr>
          <p:cNvSpPr>
            <a:spLocks noChangeArrowheads="1"/>
          </p:cNvSpPr>
          <p:nvPr/>
        </p:nvSpPr>
        <p:spPr bwMode="auto">
          <a:xfrm>
            <a:off x="909637" y="4782752"/>
            <a:ext cx="10372725" cy="43343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bg1"/>
                </a:solidFill>
                <a:effectLst/>
                <a:latin typeface="Consolas" panose="020B0609020204030204" pitchFamily="49" charset="0"/>
              </a:rPr>
              <a:t>$ docker images</a:t>
            </a:r>
          </a:p>
        </p:txBody>
      </p:sp>
      <p:sp>
        <p:nvSpPr>
          <p:cNvPr id="8" name="Rectangle 2">
            <a:extLst>
              <a:ext uri="{FF2B5EF4-FFF2-40B4-BE49-F238E27FC236}">
                <a16:creationId xmlns:a16="http://schemas.microsoft.com/office/drawing/2014/main" id="{0EDEB514-0359-A341-2F01-0EB725CA3AA3}"/>
              </a:ext>
            </a:extLst>
          </p:cNvPr>
          <p:cNvSpPr>
            <a:spLocks noChangeArrowheads="1"/>
          </p:cNvSpPr>
          <p:nvPr/>
        </p:nvSpPr>
        <p:spPr bwMode="auto">
          <a:xfrm>
            <a:off x="921471" y="5734984"/>
            <a:ext cx="10372725" cy="43343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en-US" sz="2400" b="0" i="0" u="none" strike="noStrike" cap="none" normalizeH="0" baseline="0" dirty="0">
                <a:ln>
                  <a:noFill/>
                </a:ln>
                <a:solidFill>
                  <a:schemeClr val="bg1"/>
                </a:solidFill>
                <a:effectLst/>
                <a:latin typeface="Consolas" panose="020B0609020204030204" pitchFamily="49" charset="0"/>
              </a:rPr>
              <a:t>$ docker save 9c27e219663c -o myimage.tar</a:t>
            </a:r>
          </a:p>
        </p:txBody>
      </p:sp>
    </p:spTree>
    <p:extLst>
      <p:ext uri="{BB962C8B-B14F-4D97-AF65-F5344CB8AC3E}">
        <p14:creationId xmlns:p14="http://schemas.microsoft.com/office/powerpoint/2010/main" val="3955278384"/>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15603A-6A9A-E44F-A1C3-D39A3F453858}"/>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D4B34CD9-C6EA-F941-4026-5215DA60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7AA258CB-42CB-E70E-8294-132A08E90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E97E328B-B170-15BB-DCE4-64098DC241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D9190CA9-B9FD-DA26-4D64-F21E8B47FC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6E4BFF63-D97D-7882-08B3-F892BA0D03BD}"/>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Tutorial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69F5ADCB-6095-5DC4-4BC3-4DE0786EC88A}"/>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AA88C93D-1AFE-8D39-EC77-BD0CBB220D8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10</a:t>
            </a:fld>
            <a:endParaRPr lang="en-US" b="0" i="0" kern="1200" dirty="0">
              <a:solidFill>
                <a:srgbClr val="FFFFFF"/>
              </a:solidFill>
              <a:latin typeface="+mn-lt"/>
              <a:ea typeface="+mn-ea"/>
              <a:cs typeface="+mn-cs"/>
            </a:endParaRPr>
          </a:p>
        </p:txBody>
      </p:sp>
      <p:pic>
        <p:nvPicPr>
          <p:cNvPr id="8" name="Picture 7">
            <a:extLst>
              <a:ext uri="{FF2B5EF4-FFF2-40B4-BE49-F238E27FC236}">
                <a16:creationId xmlns:a16="http://schemas.microsoft.com/office/drawing/2014/main" id="{DB211506-70AD-01B1-0BDC-400AABFFEED8}"/>
              </a:ext>
            </a:extLst>
          </p:cNvPr>
          <p:cNvPicPr>
            <a:picLocks noChangeAspect="1"/>
          </p:cNvPicPr>
          <p:nvPr/>
        </p:nvPicPr>
        <p:blipFill>
          <a:blip r:embed="rId3"/>
          <a:stretch>
            <a:fillRect/>
          </a:stretch>
        </p:blipFill>
        <p:spPr>
          <a:xfrm>
            <a:off x="967941" y="2407162"/>
            <a:ext cx="8668917" cy="4329838"/>
          </a:xfrm>
          <a:prstGeom prst="rect">
            <a:avLst/>
          </a:prstGeom>
        </p:spPr>
      </p:pic>
    </p:spTree>
    <p:extLst>
      <p:ext uri="{BB962C8B-B14F-4D97-AF65-F5344CB8AC3E}">
        <p14:creationId xmlns:p14="http://schemas.microsoft.com/office/powerpoint/2010/main" val="1939520468"/>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B1397F-23EB-34FF-77F0-9279306F93A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8A93887-B548-DBCE-E227-B71B412C3D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438F7A55-AEBA-8589-2C11-5837BF500A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C532C85-6033-885B-1F6B-39F274CA7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39E54D7F-6827-6066-90CF-484DD9B2C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5EE254A7-466F-D4D6-F413-86398FFE6D93}"/>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Apptainer Obtaining an Image via docker file</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7A3E1262-7548-1D90-2BAF-9D98820D2DDE}"/>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37705744-7380-1FD0-44E3-35BC6AABD93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11</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05B2CC8D-0F81-DAD7-9FB9-C9A2A7DCACBC}"/>
              </a:ext>
            </a:extLst>
          </p:cNvPr>
          <p:cNvSpPr txBox="1"/>
          <p:nvPr/>
        </p:nvSpPr>
        <p:spPr>
          <a:xfrm>
            <a:off x="525464" y="1835031"/>
            <a:ext cx="11020425" cy="452431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latin typeface="Libre Franklin" pitchFamily="2" charset="0"/>
              </a:rPr>
              <a:t>Copy </a:t>
            </a:r>
            <a:r>
              <a:rPr kumimoji="0" lang="en-US" altLang="en-US" sz="2400" b="0" i="0" u="none" strike="noStrike" cap="none" normalizeH="0" baseline="0" dirty="0">
                <a:ln>
                  <a:noFill/>
                </a:ln>
                <a:effectLst/>
                <a:highlight>
                  <a:srgbClr val="000000"/>
                </a:highlight>
                <a:latin typeface="Consolas" panose="020B0609020204030204" pitchFamily="49" charset="0"/>
              </a:rPr>
              <a:t>myimage.tar </a:t>
            </a:r>
            <a:r>
              <a:rPr kumimoji="0" lang="en-US" altLang="en-US" sz="2400" b="0" i="0" u="none" strike="noStrike" cap="none" normalizeH="0" baseline="0" dirty="0">
                <a:ln>
                  <a:noFill/>
                </a:ln>
                <a:solidFill>
                  <a:srgbClr val="212529"/>
                </a:solidFill>
                <a:effectLst/>
                <a:latin typeface="Libre Franklin" pitchFamily="2" charset="0"/>
              </a:rPr>
              <a:t>to one of the Research Computing clusters using </a:t>
            </a:r>
            <a:r>
              <a:rPr kumimoji="0" lang="en-US" altLang="en-US" sz="2400" b="1" i="0" u="none" strike="noStrike" cap="none" normalizeH="0" baseline="0" dirty="0" err="1">
                <a:ln>
                  <a:noFill/>
                </a:ln>
                <a:solidFill>
                  <a:srgbClr val="000000"/>
                </a:solidFill>
                <a:effectLst/>
                <a:latin typeface="Libre Franklin" pitchFamily="2" charset="0"/>
                <a:hlinkClick r:id="rId3"/>
              </a:rPr>
              <a:t>scp</a:t>
            </a:r>
            <a:r>
              <a:rPr kumimoji="0" lang="en-US" altLang="en-US" sz="2400" b="0" i="0" u="none" strike="noStrike" cap="none" normalizeH="0" baseline="0" dirty="0">
                <a:ln>
                  <a:noFill/>
                </a:ln>
                <a:solidFill>
                  <a:srgbClr val="212529"/>
                </a:solidFill>
                <a:effectLst/>
                <a:latin typeface="Libre Franklin" pitchFamily="2" charset="0"/>
              </a:rPr>
              <a:t> and then create the Apptainer image. These commands might look as follows: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12529"/>
              </a:solidFill>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12529"/>
              </a:solidFill>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212529"/>
              </a:solidFill>
              <a:effectLst/>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solidFill>
                <a:srgbClr val="212529"/>
              </a:solidFill>
              <a:latin typeface="Libre Franklin"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latin typeface="Libre Franklin" pitchFamily="2" charset="0"/>
              </a:rPr>
              <a:t>You may then follow the directions below for running </a:t>
            </a:r>
            <a:r>
              <a:rPr kumimoji="0" lang="en-US" altLang="en-US" sz="2400" b="0" i="0" u="none" strike="noStrike" cap="none" normalizeH="0" baseline="0" dirty="0" err="1">
                <a:ln>
                  <a:noFill/>
                </a:ln>
                <a:solidFill>
                  <a:schemeClr val="bg1"/>
                </a:solidFill>
                <a:effectLst/>
                <a:highlight>
                  <a:srgbClr val="000000"/>
                </a:highlight>
                <a:latin typeface="Consolas" panose="020B0609020204030204" pitchFamily="49" charset="0"/>
              </a:rPr>
              <a:t>myimage.sif</a:t>
            </a:r>
            <a:r>
              <a:rPr kumimoji="0" lang="en-US" altLang="en-US" sz="2400" b="0" i="0" u="none" strike="noStrike" cap="none" normalizeH="0" baseline="0" dirty="0">
                <a:ln>
                  <a:noFill/>
                </a:ln>
                <a:solidFill>
                  <a:schemeClr val="bg1"/>
                </a:solidFill>
                <a:effectLst/>
                <a:latin typeface="Consolas" panose="020B0609020204030204" pitchFamily="49" charset="0"/>
              </a:rPr>
              <a:t> </a:t>
            </a:r>
            <a:r>
              <a:rPr kumimoji="0" lang="en-US" altLang="en-US" sz="2400" b="0" i="0" u="none" strike="noStrike" cap="none" normalizeH="0" baseline="0" dirty="0">
                <a:ln>
                  <a:noFill/>
                </a:ln>
                <a:solidFill>
                  <a:srgbClr val="212529"/>
                </a:solidFill>
                <a:effectLst/>
                <a:latin typeface="Libre Franklin" pitchFamily="2" charset="0"/>
              </a:rPr>
              <a:t>which is a Apptainer container.</a:t>
            </a:r>
            <a:endParaRPr kumimoji="0" lang="en-US" altLang="en-US" sz="1100" b="1" i="0" u="none" strike="noStrike" cap="none" normalizeH="0" baseline="0" dirty="0">
              <a:ln>
                <a:noFill/>
              </a:ln>
              <a:solidFill>
                <a:srgbClr val="212529"/>
              </a:solidFill>
              <a:effectLst/>
              <a:latin typeface="kepler-std-display"/>
            </a:endParaRPr>
          </a:p>
        </p:txBody>
      </p:sp>
      <p:sp>
        <p:nvSpPr>
          <p:cNvPr id="5" name="Rectangle 2">
            <a:extLst>
              <a:ext uri="{FF2B5EF4-FFF2-40B4-BE49-F238E27FC236}">
                <a16:creationId xmlns:a16="http://schemas.microsoft.com/office/drawing/2014/main" id="{B68CD4AD-E709-AE86-1507-3F903F3FD237}"/>
              </a:ext>
            </a:extLst>
          </p:cNvPr>
          <p:cNvSpPr>
            <a:spLocks noChangeArrowheads="1"/>
          </p:cNvSpPr>
          <p:nvPr/>
        </p:nvSpPr>
        <p:spPr bwMode="auto">
          <a:xfrm>
            <a:off x="877094" y="3179436"/>
            <a:ext cx="10317163" cy="2280091"/>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tx1"/>
                </a:solidFill>
                <a:effectLst/>
                <a:latin typeface="Consolas" panose="020B0609020204030204" pitchFamily="49" charset="0"/>
              </a:rPr>
              <a:t>&gt;</a:t>
            </a:r>
            <a:r>
              <a:rPr kumimoji="0" lang="sv-SE" altLang="en-US" sz="2400" b="0" i="0" u="none" strike="noStrike" cap="none" normalizeH="0" baseline="0" dirty="0">
                <a:ln>
                  <a:noFill/>
                </a:ln>
                <a:solidFill>
                  <a:schemeClr val="bg1"/>
                </a:solidFill>
                <a:effectLst/>
                <a:latin typeface="Consolas" panose="020B0609020204030204" pitchFamily="49" charset="0"/>
              </a:rPr>
              <a:t>scp myimage.tar &lt;YourID&gt;@cam.ac.uk:software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bg1"/>
                </a:solidFill>
                <a:effectLst/>
                <a:latin typeface="Consolas" panose="020B0609020204030204" pitchFamily="49" charset="0"/>
              </a:rPr>
              <a:t>$ ssh &lt;YourID&gt;@cam.ac.uk </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bg1"/>
                </a:solidFill>
                <a:effectLst/>
                <a:latin typeface="Consolas" panose="020B0609020204030204" pitchFamily="49" charset="0"/>
              </a:rPr>
              <a:t>$ cd software </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bg1"/>
                </a:solidFill>
                <a:effectLst/>
                <a:latin typeface="Consolas" panose="020B0609020204030204" pitchFamily="49" charset="0"/>
              </a:rPr>
              <a:t>$ unset APPTAINER_BIND</a:t>
            </a:r>
          </a:p>
          <a:p>
            <a:pPr marL="0" marR="0" lvl="0" indent="0" algn="l" defTabSz="914400" rtl="0" eaLnBrk="0" fontAlgn="base" latinLnBrk="0" hangingPunct="0">
              <a:lnSpc>
                <a:spcPct val="100000"/>
              </a:lnSpc>
              <a:spcBef>
                <a:spcPct val="0"/>
              </a:spcBef>
              <a:spcAft>
                <a:spcPct val="0"/>
              </a:spcAft>
              <a:buClrTx/>
              <a:buSzTx/>
              <a:buFontTx/>
              <a:buNone/>
              <a:tabLst/>
            </a:pPr>
            <a:r>
              <a:rPr kumimoji="0" lang="sv-SE" altLang="en-US" sz="2400" b="0" i="0" u="none" strike="noStrike" cap="none" normalizeH="0" baseline="0" dirty="0">
                <a:ln>
                  <a:noFill/>
                </a:ln>
                <a:solidFill>
                  <a:schemeClr val="bg1"/>
                </a:solidFill>
                <a:effectLst/>
                <a:latin typeface="Consolas" panose="020B0609020204030204" pitchFamily="49" charset="0"/>
              </a:rPr>
              <a:t>$ apptainer build myimage.sif docker-archive://myimage.tar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sv-SE" altLang="en-US" sz="2400" b="0" i="0" u="none" strike="noStrike" cap="none" normalizeH="0" baseline="0" dirty="0">
              <a:ln>
                <a:noFill/>
              </a:ln>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2946565305"/>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E79DB7E4-70C3-F309-29C7-934BE22C659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3EFB889-21DB-4E67-28EF-65D6C144FD4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8D64D162-35D4-EF73-E780-ABD5D0A18C9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CAC0BB21-E1D1-4875-3447-4E0F17D6FC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84102104-6CDF-E559-A360-E1BB26069CC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392AAFD5-FC94-CEE5-91A1-4E74442C89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68622AD0-C570-F4A4-625E-DB00A3107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4F2994A1-56EC-7B3D-5891-0859E393C1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608F562E-A70E-C0D8-2A96-4C0390BBB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6E62F10A-A2BB-0464-67BF-36FBB7A000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A21A0082-C944-3DDE-5ACB-0C34C804C0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C6931CD3-2C9D-15AD-BB5B-9E17A79DC44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12</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6A9FEBC6-3DE3-A1B0-58BC-A77C7A9E723A}"/>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b="0" i="0" kern="1200" dirty="0">
                <a:solidFill>
                  <a:srgbClr val="FFFFFF"/>
                </a:solidFill>
                <a:latin typeface="+mj-lt"/>
                <a:ea typeface="+mj-ea"/>
                <a:cs typeface="+mj-cs"/>
              </a:rPr>
              <a:t>Apptainer shell</a:t>
            </a:r>
          </a:p>
        </p:txBody>
      </p:sp>
      <p:sp>
        <p:nvSpPr>
          <p:cNvPr id="2" name="TextBox 1">
            <a:extLst>
              <a:ext uri="{FF2B5EF4-FFF2-40B4-BE49-F238E27FC236}">
                <a16:creationId xmlns:a16="http://schemas.microsoft.com/office/drawing/2014/main" id="{90FDDFFC-02A0-9150-B4AD-C1FF9EEFDA97}"/>
              </a:ext>
            </a:extLst>
          </p:cNvPr>
          <p:cNvSpPr txBox="1"/>
          <p:nvPr/>
        </p:nvSpPr>
        <p:spPr>
          <a:xfrm>
            <a:off x="573234" y="727085"/>
            <a:ext cx="8946541" cy="3484879"/>
          </a:xfrm>
          <a:prstGeom prst="rect">
            <a:avLst/>
          </a:prstGeom>
        </p:spPr>
        <p:txBody>
          <a:bodyPr vert="horz" lIns="91440" tIns="45720" rIns="91440" bIns="45720" rtlCol="0">
            <a:normAutofit/>
          </a:bodyPr>
          <a:lstStyle/>
          <a:p>
            <a:r>
              <a:rPr lang="en-GB" sz="1600" dirty="0"/>
              <a:t>Script for interactive shell in Apptainer</a:t>
            </a:r>
            <a:endParaRPr lang="en-US" sz="1600" dirty="0"/>
          </a:p>
        </p:txBody>
      </p:sp>
      <p:sp>
        <p:nvSpPr>
          <p:cNvPr id="3" name="TextBox 2">
            <a:extLst>
              <a:ext uri="{FF2B5EF4-FFF2-40B4-BE49-F238E27FC236}">
                <a16:creationId xmlns:a16="http://schemas.microsoft.com/office/drawing/2014/main" id="{8E03CA07-71F3-635D-C1FF-4B9D40902F9B}"/>
              </a:ext>
            </a:extLst>
          </p:cNvPr>
          <p:cNvSpPr txBox="1"/>
          <p:nvPr/>
        </p:nvSpPr>
        <p:spPr>
          <a:xfrm>
            <a:off x="838200" y="1690688"/>
            <a:ext cx="11020425" cy="63094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2400" b="0" i="0" u="none" strike="noStrike" kern="1200" cap="none" spc="0" normalizeH="0" baseline="0" noProof="0" dirty="0">
                <a:ln>
                  <a:noFill/>
                </a:ln>
                <a:solidFill>
                  <a:srgbClr val="212529"/>
                </a:solidFill>
                <a:effectLst/>
                <a:uLnTx/>
                <a:uFillTx/>
                <a:latin typeface="Libre Franklin" pitchFamily="2" charset="0"/>
                <a:ea typeface="+mn-ea"/>
                <a:cs typeface="+mn-cs"/>
              </a:rPr>
              <a:t>Use the "shell" command to run a shell within the container: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rgbClr val="212529"/>
              </a:solidFill>
              <a:effectLst/>
              <a:latin typeface="kepler-std-display"/>
            </a:endParaRPr>
          </a:p>
        </p:txBody>
      </p:sp>
      <p:sp>
        <p:nvSpPr>
          <p:cNvPr id="5" name="TextBox 4">
            <a:extLst>
              <a:ext uri="{FF2B5EF4-FFF2-40B4-BE49-F238E27FC236}">
                <a16:creationId xmlns:a16="http://schemas.microsoft.com/office/drawing/2014/main" id="{8438C6B0-10AC-7276-C88B-F96DD9A732E4}"/>
              </a:ext>
            </a:extLst>
          </p:cNvPr>
          <p:cNvSpPr txBox="1"/>
          <p:nvPr/>
        </p:nvSpPr>
        <p:spPr>
          <a:xfrm>
            <a:off x="1878012" y="2611226"/>
            <a:ext cx="6121400" cy="1477328"/>
          </a:xfrm>
          <a:prstGeom prst="rect">
            <a:avLst/>
          </a:prstGeom>
          <a:solidFill>
            <a:schemeClr val="tx1"/>
          </a:solidFill>
        </p:spPr>
        <p:txBody>
          <a:bodyPr wrap="square">
            <a:spAutoFit/>
          </a:bodyPr>
          <a:lstStyle/>
          <a:p>
            <a:pPr lvl="0" defTabSz="914400" eaLnBrk="0" fontAlgn="base" hangingPunct="0">
              <a:spcBef>
                <a:spcPct val="0"/>
              </a:spcBef>
              <a:spcAft>
                <a:spcPct val="0"/>
              </a:spcAft>
              <a:defRPr/>
            </a:pP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 </a:t>
            </a:r>
            <a:r>
              <a:rPr kumimoji="0" lang="en-GB" altLang="en-US" sz="1800" b="0" i="0" u="none" strike="noStrike" kern="1200" cap="none" spc="0" normalizeH="0" baseline="0" noProof="0" dirty="0" err="1">
                <a:ln>
                  <a:noFill/>
                </a:ln>
                <a:solidFill>
                  <a:schemeClr val="bg1"/>
                </a:solidFill>
                <a:effectLst/>
                <a:highlight>
                  <a:srgbClr val="000000"/>
                </a:highlight>
                <a:uLnTx/>
                <a:uFillTx/>
                <a:latin typeface="Consolas" panose="020B0609020204030204" pitchFamily="49" charset="0"/>
              </a:rPr>
              <a:t>apptainer</a:t>
            </a: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 shell ./</a:t>
            </a:r>
            <a:r>
              <a:rPr lang="en-GB" altLang="en-US" sz="1800" dirty="0">
                <a:solidFill>
                  <a:schemeClr val="bg1"/>
                </a:solidFill>
                <a:highlight>
                  <a:srgbClr val="000000"/>
                </a:highlight>
                <a:latin typeface="Consolas" panose="020B0609020204030204" pitchFamily="49" charset="0"/>
              </a:rPr>
              <a:t>INTEL-</a:t>
            </a:r>
            <a:r>
              <a:rPr lang="en-GB" altLang="en-US" sz="1800" dirty="0" err="1">
                <a:solidFill>
                  <a:schemeClr val="bg1"/>
                </a:solidFill>
                <a:highlight>
                  <a:srgbClr val="000000"/>
                </a:highlight>
                <a:latin typeface="Consolas" panose="020B0609020204030204" pitchFamily="49" charset="0"/>
              </a:rPr>
              <a:t>WandB</a:t>
            </a: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a:t>
            </a:r>
            <a:r>
              <a:rPr kumimoji="0" lang="en-GB" altLang="en-US" sz="1800" b="0" i="0" u="none" strike="noStrike" kern="1200" cap="none" spc="0" normalizeH="0" baseline="0" noProof="0" dirty="0" err="1">
                <a:ln>
                  <a:noFill/>
                </a:ln>
                <a:solidFill>
                  <a:schemeClr val="bg1"/>
                </a:solidFill>
                <a:effectLst/>
                <a:highlight>
                  <a:srgbClr val="000000"/>
                </a:highlight>
                <a:uLnTx/>
                <a:uFillTx/>
                <a:latin typeface="Consolas" panose="020B0609020204030204" pitchFamily="49" charset="0"/>
              </a:rPr>
              <a:t>sif</a:t>
            </a: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Apptainer&gt; cat /etc/</a:t>
            </a:r>
            <a:r>
              <a:rPr kumimoji="0" lang="en-GB" altLang="en-US" sz="1800" b="0" i="0" u="none" strike="noStrike" kern="1200" cap="none" spc="0" normalizeH="0" baseline="0" noProof="0" dirty="0" err="1">
                <a:ln>
                  <a:noFill/>
                </a:ln>
                <a:solidFill>
                  <a:schemeClr val="bg1"/>
                </a:solidFill>
                <a:effectLst/>
                <a:highlight>
                  <a:srgbClr val="000000"/>
                </a:highlight>
                <a:uLnTx/>
                <a:uFillTx/>
                <a:latin typeface="Consolas" panose="020B0609020204030204" pitchFamily="49" charset="0"/>
              </a:rPr>
              <a:t>os</a:t>
            </a: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-release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Apptainer&gt; cd /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Apptainer&gt; ls -l </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GB" altLang="en-US" sz="1800" b="0" i="0" u="none" strike="noStrike" kern="1200" cap="none" spc="0" normalizeH="0" baseline="0" noProof="0" dirty="0">
                <a:ln>
                  <a:noFill/>
                </a:ln>
                <a:solidFill>
                  <a:schemeClr val="bg1"/>
                </a:solidFill>
                <a:effectLst/>
                <a:highlight>
                  <a:srgbClr val="000000"/>
                </a:highlight>
                <a:uLnTx/>
                <a:uFillTx/>
                <a:latin typeface="Consolas" panose="020B0609020204030204" pitchFamily="49" charset="0"/>
              </a:rPr>
              <a:t>Apptainer&gt; exit</a:t>
            </a:r>
            <a:r>
              <a:rPr kumimoji="0" lang="en-GB" altLang="en-US" sz="1800" b="0" i="0" u="none" strike="noStrike" kern="1200" cap="none" spc="0" normalizeH="0" baseline="0" noProof="0" dirty="0">
                <a:ln>
                  <a:noFill/>
                </a:ln>
                <a:solidFill>
                  <a:schemeClr val="bg1"/>
                </a:solidFill>
                <a:effectLst/>
                <a:uLnTx/>
                <a:uFillTx/>
                <a:latin typeface="Libre Franklin" pitchFamily="2" charset="0"/>
                <a:ea typeface="+mn-ea"/>
                <a:cs typeface="+mn-cs"/>
              </a:rPr>
              <a:t> </a:t>
            </a:r>
          </a:p>
        </p:txBody>
      </p:sp>
    </p:spTree>
    <p:extLst>
      <p:ext uri="{BB962C8B-B14F-4D97-AF65-F5344CB8AC3E}">
        <p14:creationId xmlns:p14="http://schemas.microsoft.com/office/powerpoint/2010/main" val="211182605"/>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2F212-0433-D997-7E90-6C236980263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DDD6C9E-EB8B-AF6C-CF60-0E6C1C52F0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1E19D0C7-7082-2306-5EC5-35F199B8E1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56B7A580-EA9D-78D9-2147-1AB4E5748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E5C5D155-5682-79B9-862D-5A746ED56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B3BF7396-C7F0-B779-A68E-45A17F4C9C00}"/>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Tutorial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2F227339-0991-1A58-8708-D17A89DD075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CA3E6741-614F-1E40-3422-453973EC651D}"/>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13</a:t>
            </a:fld>
            <a:endParaRPr lang="en-US" b="0" i="0" kern="1200" dirty="0">
              <a:solidFill>
                <a:srgbClr val="FFFFFF"/>
              </a:solidFill>
              <a:latin typeface="+mn-lt"/>
              <a:ea typeface="+mn-ea"/>
              <a:cs typeface="+mn-cs"/>
            </a:endParaRPr>
          </a:p>
        </p:txBody>
      </p:sp>
      <p:sp>
        <p:nvSpPr>
          <p:cNvPr id="5" name="TextBox 4">
            <a:extLst>
              <a:ext uri="{FF2B5EF4-FFF2-40B4-BE49-F238E27FC236}">
                <a16:creationId xmlns:a16="http://schemas.microsoft.com/office/drawing/2014/main" id="{67182C2A-9AA4-6614-5EA7-43EE604ACE49}"/>
              </a:ext>
            </a:extLst>
          </p:cNvPr>
          <p:cNvSpPr txBox="1"/>
          <p:nvPr/>
        </p:nvSpPr>
        <p:spPr>
          <a:xfrm>
            <a:off x="821419" y="2462344"/>
            <a:ext cx="11020425" cy="3046988"/>
          </a:xfrm>
          <a:prstGeom prst="rect">
            <a:avLst/>
          </a:prstGeom>
          <a:noFill/>
        </p:spPr>
        <p:txBody>
          <a:bodyPr wrap="square">
            <a:spAutoFit/>
          </a:bodyPr>
          <a:lstStyle/>
          <a:p>
            <a:pPr algn="l"/>
            <a:r>
              <a:rPr lang="en-GB" sz="2400" dirty="0">
                <a:latin typeface="Libre Franklin" pitchFamily="2" charset="0"/>
              </a:rPr>
              <a:t> The main Apptainer tutorial:</a:t>
            </a:r>
          </a:p>
          <a:p>
            <a:pPr algn="l"/>
            <a:endParaRPr lang="en-GB" sz="2400" dirty="0">
              <a:latin typeface="Libre Franklin" pitchFamily="2" charset="0"/>
            </a:endParaRPr>
          </a:p>
          <a:p>
            <a:pPr algn="l"/>
            <a:r>
              <a:rPr lang="en-GB" sz="2400" dirty="0">
                <a:latin typeface="Libre Franklin" pitchFamily="2" charset="0"/>
              </a:rPr>
              <a:t>COW say! Moo/ Hello World</a:t>
            </a:r>
          </a:p>
          <a:p>
            <a:pPr algn="l"/>
            <a:endParaRPr lang="en-GB" sz="2400" dirty="0">
              <a:latin typeface="Libre Franklin" pitchFamily="2" charset="0"/>
            </a:endParaRPr>
          </a:p>
          <a:p>
            <a:pPr algn="l"/>
            <a:endParaRPr lang="en-GB" sz="2400" dirty="0">
              <a:latin typeface="Libre Franklin" pitchFamily="2" charset="0"/>
            </a:endParaRPr>
          </a:p>
          <a:p>
            <a:pPr algn="l"/>
            <a:endParaRPr lang="en-GB" sz="2400" dirty="0">
              <a:latin typeface="Libre Franklin" pitchFamily="2" charset="0"/>
            </a:endParaRPr>
          </a:p>
          <a:p>
            <a:pPr algn="l"/>
            <a:r>
              <a:rPr lang="en-GB" sz="2400" dirty="0">
                <a:latin typeface="Libre Franklin" pitchFamily="2" charset="0"/>
              </a:rPr>
              <a:t>               </a:t>
            </a:r>
          </a:p>
          <a:p>
            <a:pPr marL="342900" indent="-342900" algn="l">
              <a:buFont typeface="Arial" panose="020B0604020202020204" pitchFamily="34" charset="0"/>
              <a:buChar char="•"/>
            </a:pPr>
            <a:endParaRPr lang="en-GB" sz="2400" b="0" i="0" dirty="0">
              <a:solidFill>
                <a:srgbClr val="212529"/>
              </a:solidFill>
              <a:effectLst/>
              <a:latin typeface="Libre Franklin" pitchFamily="2" charset="0"/>
            </a:endParaRPr>
          </a:p>
        </p:txBody>
      </p:sp>
      <p:sp>
        <p:nvSpPr>
          <p:cNvPr id="8" name="Rectangle 2">
            <a:extLst>
              <a:ext uri="{FF2B5EF4-FFF2-40B4-BE49-F238E27FC236}">
                <a16:creationId xmlns:a16="http://schemas.microsoft.com/office/drawing/2014/main" id="{EE042F39-96DA-2730-FB59-F63F846D68E9}"/>
              </a:ext>
            </a:extLst>
          </p:cNvPr>
          <p:cNvSpPr>
            <a:spLocks noChangeArrowheads="1"/>
          </p:cNvSpPr>
          <p:nvPr/>
        </p:nvSpPr>
        <p:spPr bwMode="auto">
          <a:xfrm>
            <a:off x="821419" y="4164549"/>
            <a:ext cx="8386082" cy="2280091"/>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b="0" i="0" u="none" strike="noStrike" cap="none" normalizeH="0" baseline="0" dirty="0">
                <a:ln>
                  <a:noFill/>
                </a:ln>
                <a:solidFill>
                  <a:schemeClr val="bg1"/>
                </a:solidFill>
                <a:effectLst/>
                <a:latin typeface="Consolas" panose="020B0609020204030204" pitchFamily="49" charset="0"/>
              </a:rPr>
              <a:t>$</a:t>
            </a:r>
            <a:r>
              <a:rPr lang="en-GB" sz="2400" dirty="0">
                <a:latin typeface="Libre Franklin" pitchFamily="2" charset="0"/>
              </a:rPr>
              <a:t> apptainer pull docker://ghcr.io/apptainer/lolcow</a:t>
            </a:r>
            <a:endParaRPr lang="en-GB" sz="2400" dirty="0">
              <a:solidFill>
                <a:schemeClr val="bg1"/>
              </a:solidFill>
              <a:latin typeface="Consolas" panose="020B0609020204030204" pitchFamily="49" charset="0"/>
            </a:endParaRPr>
          </a:p>
          <a:p>
            <a:pPr algn="l"/>
            <a:r>
              <a:rPr lang="en-GB" sz="2400" dirty="0">
                <a:latin typeface="Libre Franklin" pitchFamily="2" charset="0"/>
              </a:rPr>
              <a:t>$apptainer shell lolcow_latest.sif</a:t>
            </a:r>
          </a:p>
          <a:p>
            <a:pPr algn="l"/>
            <a:r>
              <a:rPr lang="en-GB" sz="2400" dirty="0">
                <a:latin typeface="Libre Franklin" pitchFamily="2" charset="0"/>
              </a:rPr>
              <a:t>$apptainer lolcow_latest.sif:~&gt; whoami</a:t>
            </a:r>
          </a:p>
          <a:p>
            <a:pPr algn="l"/>
            <a:endParaRPr lang="en-GB" sz="2400" dirty="0">
              <a:latin typeface="Libre Franklin" pitchFamily="2" charset="0"/>
            </a:endParaRPr>
          </a:p>
          <a:p>
            <a:pPr algn="l"/>
            <a:r>
              <a:rPr lang="en-GB" sz="2400" dirty="0">
                <a:latin typeface="Libre Franklin" pitchFamily="2" charset="0"/>
              </a:rPr>
              <a:t>$apptainer exec lolcow_latest.sif cowsay moo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b="0" i="0" u="none" strike="noStrike" cap="none" normalizeH="0" baseline="0" dirty="0">
              <a:ln>
                <a:noFill/>
              </a:ln>
              <a:solidFill>
                <a:schemeClr val="bg1"/>
              </a:solidFill>
              <a:effectLst/>
              <a:latin typeface="Consolas" panose="020B0609020204030204" pitchFamily="49" charset="0"/>
            </a:endParaRPr>
          </a:p>
        </p:txBody>
      </p:sp>
    </p:spTree>
    <p:extLst>
      <p:ext uri="{BB962C8B-B14F-4D97-AF65-F5344CB8AC3E}">
        <p14:creationId xmlns:p14="http://schemas.microsoft.com/office/powerpoint/2010/main" val="1263560198"/>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B2A586-7338-5680-9332-BF3FB2DECA4C}"/>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B11E5C01-E391-C7B7-0963-05B1A3799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5D021217-55E1-59FD-8C58-62CDC690EE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7D2AB62-0F14-2F0D-65CB-14B73D2A1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589CE2AA-C346-7139-1C4D-BCE9A1DAD5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33E184E2-CECB-B8DB-C05F-A4CC62543C22}"/>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Apptainer Default script</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F95ACFFF-223F-A2BC-E145-188826ED1094}"/>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E6E14D74-B03B-E1D8-D9D0-D79A35A072E1}"/>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14</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29A97962-7BCF-E215-90D4-169B309EC647}"/>
              </a:ext>
            </a:extLst>
          </p:cNvPr>
          <p:cNvSpPr txBox="1"/>
          <p:nvPr/>
        </p:nvSpPr>
        <p:spPr>
          <a:xfrm>
            <a:off x="838200" y="2305966"/>
            <a:ext cx="11020425"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i="0" u="none" strike="noStrike" cap="none" normalizeH="0" baseline="0" dirty="0">
                <a:ln>
                  <a:noFill/>
                </a:ln>
                <a:solidFill>
                  <a:srgbClr val="212529"/>
                </a:solidFill>
                <a:effectLst/>
                <a:latin typeface="Libre Franklin" pitchFamily="2" charset="0"/>
              </a:rPr>
              <a:t>To run the default command within the Apptainer image use, for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i="0" u="none" strike="noStrike" cap="none" normalizeH="0" baseline="0" dirty="0">
              <a:ln>
                <a:noFill/>
              </a:ln>
              <a:solidFill>
                <a:srgbClr val="212529"/>
              </a:solidFill>
              <a:effectLst/>
              <a:latin typeface="Libre Franklin" pitchFamily="2" charset="0"/>
            </a:endParaRPr>
          </a:p>
          <a:p>
            <a:pPr lvl="0" defTabSz="914400" eaLnBrk="0" fontAlgn="base" hangingPunct="0">
              <a:spcBef>
                <a:spcPct val="0"/>
              </a:spcBef>
              <a:spcAft>
                <a:spcPct val="0"/>
              </a:spcAft>
            </a:pPr>
            <a:r>
              <a:rPr kumimoji="0" lang="en-GB" altLang="en-US" sz="2400" i="0" u="none" strike="noStrike" cap="none" normalizeH="0" baseline="0" dirty="0">
                <a:ln>
                  <a:noFill/>
                </a:ln>
                <a:solidFill>
                  <a:schemeClr val="bg1"/>
                </a:solidFill>
                <a:effectLst/>
                <a:highlight>
                  <a:srgbClr val="000000"/>
                </a:highlight>
                <a:latin typeface="Consolas" panose="020B0609020204030204" pitchFamily="49" charset="0"/>
              </a:rPr>
              <a:t>$ apptainer run ./</a:t>
            </a:r>
            <a:r>
              <a:rPr lang="en-GB" altLang="en-US" sz="2400" dirty="0">
                <a:solidFill>
                  <a:schemeClr val="bg1"/>
                </a:solidFill>
                <a:highlight>
                  <a:srgbClr val="000000"/>
                </a:highlight>
                <a:latin typeface="Consolas" panose="020B0609020204030204" pitchFamily="49" charset="0"/>
              </a:rPr>
              <a:t>INTEL-</a:t>
            </a:r>
            <a:r>
              <a:rPr lang="en-GB" altLang="en-US" sz="2400" dirty="0" err="1">
                <a:solidFill>
                  <a:schemeClr val="bg1"/>
                </a:solidFill>
                <a:highlight>
                  <a:srgbClr val="000000"/>
                </a:highlight>
                <a:latin typeface="Consolas" panose="020B0609020204030204" pitchFamily="49" charset="0"/>
              </a:rPr>
              <a:t>WandB</a:t>
            </a:r>
            <a:r>
              <a:rPr kumimoji="0" lang="en-GB" altLang="en-US" sz="2400" i="0" u="none" strike="noStrike" cap="none" normalizeH="0" baseline="0" dirty="0" err="1">
                <a:ln>
                  <a:noFill/>
                </a:ln>
                <a:solidFill>
                  <a:schemeClr val="bg1"/>
                </a:solidFill>
                <a:effectLst/>
                <a:highlight>
                  <a:srgbClr val="000000"/>
                </a:highlight>
                <a:latin typeface="Consolas" panose="020B0609020204030204" pitchFamily="49" charset="0"/>
              </a:rPr>
              <a:t>.sif</a:t>
            </a:r>
            <a:r>
              <a:rPr kumimoji="0" lang="en-GB" altLang="en-US" sz="2400" i="0" u="none" strike="noStrike" cap="none" normalizeH="0" baseline="0" dirty="0">
                <a:ln>
                  <a:noFill/>
                </a:ln>
                <a:solidFill>
                  <a:schemeClr val="bg1"/>
                </a:solidFill>
                <a:effectLst/>
                <a:highlight>
                  <a:srgbClr val="000000"/>
                </a:highlight>
                <a:latin typeface="Consolas" panose="020B0609020204030204" pitchFamily="49" charset="0"/>
              </a:rPr>
              <a:t> &lt;arg-1&gt;..&lt;</a:t>
            </a:r>
            <a:r>
              <a:rPr kumimoji="0" lang="en-GB" altLang="en-US" sz="2400" i="0" u="none" strike="noStrike" cap="none" normalizeH="0" baseline="0" dirty="0" err="1">
                <a:ln>
                  <a:noFill/>
                </a:ln>
                <a:solidFill>
                  <a:schemeClr val="bg1"/>
                </a:solidFill>
                <a:effectLst/>
                <a:highlight>
                  <a:srgbClr val="000000"/>
                </a:highlight>
                <a:latin typeface="Consolas" panose="020B0609020204030204" pitchFamily="49" charset="0"/>
              </a:rPr>
              <a:t>arg</a:t>
            </a:r>
            <a:r>
              <a:rPr kumimoji="0" lang="en-GB" altLang="en-US" sz="2400" i="0" u="none" strike="noStrike" cap="none" normalizeH="0" baseline="0" dirty="0">
                <a:ln>
                  <a:noFill/>
                </a:ln>
                <a:solidFill>
                  <a:schemeClr val="bg1"/>
                </a:solidFill>
                <a:effectLst/>
                <a:highlight>
                  <a:srgbClr val="000000"/>
                </a:highlight>
                <a:latin typeface="Consolas" panose="020B0609020204030204" pitchFamily="49" charset="0"/>
              </a:rPr>
              <a:t>-N&gt;</a:t>
            </a:r>
            <a:r>
              <a:rPr kumimoji="0" lang="en-GB" altLang="en-US" sz="2400" i="0" u="none" strike="noStrike" cap="none" normalizeH="0" baseline="0" dirty="0">
                <a:ln>
                  <a:noFill/>
                </a:ln>
                <a:solidFill>
                  <a:schemeClr val="bg1"/>
                </a:solidFill>
                <a:effectLst/>
                <a:highlight>
                  <a:srgbClr val="000000"/>
                </a:highlight>
                <a:latin typeface="Libre Franklin" pitchFamily="2" charset="0"/>
              </a:rPr>
              <a:t>&gt;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2400" i="0" u="none" strike="noStrike" cap="none" normalizeH="0" baseline="0" dirty="0">
              <a:ln>
                <a:noFill/>
              </a:ln>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i="0" u="none" strike="noStrike" cap="none" normalizeH="0" baseline="0" dirty="0">
                <a:ln>
                  <a:noFill/>
                </a:ln>
                <a:solidFill>
                  <a:srgbClr val="212529"/>
                </a:solidFill>
                <a:effectLst/>
                <a:latin typeface="Libre Franklin" pitchFamily="2" charset="0"/>
              </a:rPr>
              <a:t>Note that some containers do not have a default command. See the documentation for the apptainer </a:t>
            </a:r>
            <a:r>
              <a:rPr kumimoji="0" lang="en-GB" altLang="en-US" sz="2400" i="0" u="none" strike="noStrike" cap="none" normalizeH="0" baseline="0" dirty="0">
                <a:ln>
                  <a:noFill/>
                </a:ln>
                <a:solidFill>
                  <a:srgbClr val="212529"/>
                </a:solidFill>
                <a:effectLst/>
                <a:latin typeface="Libre Franklin" pitchFamily="2" charset="0"/>
                <a:hlinkClick r:id="rId3"/>
              </a:rPr>
              <a:t>run</a:t>
            </a:r>
            <a:r>
              <a:rPr kumimoji="0" lang="en-GB" altLang="en-US" sz="2400" i="0" u="none" strike="noStrike" cap="none" normalizeH="0" baseline="0" dirty="0">
                <a:ln>
                  <a:noFill/>
                </a:ln>
                <a:solidFill>
                  <a:srgbClr val="212529"/>
                </a:solidFill>
                <a:effectLst/>
                <a:latin typeface="Libre Franklin" pitchFamily="2" charset="0"/>
              </a:rPr>
              <a:t> command.</a:t>
            </a:r>
          </a:p>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2400" i="0" u="none" strike="noStrike" cap="none" normalizeH="0" baseline="0" dirty="0">
                <a:ln>
                  <a:noFill/>
                </a:ln>
                <a:solidFill>
                  <a:srgbClr val="212529"/>
                </a:solidFill>
                <a:effectLst/>
                <a:latin typeface="Libre Franklin" pitchFamily="2" charset="0"/>
              </a:rPr>
              <a:t>To run a specific command that is defined within the container, use apptainer </a:t>
            </a:r>
            <a:r>
              <a:rPr kumimoji="0" lang="en-GB" altLang="en-US" sz="2400" i="0" u="none" strike="noStrike" cap="none" normalizeH="0" baseline="0" dirty="0">
                <a:ln>
                  <a:noFill/>
                </a:ln>
                <a:solidFill>
                  <a:srgbClr val="212529"/>
                </a:solidFill>
                <a:effectLst/>
                <a:latin typeface="Libre Franklin" pitchFamily="2" charset="0"/>
                <a:hlinkClick r:id="rId4"/>
              </a:rPr>
              <a:t>exec</a:t>
            </a:r>
            <a:r>
              <a:rPr lang="en-GB" altLang="en-US" sz="2400" dirty="0">
                <a:solidFill>
                  <a:srgbClr val="212529"/>
                </a:solidFill>
                <a:latin typeface="Libre Franklin" pitchFamily="2" charset="0"/>
              </a:rPr>
              <a:t> </a:t>
            </a:r>
            <a:r>
              <a:rPr kumimoji="0" lang="en-GB" altLang="en-US" sz="2400" i="0" u="none" strike="noStrike" cap="none" normalizeH="0" baseline="0" dirty="0">
                <a:ln>
                  <a:noFill/>
                </a:ln>
                <a:solidFill>
                  <a:srgbClr val="212529"/>
                </a:solidFill>
                <a:effectLst/>
                <a:latin typeface="Libre Franklin" pitchFamily="2"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i="0" u="none" strike="noStrike" cap="none" normalizeH="0" baseline="0" dirty="0">
              <a:ln>
                <a:noFill/>
              </a:ln>
              <a:solidFill>
                <a:srgbClr val="212529"/>
              </a:solidFill>
              <a:effectLst/>
              <a:latin typeface="Libre Franklin" pitchFamily="2" charset="0"/>
            </a:endParaRPr>
          </a:p>
        </p:txBody>
      </p:sp>
      <p:sp>
        <p:nvSpPr>
          <p:cNvPr id="6" name="TextBox 5">
            <a:extLst>
              <a:ext uri="{FF2B5EF4-FFF2-40B4-BE49-F238E27FC236}">
                <a16:creationId xmlns:a16="http://schemas.microsoft.com/office/drawing/2014/main" id="{06708F0C-B9AB-FC2B-224C-70160C0FB111}"/>
              </a:ext>
            </a:extLst>
          </p:cNvPr>
          <p:cNvSpPr txBox="1"/>
          <p:nvPr/>
        </p:nvSpPr>
        <p:spPr>
          <a:xfrm>
            <a:off x="2430780" y="5434970"/>
            <a:ext cx="6121400" cy="1200329"/>
          </a:xfrm>
          <a:prstGeom prst="rect">
            <a:avLst/>
          </a:prstGeom>
          <a:solidFill>
            <a:schemeClr val="tx1"/>
          </a:solidFill>
        </p:spPr>
        <p:txBody>
          <a:bodyPr wrap="square">
            <a:spAutoFit/>
          </a:bodyPr>
          <a:lstStyle/>
          <a:p>
            <a:pPr lvl="0" defTabSz="914400" eaLnBrk="0" fontAlgn="base" hangingPunct="0">
              <a:spcBef>
                <a:spcPct val="0"/>
              </a:spcBef>
              <a:spcAft>
                <a:spcPct val="0"/>
              </a:spcAft>
            </a:pP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a:t>
            </a:r>
            <a:r>
              <a:rPr kumimoji="0" lang="en-GB" altLang="en-US" sz="1800" i="0" u="none" strike="noStrike" cap="none" normalizeH="0" baseline="0" dirty="0" err="1">
                <a:ln>
                  <a:noFill/>
                </a:ln>
                <a:solidFill>
                  <a:schemeClr val="bg1"/>
                </a:solidFill>
                <a:effectLst/>
                <a:highlight>
                  <a:srgbClr val="000000"/>
                </a:highlight>
                <a:latin typeface="Consolas" panose="020B0609020204030204" pitchFamily="49" charset="0"/>
              </a:rPr>
              <a:t>apptainer</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exec ./</a:t>
            </a:r>
            <a:r>
              <a:rPr lang="en-GB" altLang="en-US" sz="1800" dirty="0">
                <a:solidFill>
                  <a:schemeClr val="bg1"/>
                </a:solidFill>
                <a:highlight>
                  <a:srgbClr val="000000"/>
                </a:highlight>
                <a:latin typeface="Consolas" panose="020B0609020204030204" pitchFamily="49" charset="0"/>
              </a:rPr>
              <a:t>INTEL-</a:t>
            </a:r>
            <a:r>
              <a:rPr lang="en-GB" altLang="en-US" sz="1800" dirty="0" err="1">
                <a:solidFill>
                  <a:schemeClr val="bg1"/>
                </a:solidFill>
                <a:highlight>
                  <a:srgbClr val="000000"/>
                </a:highlight>
                <a:latin typeface="Consolas" panose="020B0609020204030204" pitchFamily="49" charset="0"/>
              </a:rPr>
              <a:t>WandB</a:t>
            </a:r>
            <a:r>
              <a:rPr kumimoji="0" lang="en-GB" altLang="en-US" sz="1800" i="0" u="none" strike="noStrike" cap="none" normalizeH="0" baseline="0" dirty="0" err="1">
                <a:ln>
                  <a:noFill/>
                </a:ln>
                <a:solidFill>
                  <a:schemeClr val="bg1"/>
                </a:solidFill>
                <a:effectLst/>
                <a:highlight>
                  <a:srgbClr val="000000"/>
                </a:highlight>
                <a:latin typeface="Consolas" panose="020B0609020204030204" pitchFamily="49" charset="0"/>
              </a:rPr>
              <a:t>.sif</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&lt;command&gt; &lt;arg-1&gt; &lt;arg-2&gt; ... &lt;</a:t>
            </a:r>
            <a:r>
              <a:rPr kumimoji="0" lang="en-GB" altLang="en-US" sz="1800" i="0" u="none" strike="noStrike" cap="none" normalizeH="0" baseline="0" dirty="0" err="1">
                <a:ln>
                  <a:noFill/>
                </a:ln>
                <a:solidFill>
                  <a:schemeClr val="bg1"/>
                </a:solidFill>
                <a:effectLst/>
                <a:highlight>
                  <a:srgbClr val="000000"/>
                </a:highlight>
                <a:latin typeface="Consolas" panose="020B0609020204030204" pitchFamily="49" charset="0"/>
              </a:rPr>
              <a:t>arg</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-N&gt;</a:t>
            </a:r>
            <a:r>
              <a:rPr kumimoji="0" lang="en-GB" altLang="en-US" sz="1800" i="0" u="none" strike="noStrike" cap="none" normalizeH="0" baseline="0" dirty="0">
                <a:ln>
                  <a:noFill/>
                </a:ln>
                <a:solidFill>
                  <a:schemeClr val="bg1"/>
                </a:solidFill>
                <a:effectLst/>
                <a:latin typeface="Consolas" panose="020B0609020204030204" pitchFamily="49" charset="0"/>
              </a:rPr>
              <a:t>           </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a:t>
            </a:r>
          </a:p>
          <a:p>
            <a:pPr lvl="0" defTabSz="914400" eaLnBrk="0" fontAlgn="base" hangingPunct="0">
              <a:spcBef>
                <a:spcPct val="0"/>
              </a:spcBef>
              <a:spcAft>
                <a:spcPct val="0"/>
              </a:spcAft>
            </a:pP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a:t>
            </a:r>
            <a:r>
              <a:rPr kumimoji="0" lang="en-GB" altLang="en-US" sz="1800" i="0" u="none" strike="noStrike" cap="none" normalizeH="0" baseline="0" dirty="0" err="1">
                <a:ln>
                  <a:noFill/>
                </a:ln>
                <a:solidFill>
                  <a:schemeClr val="bg1"/>
                </a:solidFill>
                <a:effectLst/>
                <a:highlight>
                  <a:srgbClr val="000000"/>
                </a:highlight>
                <a:latin typeface="Consolas" panose="020B0609020204030204" pitchFamily="49" charset="0"/>
              </a:rPr>
              <a:t>apptainer</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 exec ./</a:t>
            </a:r>
            <a:r>
              <a:rPr lang="en-GB" altLang="en-US" sz="1800" dirty="0">
                <a:solidFill>
                  <a:schemeClr val="bg1"/>
                </a:solidFill>
                <a:highlight>
                  <a:srgbClr val="000000"/>
                </a:highlight>
                <a:latin typeface="Consolas" panose="020B0609020204030204" pitchFamily="49" charset="0"/>
              </a:rPr>
              <a:t> INTEL-</a:t>
            </a:r>
            <a:r>
              <a:rPr lang="en-GB" altLang="en-US" sz="1800" dirty="0" err="1">
                <a:solidFill>
                  <a:schemeClr val="bg1"/>
                </a:solidFill>
                <a:highlight>
                  <a:srgbClr val="000000"/>
                </a:highlight>
                <a:latin typeface="Consolas" panose="020B0609020204030204" pitchFamily="49" charset="0"/>
              </a:rPr>
              <a:t>WandB.sif</a:t>
            </a:r>
            <a:r>
              <a:rPr lang="en-GB" altLang="en-US" sz="1800" dirty="0">
                <a:solidFill>
                  <a:schemeClr val="bg1"/>
                </a:solidFill>
                <a:highlight>
                  <a:srgbClr val="000000"/>
                </a:highlight>
                <a:latin typeface="Consolas" panose="020B0609020204030204" pitchFamily="49" charset="0"/>
              </a:rPr>
              <a:t> </a:t>
            </a:r>
            <a:r>
              <a:rPr kumimoji="0" lang="en-GB" altLang="en-US" sz="1800" i="0" u="none" strike="noStrike" cap="none" normalizeH="0" baseline="0" dirty="0">
                <a:ln>
                  <a:noFill/>
                </a:ln>
                <a:solidFill>
                  <a:schemeClr val="bg1"/>
                </a:solidFill>
                <a:effectLst/>
                <a:highlight>
                  <a:srgbClr val="000000"/>
                </a:highlight>
                <a:latin typeface="Consolas" panose="020B0609020204030204" pitchFamily="49" charset="0"/>
              </a:rPr>
              <a:t>python3 myscript.py 42</a:t>
            </a:r>
          </a:p>
        </p:txBody>
      </p:sp>
    </p:spTree>
    <p:extLst>
      <p:ext uri="{BB962C8B-B14F-4D97-AF65-F5344CB8AC3E}">
        <p14:creationId xmlns:p14="http://schemas.microsoft.com/office/powerpoint/2010/main" val="3944590943"/>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16863A-AA02-D27E-E31D-CBC8950F1DA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DE16A7A-FBA5-6910-AE20-104F25820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5B7080E7-5FF0-797B-43C2-69BF0D9010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A79A32BF-EFF2-8207-B9C5-3DA1AAF801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7BFFE953-DE45-6778-9060-E116FF91C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7B4EBF93-D5AD-9E3D-3041-B12171971146}"/>
              </a:ext>
            </a:extLst>
          </p:cNvPr>
          <p:cNvSpPr>
            <a:spLocks noGrp="1"/>
          </p:cNvSpPr>
          <p:nvPr>
            <p:ph type="title"/>
          </p:nvPr>
        </p:nvSpPr>
        <p:spPr>
          <a:xfrm>
            <a:off x="1001261" y="29850"/>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GB" dirty="0">
                <a:solidFill>
                  <a:srgbClr val="FFFFFF"/>
                </a:solidFill>
              </a:rPr>
              <a:t>Looking at a Definition File</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DB75DBA5-B1CB-68A5-76CC-37E6ADF6A001}"/>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98784AF4-B8EE-1B0F-E16B-AE1FF1DD887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15</a:t>
            </a:fld>
            <a:endParaRPr lang="en-US" b="0" i="0" kern="1200" dirty="0">
              <a:solidFill>
                <a:srgbClr val="FFFFFF"/>
              </a:solidFill>
              <a:latin typeface="+mn-lt"/>
              <a:ea typeface="+mn-ea"/>
              <a:cs typeface="+mn-cs"/>
            </a:endParaRPr>
          </a:p>
        </p:txBody>
      </p:sp>
      <p:sp>
        <p:nvSpPr>
          <p:cNvPr id="3" name="Rectangle 1">
            <a:extLst>
              <a:ext uri="{FF2B5EF4-FFF2-40B4-BE49-F238E27FC236}">
                <a16:creationId xmlns:a16="http://schemas.microsoft.com/office/drawing/2014/main" id="{D119CF3E-6557-BE9E-880D-A37F6994D7BD}"/>
              </a:ext>
            </a:extLst>
          </p:cNvPr>
          <p:cNvSpPr>
            <a:spLocks noChangeArrowheads="1"/>
          </p:cNvSpPr>
          <p:nvPr/>
        </p:nvSpPr>
        <p:spPr bwMode="auto">
          <a:xfrm>
            <a:off x="348520" y="1063416"/>
            <a:ext cx="10089292" cy="5724644"/>
          </a:xfrm>
          <a:prstGeom prst="rect">
            <a:avLst/>
          </a:prstGeom>
          <a:solidFill>
            <a:schemeClr val="tx1">
              <a:lumMod val="95000"/>
            </a:schemeClr>
          </a:solidFill>
          <a:ln>
            <a:noFill/>
          </a:ln>
          <a:effectLst/>
        </p:spPr>
        <p:txBody>
          <a:bodyPr vert="horz" wrap="square" lIns="0" tIns="0" rIns="0" bIns="0" numCol="2"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7020"/>
                </a:solidFill>
                <a:effectLst/>
                <a:latin typeface="Consolas" panose="020B0609020204030204" pitchFamily="49" charset="0"/>
              </a:rPr>
              <a:t>Bootstrap</a:t>
            </a: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docker</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7020"/>
                </a:solidFill>
                <a:effectLst/>
                <a:latin typeface="Consolas" panose="020B0609020204030204" pitchFamily="49" charset="0"/>
              </a:rPr>
              <a:t>From</a:t>
            </a: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ubuntu</a:t>
            </a:r>
            <a:r>
              <a:rPr lang="en-US" altLang="en-US" sz="1600" dirty="0">
                <a:solidFill>
                  <a:schemeClr val="bg1"/>
                </a:solidFill>
                <a:latin typeface="Consolas" panose="020B0609020204030204" pitchFamily="49" charset="0"/>
              </a:rPr>
              <a:t>:24.04</a:t>
            </a:r>
            <a:r>
              <a:rPr kumimoji="0" lang="en-US" altLang="en-US" sz="1600" b="0" i="0" u="none" strike="noStrike" cap="none" normalizeH="0" baseline="0" dirty="0">
                <a:ln>
                  <a:noFill/>
                </a:ln>
                <a:solidFill>
                  <a:schemeClr val="bg1"/>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%arguments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%setup</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chemeClr val="bg1"/>
                </a:solidFill>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touch /file1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touch</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1" u="none" strike="noStrike" cap="none" normalizeH="0" baseline="0" dirty="0">
                <a:ln>
                  <a:noFill/>
                </a:ln>
                <a:solidFill>
                  <a:srgbClr val="70A0D0"/>
                </a:solidFill>
                <a:effectLst/>
                <a:latin typeface="Consolas" panose="020B0609020204030204" pitchFamily="49" charset="0"/>
              </a:rPr>
              <a:t>${</a:t>
            </a:r>
            <a:r>
              <a:rPr kumimoji="0" lang="en-US" altLang="en-US" sz="1600" b="0" i="0" u="none" strike="noStrike" cap="none" normalizeH="0" baseline="0" dirty="0">
                <a:ln>
                  <a:noFill/>
                </a:ln>
                <a:solidFill>
                  <a:srgbClr val="BB60D5"/>
                </a:solidFill>
                <a:effectLst/>
                <a:latin typeface="Consolas" panose="020B0609020204030204" pitchFamily="49" charset="0"/>
              </a:rPr>
              <a:t>APPTAINER_ROOTFS</a:t>
            </a:r>
            <a:r>
              <a:rPr kumimoji="0" lang="en-US" altLang="en-US" sz="1600" b="0" i="1" u="none" strike="noStrike" cap="none" normalizeH="0" baseline="0" dirty="0">
                <a:ln>
                  <a:noFill/>
                </a:ln>
                <a:solidFill>
                  <a:srgbClr val="70A0D0"/>
                </a:solidFill>
                <a:effectLst/>
                <a:latin typeface="Consolas" panose="020B0609020204030204" pitchFamily="49" charset="0"/>
              </a:rPr>
              <a:t>}</a:t>
            </a:r>
            <a:r>
              <a:rPr kumimoji="0" lang="en-US" altLang="en-US" sz="1600" b="0" i="0" u="none" strike="noStrike" cap="none" normalizeH="0" baseline="0" dirty="0">
                <a:ln>
                  <a:noFill/>
                </a:ln>
                <a:solidFill>
                  <a:schemeClr val="bg1"/>
                </a:solidFill>
                <a:effectLst/>
                <a:latin typeface="Consolas" panose="020B0609020204030204" pitchFamily="49" charset="0"/>
              </a:rPr>
              <a:t>/file2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%files</a:t>
            </a: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/file1 /file1 /opt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%environment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LISTEN_PORT</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0" i="0" u="none" strike="noStrike" cap="none" normalizeH="0" baseline="0" dirty="0">
                <a:ln>
                  <a:noFill/>
                </a:ln>
                <a:solidFill>
                  <a:srgbClr val="208050"/>
                </a:solidFill>
                <a:effectLst/>
                <a:latin typeface="Consolas" panose="020B0609020204030204" pitchFamily="49" charset="0"/>
              </a:rPr>
              <a:t>54321</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LC_ALL</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%post</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apt-get update &amp;&amp; apt-get install -y </a:t>
            </a:r>
            <a:r>
              <a:rPr kumimoji="0" lang="en-US" altLang="en-US" sz="1600" b="0" i="0" u="none" strike="noStrike" cap="none" normalizeH="0" baseline="0" dirty="0" err="1">
                <a:ln>
                  <a:noFill/>
                </a:ln>
                <a:solidFill>
                  <a:schemeClr val="bg1"/>
                </a:solidFill>
                <a:effectLst/>
                <a:latin typeface="Consolas" panose="020B0609020204030204" pitchFamily="49" charset="0"/>
              </a:rPr>
              <a:t>netcat</a:t>
            </a:r>
            <a:endParaRPr kumimoji="0" lang="en-US" altLang="en-US" sz="1600" b="0" i="0" u="none" strike="noStrike" cap="none" normalizeH="0" baseline="0" dirty="0">
              <a:ln>
                <a:noFill/>
              </a:ln>
              <a:solidFill>
                <a:schemeClr val="bg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NOW</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chemeClr val="bg1"/>
                </a:solidFill>
                <a:effectLst/>
                <a:latin typeface="Consolas" panose="020B0609020204030204" pitchFamily="49" charset="0"/>
              </a:rPr>
              <a:t>date</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"export NOW=\"</a:t>
            </a:r>
            <a:r>
              <a:rPr kumimoji="0" lang="en-US" altLang="en-US" sz="1600" b="0" i="1" u="none" strike="noStrike" cap="none" normalizeH="0" baseline="0" dirty="0">
                <a:ln>
                  <a:noFill/>
                </a:ln>
                <a:solidFill>
                  <a:srgbClr val="70A0D0"/>
                </a:solidFill>
                <a:effectLst/>
                <a:latin typeface="Consolas" panose="020B0609020204030204" pitchFamily="49" charset="0"/>
              </a:rPr>
              <a:t>${</a:t>
            </a:r>
            <a:r>
              <a:rPr kumimoji="0" lang="en-US" altLang="en-US" sz="1600" b="0" i="0" u="none" strike="noStrike" cap="none" normalizeH="0" baseline="0" dirty="0">
                <a:ln>
                  <a:noFill/>
                </a:ln>
                <a:solidFill>
                  <a:srgbClr val="BB60D5"/>
                </a:solidFill>
                <a:effectLst/>
                <a:latin typeface="Consolas" panose="020B0609020204030204" pitchFamily="49" charset="0"/>
              </a:rPr>
              <a:t>NOW</a:t>
            </a:r>
            <a:r>
              <a:rPr kumimoji="0" lang="en-US" altLang="en-US" sz="1600" b="0" i="1" u="none" strike="noStrike" cap="none" normalizeH="0" baseline="0" dirty="0">
                <a:ln>
                  <a:noFill/>
                </a:ln>
                <a:solidFill>
                  <a:srgbClr val="70A0D0"/>
                </a:solidFill>
                <a:effectLst/>
                <a:latin typeface="Consolas" panose="020B0609020204030204" pitchFamily="49" charset="0"/>
              </a:rPr>
              <a:t>}</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&gt;&gt;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$APPTAINER_ENVIRONMENT</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a:t>
            </a:r>
            <a:r>
              <a:rPr kumimoji="0" lang="en-US" altLang="en-US" sz="1600" b="1" i="0" u="none" strike="noStrike" cap="none" normalizeH="0" baseline="0" dirty="0" err="1">
                <a:ln>
                  <a:noFill/>
                </a:ln>
                <a:solidFill>
                  <a:srgbClr val="000080"/>
                </a:solidFill>
                <a:effectLst/>
                <a:latin typeface="Consolas" panose="020B0609020204030204" pitchFamily="49" charset="0"/>
              </a:rPr>
              <a:t>runscript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"Container was created </a:t>
            </a:r>
            <a:r>
              <a:rPr kumimoji="0" lang="en-US" altLang="en-US" sz="1600" b="0" i="0" u="none" strike="noStrike" cap="none" normalizeH="0" baseline="0" dirty="0">
                <a:ln>
                  <a:noFill/>
                </a:ln>
                <a:solidFill>
                  <a:srgbClr val="BB60D5"/>
                </a:solidFill>
                <a:effectLst/>
                <a:latin typeface="Consolas" panose="020B0609020204030204" pitchFamily="49" charset="0"/>
              </a:rPr>
              <a:t>$NOW</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"Arguments received: </a:t>
            </a:r>
            <a:r>
              <a:rPr kumimoji="0" lang="en-US" altLang="en-US" sz="1600" b="0" i="0" u="none" strike="noStrike" cap="none" normalizeH="0" baseline="0" dirty="0">
                <a:ln>
                  <a:noFill/>
                </a:ln>
                <a:solidFill>
                  <a:srgbClr val="BB60D5"/>
                </a:solidFill>
                <a:effectLst/>
                <a:latin typeface="Consolas" panose="020B0609020204030204" pitchFamily="49" charset="0"/>
              </a:rPr>
              <a:t>$*</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BB60D5"/>
                </a:solidFill>
                <a:effectLst/>
                <a:latin typeface="Consolas" panose="020B0609020204030204" pitchFamily="49" charset="0"/>
              </a:rPr>
              <a:t>$@</a:t>
            </a:r>
            <a:r>
              <a:rPr kumimoji="0" lang="en-US" altLang="en-US" sz="1600" b="0"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a:t>
            </a:r>
            <a:r>
              <a:rPr kumimoji="0" lang="en-US" altLang="en-US" sz="1600" b="1" i="0" u="none" strike="noStrike" cap="none" normalizeH="0" baseline="0" dirty="0" err="1">
                <a:ln>
                  <a:noFill/>
                </a:ln>
                <a:solidFill>
                  <a:srgbClr val="000080"/>
                </a:solidFill>
                <a:effectLst/>
                <a:latin typeface="Consolas" panose="020B0609020204030204" pitchFamily="49" charset="0"/>
              </a:rPr>
              <a:t>startscript</a:t>
            </a: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0" i="0" u="none" strike="noStrike" cap="none" normalizeH="0" baseline="0" dirty="0" err="1">
                <a:ln>
                  <a:noFill/>
                </a:ln>
                <a:solidFill>
                  <a:srgbClr val="404040"/>
                </a:solidFill>
                <a:effectLst/>
                <a:latin typeface="Consolas" panose="020B0609020204030204" pitchFamily="49" charset="0"/>
              </a:rPr>
              <a:t>nc</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a:t>
            </a:r>
            <a:r>
              <a:rPr kumimoji="0" lang="en-US" altLang="en-US" sz="1600" b="0" i="0" u="none" strike="noStrike" cap="none" normalizeH="0" baseline="0" dirty="0" err="1">
                <a:ln>
                  <a:noFill/>
                </a:ln>
                <a:solidFill>
                  <a:srgbClr val="404040"/>
                </a:solidFill>
                <a:effectLst/>
                <a:latin typeface="Consolas" panose="020B0609020204030204" pitchFamily="49" charset="0"/>
              </a:rPr>
              <a:t>lp</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$LISTEN_PORT</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lang="en-US" altLang="en-US" sz="1600" dirty="0">
              <a:solidFill>
                <a:srgbClr val="40404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rgbClr val="40404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1" dirty="0">
              <a:solidFill>
                <a:srgbClr val="40404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%test</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grep</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-q</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NAME</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1"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Ubuntu</a:t>
            </a:r>
            <a:r>
              <a:rPr kumimoji="0" lang="en-US" altLang="en-US" sz="1600" b="1" i="0" u="none" strike="noStrike" cap="none" normalizeH="0" baseline="0" dirty="0">
                <a:ln>
                  <a:noFill/>
                </a:ln>
                <a:solidFill>
                  <a:srgbClr val="4070A0"/>
                </a:solidFill>
                <a:effectLst/>
                <a:latin typeface="Consolas" panose="020B0609020204030204" pitchFamily="49" charset="0"/>
              </a:rPr>
              <a: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a:t>
            </a:r>
            <a:r>
              <a:rPr kumimoji="0" lang="en-US" altLang="en-US" sz="1600" b="0" i="0" u="none" strike="noStrike" cap="none" normalizeH="0" baseline="0" dirty="0" err="1">
                <a:ln>
                  <a:noFill/>
                </a:ln>
                <a:solidFill>
                  <a:srgbClr val="404040"/>
                </a:solidFill>
                <a:effectLst/>
                <a:latin typeface="Consolas" panose="020B0609020204030204" pitchFamily="49" charset="0"/>
              </a:rPr>
              <a:t>etc</a:t>
            </a:r>
            <a:r>
              <a:rPr kumimoji="0" lang="en-US" altLang="en-US" sz="1600" b="0" i="0" u="none" strike="noStrike" cap="none" normalizeH="0" baseline="0" dirty="0">
                <a:ln>
                  <a:noFill/>
                </a:ln>
                <a:solidFill>
                  <a:srgbClr val="404040"/>
                </a:solidFill>
                <a:effectLst/>
                <a:latin typeface="Consolas" panose="020B0609020204030204" pitchFamily="49" charset="0"/>
              </a:rPr>
              <a:t>/</a:t>
            </a:r>
            <a:r>
              <a:rPr kumimoji="0" lang="en-US" altLang="en-US" sz="1600" b="0" i="0" u="none" strike="noStrike" cap="none" normalizeH="0" baseline="0" dirty="0" err="1">
                <a:ln>
                  <a:noFill/>
                </a:ln>
                <a:solidFill>
                  <a:srgbClr val="404040"/>
                </a:solidFill>
                <a:effectLst/>
                <a:latin typeface="Consolas" panose="020B0609020204030204" pitchFamily="49" charset="0"/>
              </a:rPr>
              <a:t>os</a:t>
            </a:r>
            <a:r>
              <a:rPr kumimoji="0" lang="en-US" altLang="en-US" sz="1600" b="0" i="0" u="none" strike="noStrike" cap="none" normalizeH="0" baseline="0" dirty="0">
                <a:ln>
                  <a:noFill/>
                </a:ln>
                <a:solidFill>
                  <a:srgbClr val="404040"/>
                </a:solidFill>
                <a:effectLst/>
                <a:latin typeface="Consolas" panose="020B0609020204030204" pitchFamily="49" charset="0"/>
              </a:rPr>
              <a:t>-release</a:t>
            </a:r>
            <a:endParaRPr lang="en-US" altLang="en-US" sz="1600" dirty="0">
              <a:solidFill>
                <a:srgbClr val="404040"/>
              </a:solidFill>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404040"/>
                </a:solidFill>
                <a:effectLst/>
                <a:latin typeface="Consolas" panose="020B0609020204030204" pitchFamily="49" charset="0"/>
              </a:rPr>
              <a:t>     </a:t>
            </a:r>
            <a:r>
              <a:rPr kumimoji="0" lang="en-US" altLang="en-US" sz="1600" b="1" i="0" u="none" strike="noStrike" cap="none" normalizeH="0" baseline="0" dirty="0">
                <a:ln>
                  <a:noFill/>
                </a:ln>
                <a:solidFill>
                  <a:srgbClr val="007020"/>
                </a:solidFill>
                <a:effectLst/>
                <a:latin typeface="Consolas" panose="020B0609020204030204" pitchFamily="49" charset="0"/>
              </a:rPr>
              <a:t>if</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BB60D5"/>
                </a:solidFill>
                <a:effectLst/>
                <a:latin typeface="Consolas" panose="020B0609020204030204" pitchFamily="49" charset="0"/>
              </a:rPr>
              <a: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-eq</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208050"/>
                </a:solidFill>
                <a:effectLst/>
                <a:latin typeface="Consolas" panose="020B0609020204030204" pitchFamily="49" charset="0"/>
              </a:rPr>
              <a:t>0</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666666"/>
                </a:solidFill>
                <a:effectLst/>
                <a:latin typeface="Consolas" panose="020B0609020204030204" pitchFamily="49" charset="0"/>
              </a:rPr>
              <a:t>]</a:t>
            </a:r>
            <a:r>
              <a:rPr kumimoji="0" lang="en-US" altLang="en-US" sz="1600" b="0" i="0" u="none" strike="noStrike" cap="none" normalizeH="0" baseline="0" dirty="0">
                <a:ln>
                  <a:noFill/>
                </a:ln>
                <a:solidFill>
                  <a:srgbClr val="404040"/>
                </a:solidFill>
                <a:effectLst/>
                <a:latin typeface="Consolas" panose="020B0609020204030204" pitchFamily="49" charset="0"/>
              </a:rPr>
              <a:t>;</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1" i="0" u="none" strike="noStrike" cap="none" normalizeH="0" baseline="0" dirty="0">
                <a:ln>
                  <a:noFill/>
                </a:ln>
                <a:solidFill>
                  <a:srgbClr val="007020"/>
                </a:solidFill>
                <a:effectLst/>
                <a:latin typeface="Consolas" panose="020B0609020204030204" pitchFamily="49" charset="0"/>
              </a:rPr>
              <a:t>then</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"Container base is Ubuntu as expected."</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1" i="0" u="none" strike="noStrike" cap="none" normalizeH="0" baseline="0" dirty="0">
                <a:ln>
                  <a:noFill/>
                </a:ln>
                <a:solidFill>
                  <a:srgbClr val="007020"/>
                </a:solidFill>
                <a:effectLst/>
                <a:latin typeface="Consolas" panose="020B0609020204030204" pitchFamily="49" charset="0"/>
              </a:rPr>
              <a:t>else</a:t>
            </a:r>
            <a:r>
              <a:rPr kumimoji="0" lang="en-US" altLang="en-US" sz="1600" b="0" i="0" u="none" strike="noStrike" cap="none" normalizeH="0" baseline="0" dirty="0">
                <a:ln>
                  <a:noFill/>
                </a:ln>
                <a:solidFill>
                  <a:srgbClr val="404040"/>
                </a:solidFill>
                <a:effectLst/>
                <a:latin typeface="Consolas" panose="020B0609020204030204" pitchFamily="49" charset="0"/>
              </a:rPr>
              <a:t> </a:t>
            </a:r>
            <a:endParaRPr kumimoji="0" lang="en-US" altLang="en-US" sz="1600" b="0" i="0" u="none" strike="noStrike" cap="none" normalizeH="0" baseline="0" dirty="0">
              <a:ln>
                <a:noFill/>
              </a:ln>
              <a:solidFill>
                <a:srgbClr val="007020"/>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70A0"/>
                </a:solidFill>
                <a:effectLst/>
                <a:latin typeface="Consolas" panose="020B0609020204030204" pitchFamily="49" charset="0"/>
              </a:rPr>
              <a:t>"Container base is not Ubuntu."</a:t>
            </a:r>
            <a:r>
              <a:rPr kumimoji="0" lang="en-US" altLang="en-US" sz="1600" b="0" i="0" u="none" strike="noStrike" cap="none" normalizeH="0" baseline="0" dirty="0">
                <a:ln>
                  <a:noFill/>
                </a:ln>
                <a:solidFill>
                  <a:srgbClr val="404040"/>
                </a:solidFill>
                <a:effectLst/>
                <a:latin typeface="Consolas" panose="020B0609020204030204" pitchFamily="49" charset="0"/>
              </a:rPr>
              <a:t> exit </a:t>
            </a:r>
            <a:r>
              <a:rPr kumimoji="0" lang="en-US" altLang="en-US" sz="1600" b="0" i="0" u="none" strike="noStrike" cap="none" normalizeH="0" baseline="0" dirty="0">
                <a:ln>
                  <a:noFill/>
                </a:ln>
                <a:solidFill>
                  <a:srgbClr val="208050"/>
                </a:solidFill>
                <a:effectLst/>
                <a:latin typeface="Consolas" panose="020B0609020204030204" pitchFamily="49" charset="0"/>
              </a:rPr>
              <a:t>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208050"/>
                </a:solidFill>
                <a:latin typeface="Consolas" panose="020B0609020204030204" pitchFamily="49" charset="0"/>
              </a:rPr>
              <a:t>     </a:t>
            </a:r>
            <a:r>
              <a:rPr kumimoji="0" lang="en-US" altLang="en-US" sz="1600" b="1" i="0" u="none" strike="noStrike" cap="none" normalizeH="0" baseline="0" dirty="0">
                <a:ln>
                  <a:noFill/>
                </a:ln>
                <a:solidFill>
                  <a:srgbClr val="007020"/>
                </a:solidFill>
                <a:effectLst/>
                <a:latin typeface="Consolas" panose="020B0609020204030204" pitchFamily="49" charset="0"/>
              </a:rPr>
              <a:t>fi</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%labels</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Author</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myuser@example.com Version</a:t>
            </a:r>
            <a:r>
              <a:rPr kumimoji="0" lang="en-US" altLang="en-US" sz="1600" b="0" i="0" u="none" strike="noStrike" cap="none" normalizeH="0" baseline="0" dirty="0">
                <a:ln>
                  <a:noFill/>
                </a:ln>
                <a:solidFill>
                  <a:srgbClr val="BBBBBB"/>
                </a:solidFill>
                <a:effectLst/>
                <a:latin typeface="Consolas" panose="020B0609020204030204" pitchFamily="49" charset="0"/>
              </a:rPr>
              <a:t> </a:t>
            </a:r>
            <a:r>
              <a:rPr kumimoji="0" lang="en-US" altLang="en-US" sz="1600" b="0" i="0" u="none" strike="noStrike" cap="none" normalizeH="0" baseline="0" dirty="0">
                <a:ln>
                  <a:noFill/>
                </a:ln>
                <a:solidFill>
                  <a:srgbClr val="404040"/>
                </a:solidFill>
                <a:effectLst/>
                <a:latin typeface="Consolas" panose="020B0609020204030204" pitchFamily="49" charset="0"/>
              </a:rPr>
              <a:t>v0.0.1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80"/>
                </a:solidFill>
                <a:effectLst/>
                <a:latin typeface="Consolas" panose="020B0609020204030204" pitchFamily="49" charset="0"/>
              </a:rPr>
              <a:t>%help</a:t>
            </a:r>
            <a:r>
              <a:rPr kumimoji="0" lang="en-US" altLang="en-US" sz="1600" b="0" i="0" u="none" strike="noStrike" cap="none" normalizeH="0" baseline="0" dirty="0">
                <a:ln>
                  <a:noFill/>
                </a:ln>
                <a:solidFill>
                  <a:srgbClr val="404040"/>
                </a:solidFill>
                <a:effectLst/>
                <a:latin typeface="Consolas" panose="020B06090202040302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404040"/>
                </a:solidFill>
                <a:latin typeface="Consolas" panose="020B0609020204030204" pitchFamily="49" charset="0"/>
              </a:rPr>
              <a:t>    </a:t>
            </a:r>
            <a:r>
              <a:rPr kumimoji="0" lang="en-US" altLang="en-US" sz="1600" b="0" i="0" u="none" strike="noStrike" cap="none" normalizeH="0" baseline="0" dirty="0">
                <a:ln>
                  <a:noFill/>
                </a:ln>
                <a:solidFill>
                  <a:schemeClr val="bg1"/>
                </a:solidFill>
                <a:effectLst/>
                <a:latin typeface="Consolas" panose="020B0609020204030204" pitchFamily="49" charset="0"/>
              </a:rPr>
              <a:t>This is a demo container used to illustrate a def file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bg1"/>
                </a:solidFill>
                <a:effectLst/>
                <a:latin typeface="Consolas" panose="020B0609020204030204" pitchFamily="49" charset="0"/>
              </a:rPr>
              <a:t>    that uses all supported sections. </a:t>
            </a:r>
          </a:p>
        </p:txBody>
      </p:sp>
      <p:sp>
        <p:nvSpPr>
          <p:cNvPr id="9" name="TextBox 8">
            <a:extLst>
              <a:ext uri="{FF2B5EF4-FFF2-40B4-BE49-F238E27FC236}">
                <a16:creationId xmlns:a16="http://schemas.microsoft.com/office/drawing/2014/main" id="{E5D81905-E2BB-1EF8-0C59-AB4BC65181A5}"/>
              </a:ext>
            </a:extLst>
          </p:cNvPr>
          <p:cNvSpPr txBox="1"/>
          <p:nvPr/>
        </p:nvSpPr>
        <p:spPr>
          <a:xfrm>
            <a:off x="4157931" y="2738735"/>
            <a:ext cx="1121229"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Libre Franklin" pitchFamily="2" charset="0"/>
              </a:rPr>
              <a:t>Warn</a:t>
            </a:r>
            <a:endParaRPr kumimoji="0" lang="en-US" altLang="en-US" sz="1100" b="1" i="0" u="none" strike="noStrike" cap="none" normalizeH="0" baseline="0" dirty="0">
              <a:ln>
                <a:noFill/>
              </a:ln>
              <a:solidFill>
                <a:srgbClr val="FF0000"/>
              </a:solidFill>
              <a:effectLst/>
              <a:latin typeface="kepler-std-display"/>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126489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48E6C8-640F-28E0-D10D-A4BF7BDE956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762E477-FEFD-29DE-01E2-3DCAD3AC3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E6FA8697-F417-7EF0-6C70-1E772C69B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4BB4669E-2B14-D17B-9954-2A0029EA2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A37D7102-D873-FB99-224E-CC8C97DC8A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08F86963-EAD1-F3B1-4BAF-C2D879FD41A4}"/>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GB" dirty="0">
                <a:solidFill>
                  <a:srgbClr val="FFFFFF"/>
                </a:solidFill>
              </a:rPr>
              <a:t>Running Apptainer:/.</a:t>
            </a:r>
            <a:r>
              <a:rPr lang="en-GB" dirty="0" err="1">
                <a:solidFill>
                  <a:srgbClr val="FFFFFF"/>
                </a:solidFill>
              </a:rPr>
              <a:t>singularity.d</a:t>
            </a:r>
            <a:r>
              <a:rPr lang="en-GB" dirty="0">
                <a:solidFill>
                  <a:srgbClr val="FFFFFF"/>
                </a:solidFill>
              </a:rPr>
              <a:t> - The Hidden Files </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2CB97476-0EA4-58D2-EFAB-077B1309E48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C55C4333-E285-96C9-1979-D3DE31FE1357}"/>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16</a:t>
            </a:fld>
            <a:endParaRPr lang="en-US" b="0" i="0" kern="1200" dirty="0">
              <a:solidFill>
                <a:srgbClr val="FFFFFF"/>
              </a:solidFill>
              <a:latin typeface="+mn-lt"/>
              <a:ea typeface="+mn-ea"/>
              <a:cs typeface="+mn-cs"/>
            </a:endParaRPr>
          </a:p>
        </p:txBody>
      </p:sp>
      <p:sp>
        <p:nvSpPr>
          <p:cNvPr id="6" name="TextBox 5">
            <a:extLst>
              <a:ext uri="{FF2B5EF4-FFF2-40B4-BE49-F238E27FC236}">
                <a16:creationId xmlns:a16="http://schemas.microsoft.com/office/drawing/2014/main" id="{37E0D8B8-55E7-AC22-1CAB-749FC144728B}"/>
              </a:ext>
            </a:extLst>
          </p:cNvPr>
          <p:cNvSpPr txBox="1"/>
          <p:nvPr/>
        </p:nvSpPr>
        <p:spPr>
          <a:xfrm>
            <a:off x="698500" y="3041428"/>
            <a:ext cx="11020425" cy="1569660"/>
          </a:xfrm>
          <a:prstGeom prst="rect">
            <a:avLst/>
          </a:prstGeom>
          <a:solidFill>
            <a:schemeClr val="tx1"/>
          </a:solidFill>
        </p:spPr>
        <p:txBody>
          <a:bodyPr wrap="square">
            <a:spAutoFit/>
          </a:bodyPr>
          <a:lstStyle/>
          <a:p>
            <a:pPr lvl="0" defTabSz="914400" eaLnBrk="0" fontAlgn="base" hangingPunct="0">
              <a:spcBef>
                <a:spcPct val="0"/>
              </a:spcBef>
              <a:spcAft>
                <a:spcPct val="0"/>
              </a:spcAft>
            </a:pPr>
            <a:endParaRPr lang="en-GB" altLang="en-US" sz="2400" dirty="0">
              <a:solidFill>
                <a:schemeClr val="bg1"/>
              </a:solidFill>
              <a:latin typeface="Libre Franklin" pitchFamily="2" charset="0"/>
            </a:endParaRPr>
          </a:p>
          <a:p>
            <a:pPr lvl="0" defTabSz="914400" eaLnBrk="0" fontAlgn="base" hangingPunct="0">
              <a:spcBef>
                <a:spcPct val="0"/>
              </a:spcBef>
              <a:spcAft>
                <a:spcPct val="0"/>
              </a:spcAft>
            </a:pPr>
            <a:r>
              <a:rPr lang="en-GB" altLang="en-US" sz="2400" dirty="0" err="1">
                <a:solidFill>
                  <a:schemeClr val="bg1"/>
                </a:solidFill>
                <a:highlight>
                  <a:srgbClr val="000000"/>
                </a:highlight>
                <a:latin typeface="Consolas" panose="020B0609020204030204" pitchFamily="49" charset="0"/>
              </a:rPr>
              <a:t>Apptainer$cd</a:t>
            </a:r>
            <a:r>
              <a:rPr lang="en-GB" altLang="en-US" sz="2400" dirty="0">
                <a:solidFill>
                  <a:schemeClr val="bg1"/>
                </a:solidFill>
                <a:highlight>
                  <a:srgbClr val="000000"/>
                </a:highlight>
                <a:latin typeface="Consolas" panose="020B0609020204030204" pitchFamily="49" charset="0"/>
              </a:rPr>
              <a:t> .</a:t>
            </a:r>
            <a:r>
              <a:rPr lang="en-GB" altLang="en-US" sz="2400" dirty="0" err="1">
                <a:solidFill>
                  <a:schemeClr val="bg1"/>
                </a:solidFill>
                <a:highlight>
                  <a:srgbClr val="000000"/>
                </a:highlight>
                <a:latin typeface="Consolas" panose="020B0609020204030204" pitchFamily="49" charset="0"/>
              </a:rPr>
              <a:t>singularity.d</a:t>
            </a:r>
            <a:r>
              <a:rPr lang="en-GB" altLang="en-US" sz="2400" dirty="0">
                <a:solidFill>
                  <a:schemeClr val="bg1"/>
                </a:solidFill>
                <a:highlight>
                  <a:srgbClr val="000000"/>
                </a:highlight>
                <a:latin typeface="Consolas" panose="020B0609020204030204" pitchFamily="49" charset="0"/>
              </a:rPr>
              <a:t>/</a:t>
            </a:r>
          </a:p>
          <a:p>
            <a:pPr defTabSz="914400" eaLnBrk="0" fontAlgn="base" hangingPunct="0">
              <a:spcBef>
                <a:spcPct val="0"/>
              </a:spcBef>
              <a:spcAft>
                <a:spcPct val="0"/>
              </a:spcAft>
            </a:pPr>
            <a:r>
              <a:rPr lang="en-GB" altLang="en-US" sz="2400" dirty="0" err="1">
                <a:solidFill>
                  <a:schemeClr val="bg1"/>
                </a:solidFill>
                <a:highlight>
                  <a:srgbClr val="000000"/>
                </a:highlight>
                <a:latin typeface="Consolas" panose="020B0609020204030204" pitchFamily="49" charset="0"/>
              </a:rPr>
              <a:t>Apptainer$</a:t>
            </a:r>
            <a:r>
              <a:rPr lang="en-GB" sz="2400" dirty="0" err="1">
                <a:solidFill>
                  <a:schemeClr val="bg1"/>
                </a:solidFill>
                <a:highlight>
                  <a:srgbClr val="000000"/>
                </a:highlight>
                <a:latin typeface="Consolas" panose="020B0609020204030204" pitchFamily="49" charset="0"/>
              </a:rPr>
              <a:t>tree</a:t>
            </a:r>
            <a:r>
              <a:rPr lang="en-GB" sz="2400" dirty="0">
                <a:solidFill>
                  <a:schemeClr val="bg1"/>
                </a:solidFill>
                <a:highlight>
                  <a:srgbClr val="000000"/>
                </a:highlight>
                <a:latin typeface="Consolas" panose="020B0609020204030204" pitchFamily="49" charset="0"/>
              </a:rPr>
              <a:t> -f -L 1</a:t>
            </a:r>
          </a:p>
          <a:p>
            <a:pPr lvl="0" defTabSz="914400" eaLnBrk="0" fontAlgn="base" hangingPunct="0">
              <a:spcBef>
                <a:spcPct val="0"/>
              </a:spcBef>
              <a:spcAft>
                <a:spcPct val="0"/>
              </a:spcAft>
            </a:pPr>
            <a:r>
              <a:rPr lang="en-GB" altLang="en-US" sz="2400" dirty="0">
                <a:solidFill>
                  <a:schemeClr val="bg1"/>
                </a:solidFill>
                <a:highlight>
                  <a:srgbClr val="000000"/>
                </a:highlight>
                <a:latin typeface="Libre Franklin" pitchFamily="2" charset="0"/>
              </a:rPr>
              <a:t>  </a:t>
            </a:r>
            <a:endParaRPr kumimoji="0" lang="en-US" altLang="en-US" sz="2400" b="0" i="0" u="none" strike="noStrike" cap="none" normalizeH="0" baseline="0" dirty="0">
              <a:ln>
                <a:noFill/>
              </a:ln>
              <a:solidFill>
                <a:schemeClr val="bg1"/>
              </a:solidFill>
              <a:effectLst/>
              <a:highlight>
                <a:srgbClr val="000000"/>
              </a:highlight>
              <a:latin typeface="Libre Franklin" pitchFamily="2" charset="0"/>
            </a:endParaRPr>
          </a:p>
        </p:txBody>
      </p:sp>
      <p:sp>
        <p:nvSpPr>
          <p:cNvPr id="5" name="TextBox 4">
            <a:extLst>
              <a:ext uri="{FF2B5EF4-FFF2-40B4-BE49-F238E27FC236}">
                <a16:creationId xmlns:a16="http://schemas.microsoft.com/office/drawing/2014/main" id="{7E796360-4E9C-EA31-4D2E-B084DA77A8B0}"/>
              </a:ext>
            </a:extLst>
          </p:cNvPr>
          <p:cNvSpPr txBox="1"/>
          <p:nvPr/>
        </p:nvSpPr>
        <p:spPr>
          <a:xfrm>
            <a:off x="698500" y="2672096"/>
            <a:ext cx="6117166" cy="369332"/>
          </a:xfrm>
          <a:prstGeom prst="rect">
            <a:avLst/>
          </a:prstGeom>
          <a:noFill/>
        </p:spPr>
        <p:txBody>
          <a:bodyPr wrap="square">
            <a:spAutoFit/>
          </a:bodyPr>
          <a:lstStyle/>
          <a:p>
            <a:pPr lvl="0" defTabSz="914400" eaLnBrk="0" fontAlgn="base" hangingPunct="0">
              <a:spcBef>
                <a:spcPct val="0"/>
              </a:spcBef>
              <a:spcAft>
                <a:spcPct val="0"/>
              </a:spcAft>
            </a:pPr>
            <a:r>
              <a:rPr lang="en-GB" altLang="en-US" sz="1800" dirty="0">
                <a:solidFill>
                  <a:srgbClr val="212529"/>
                </a:solidFill>
                <a:latin typeface="Libre Franklin" pitchFamily="2" charset="0"/>
              </a:rPr>
              <a:t>When in the image: </a:t>
            </a:r>
          </a:p>
        </p:txBody>
      </p:sp>
    </p:spTree>
    <p:extLst>
      <p:ext uri="{BB962C8B-B14F-4D97-AF65-F5344CB8AC3E}">
        <p14:creationId xmlns:p14="http://schemas.microsoft.com/office/powerpoint/2010/main" val="321445620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734E86-345F-B6EC-32FE-FE82BABF1BA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CDC8EFE-678C-9960-F126-11AD7B898D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BCB82C7B-D065-C7B4-DA9C-734576548A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FC30D1DC-B974-661F-1833-F6458B6A5F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663A0407-CA5F-9394-78CB-36B8D4D66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ED6B40C5-77AF-1225-B1DD-83B4AD3566F5}"/>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GB" dirty="0">
                <a:solidFill>
                  <a:srgbClr val="FFFFFF"/>
                </a:solidFill>
              </a:rPr>
              <a:t>Running Apptainer:/.</a:t>
            </a:r>
            <a:r>
              <a:rPr lang="en-GB" dirty="0" err="1">
                <a:solidFill>
                  <a:srgbClr val="FFFFFF"/>
                </a:solidFill>
              </a:rPr>
              <a:t>singularity.d</a:t>
            </a:r>
            <a:r>
              <a:rPr lang="en-GB" dirty="0">
                <a:solidFill>
                  <a:srgbClr val="FFFFFF"/>
                </a:solidFill>
              </a:rPr>
              <a:t> - The Hidden Files </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49B79BDC-03A4-7412-5C1A-50CB2DCD9A5C}"/>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A64898C0-FBC1-207A-BF62-DC45B1E3FF77}"/>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17</a:t>
            </a:fld>
            <a:endParaRPr lang="en-US" b="0" i="0" kern="1200" dirty="0">
              <a:solidFill>
                <a:srgbClr val="FFFFFF"/>
              </a:solidFill>
              <a:latin typeface="+mn-lt"/>
              <a:ea typeface="+mn-ea"/>
              <a:cs typeface="+mn-cs"/>
            </a:endParaRPr>
          </a:p>
        </p:txBody>
      </p:sp>
      <p:pic>
        <p:nvPicPr>
          <p:cNvPr id="9" name="Picture 8" descr="A screenshot of a computer&#10;&#10;AI-generated content may be incorrect.">
            <a:extLst>
              <a:ext uri="{FF2B5EF4-FFF2-40B4-BE49-F238E27FC236}">
                <a16:creationId xmlns:a16="http://schemas.microsoft.com/office/drawing/2014/main" id="{B4CA5CEF-2675-4BB7-C0A3-CD9A2CC2B5C1}"/>
              </a:ext>
            </a:extLst>
          </p:cNvPr>
          <p:cNvPicPr>
            <a:picLocks noChangeAspect="1"/>
          </p:cNvPicPr>
          <p:nvPr/>
        </p:nvPicPr>
        <p:blipFill>
          <a:blip r:embed="rId3"/>
          <a:stretch>
            <a:fillRect/>
          </a:stretch>
        </p:blipFill>
        <p:spPr>
          <a:xfrm>
            <a:off x="2251374" y="1720933"/>
            <a:ext cx="6363027" cy="5092962"/>
          </a:xfrm>
          <a:prstGeom prst="rect">
            <a:avLst/>
          </a:prstGeom>
        </p:spPr>
      </p:pic>
    </p:spTree>
    <p:extLst>
      <p:ext uri="{BB962C8B-B14F-4D97-AF65-F5344CB8AC3E}">
        <p14:creationId xmlns:p14="http://schemas.microsoft.com/office/powerpoint/2010/main" val="1112618280"/>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768CB4-7535-7C03-B10D-A8D0A5170070}"/>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F28E469-1271-65AE-1C4F-358EA9439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185FBF2F-352A-EE88-4AF6-7DDFB6D9A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EC9F8DAB-74C4-7D4B-83A7-584B900809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2AA519FA-E493-12B0-003A-14E6517A9A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A1B09AFD-301A-C00C-59D0-CABB699D6E89}"/>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 </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0D0D9CC3-924D-DCC6-C163-0A3B22D20D30}"/>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D1B330A7-6D67-8070-46F1-E3E37952B34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18</a:t>
            </a:fld>
            <a:endParaRPr lang="en-US" b="0" i="0" kern="1200" dirty="0">
              <a:solidFill>
                <a:srgbClr val="FFFFFF"/>
              </a:solidFill>
              <a:latin typeface="+mn-lt"/>
              <a:ea typeface="+mn-ea"/>
              <a:cs typeface="+mn-cs"/>
            </a:endParaRPr>
          </a:p>
        </p:txBody>
      </p:sp>
      <p:sp>
        <p:nvSpPr>
          <p:cNvPr id="3" name="Title 3">
            <a:extLst>
              <a:ext uri="{FF2B5EF4-FFF2-40B4-BE49-F238E27FC236}">
                <a16:creationId xmlns:a16="http://schemas.microsoft.com/office/drawing/2014/main" id="{36648D8A-C730-F306-3A05-E75A44E522EC}"/>
              </a:ext>
            </a:extLst>
          </p:cNvPr>
          <p:cNvSpPr txBox="1">
            <a:spLocks/>
          </p:cNvSpPr>
          <p:nvPr/>
        </p:nvSpPr>
        <p:spPr>
          <a:xfrm>
            <a:off x="1255712" y="605118"/>
            <a:ext cx="8947522" cy="140053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a:solidFill>
                  <a:srgbClr val="FFFFFF"/>
                </a:solidFill>
              </a:rPr>
              <a:t>Running Apptainer: </a:t>
            </a:r>
            <a:r>
              <a:rPr lang="en-GB">
                <a:solidFill>
                  <a:srgbClr val="FFFFFF"/>
                </a:solidFill>
                <a:highlight>
                  <a:srgbClr val="000000"/>
                </a:highlight>
                <a:latin typeface="Consolas" panose="020B0609020204030204" pitchFamily="49" charset="0"/>
              </a:rPr>
              <a:t>apptainer run</a:t>
            </a:r>
            <a:r>
              <a:rPr lang="en-GB">
                <a:solidFill>
                  <a:srgbClr val="FFFFFF"/>
                </a:solidFill>
                <a:latin typeface="Consolas" panose="020B0609020204030204" pitchFamily="49" charset="0"/>
              </a:rPr>
              <a:t> </a:t>
            </a:r>
            <a:r>
              <a:rPr lang="en-GB">
                <a:solidFill>
                  <a:srgbClr val="FFFFFF"/>
                </a:solidFill>
              </a:rPr>
              <a:t>or </a:t>
            </a:r>
            <a:r>
              <a:rPr lang="en-GB">
                <a:solidFill>
                  <a:srgbClr val="FFFFFF"/>
                </a:solidFill>
                <a:highlight>
                  <a:srgbClr val="000000"/>
                </a:highlight>
              </a:rPr>
              <a:t>apptainer exec</a:t>
            </a:r>
            <a:endParaRPr lang="en-US" dirty="0">
              <a:solidFill>
                <a:srgbClr val="FFFFFF"/>
              </a:solidFill>
              <a:highlight>
                <a:srgbClr val="000000"/>
              </a:highlight>
            </a:endParaRPr>
          </a:p>
        </p:txBody>
      </p:sp>
      <p:sp>
        <p:nvSpPr>
          <p:cNvPr id="6" name="TextBox 5">
            <a:extLst>
              <a:ext uri="{FF2B5EF4-FFF2-40B4-BE49-F238E27FC236}">
                <a16:creationId xmlns:a16="http://schemas.microsoft.com/office/drawing/2014/main" id="{A050D43E-1B9D-8009-DAAD-824F3A55CB60}"/>
              </a:ext>
            </a:extLst>
          </p:cNvPr>
          <p:cNvSpPr txBox="1"/>
          <p:nvPr/>
        </p:nvSpPr>
        <p:spPr>
          <a:xfrm>
            <a:off x="749300" y="2378933"/>
            <a:ext cx="11020425" cy="3046988"/>
          </a:xfrm>
          <a:prstGeom prst="rect">
            <a:avLst/>
          </a:prstGeom>
          <a:noFill/>
        </p:spPr>
        <p:txBody>
          <a:bodyPr wrap="square">
            <a:spAutoFit/>
          </a:bodyPr>
          <a:lstStyle/>
          <a:p>
            <a:pPr lvl="0" defTabSz="914400" eaLnBrk="0" fontAlgn="base" hangingPunct="0">
              <a:spcBef>
                <a:spcPct val="0"/>
              </a:spcBef>
              <a:spcAft>
                <a:spcPct val="0"/>
              </a:spcAft>
            </a:pPr>
            <a:endParaRPr lang="en-GB" altLang="en-US" sz="2400" dirty="0">
              <a:solidFill>
                <a:srgbClr val="212529"/>
              </a:solidFill>
              <a:latin typeface="Libre Franklin" pitchFamily="2" charset="0"/>
            </a:endParaRPr>
          </a:p>
          <a:p>
            <a:pPr lvl="0" defTabSz="914400" eaLnBrk="0" fontAlgn="base" hangingPunct="0">
              <a:spcBef>
                <a:spcPct val="0"/>
              </a:spcBef>
              <a:spcAft>
                <a:spcPct val="0"/>
              </a:spcAft>
            </a:pPr>
            <a:r>
              <a:rPr lang="en-GB" altLang="en-US" sz="2400" dirty="0">
                <a:solidFill>
                  <a:srgbClr val="212529"/>
                </a:solidFill>
                <a:latin typeface="Libre Franklin" pitchFamily="2" charset="0"/>
              </a:rPr>
              <a:t>When the </a:t>
            </a:r>
            <a:r>
              <a:rPr lang="en-GB" altLang="en-US" sz="2400" dirty="0">
                <a:solidFill>
                  <a:schemeClr val="bg1"/>
                </a:solidFill>
                <a:highlight>
                  <a:srgbClr val="000000"/>
                </a:highlight>
                <a:latin typeface="Consolas" panose="020B0609020204030204" pitchFamily="49" charset="0"/>
              </a:rPr>
              <a:t>apptainer run</a:t>
            </a:r>
            <a:r>
              <a:rPr lang="en-GB" altLang="en-US" sz="2400" dirty="0">
                <a:solidFill>
                  <a:srgbClr val="212529"/>
                </a:solidFill>
                <a:latin typeface="Libre Franklin" pitchFamily="2" charset="0"/>
              </a:rPr>
              <a:t> command launches the container, it first runs the </a:t>
            </a:r>
            <a:r>
              <a:rPr lang="en-GB" altLang="en-US" sz="2400" dirty="0">
                <a:solidFill>
                  <a:schemeClr val="bg1"/>
                </a:solidFill>
                <a:highlight>
                  <a:srgbClr val="000000"/>
                </a:highlight>
                <a:latin typeface="Consolas" panose="020B0609020204030204" pitchFamily="49" charset="0"/>
              </a:rPr>
              <a:t>%</a:t>
            </a:r>
            <a:r>
              <a:rPr lang="en-GB" altLang="en-US" sz="2400" dirty="0" err="1">
                <a:solidFill>
                  <a:schemeClr val="bg1"/>
                </a:solidFill>
                <a:highlight>
                  <a:srgbClr val="000000"/>
                </a:highlight>
                <a:latin typeface="Consolas" panose="020B0609020204030204" pitchFamily="49" charset="0"/>
              </a:rPr>
              <a:t>runscript</a:t>
            </a:r>
            <a:r>
              <a:rPr lang="en-GB" altLang="en-US" sz="2400" dirty="0">
                <a:solidFill>
                  <a:schemeClr val="bg1"/>
                </a:solidFill>
                <a:latin typeface="Consolas" panose="020B0609020204030204" pitchFamily="49" charset="0"/>
              </a:rPr>
              <a:t> </a:t>
            </a:r>
            <a:r>
              <a:rPr lang="en-GB" altLang="en-US" sz="2400" dirty="0">
                <a:solidFill>
                  <a:srgbClr val="212529"/>
                </a:solidFill>
                <a:latin typeface="Libre Franklin" pitchFamily="2" charset="0"/>
              </a:rPr>
              <a:t>defined for that container (if there is one), and then runs the specific command you specified.</a:t>
            </a:r>
          </a:p>
          <a:p>
            <a:pPr lvl="0" defTabSz="914400" eaLnBrk="0" fontAlgn="base" hangingPunct="0">
              <a:spcBef>
                <a:spcPct val="0"/>
              </a:spcBef>
              <a:spcAft>
                <a:spcPct val="0"/>
              </a:spcAft>
            </a:pPr>
            <a:r>
              <a:rPr lang="en-GB" altLang="en-US" sz="2400" dirty="0">
                <a:solidFill>
                  <a:srgbClr val="212529"/>
                </a:solidFill>
                <a:latin typeface="Libre Franklin" pitchFamily="2" charset="0"/>
              </a:rPr>
              <a:t>The </a:t>
            </a:r>
            <a:r>
              <a:rPr lang="en-GB" altLang="en-US" sz="2400" dirty="0">
                <a:solidFill>
                  <a:schemeClr val="bg1"/>
                </a:solidFill>
                <a:highlight>
                  <a:srgbClr val="000000"/>
                </a:highlight>
                <a:latin typeface="Libre Franklin" pitchFamily="2" charset="0"/>
              </a:rPr>
              <a:t>apptainer exec </a:t>
            </a:r>
            <a:r>
              <a:rPr lang="en-GB" altLang="en-US" sz="2400" dirty="0">
                <a:solidFill>
                  <a:srgbClr val="212529"/>
                </a:solidFill>
                <a:latin typeface="Libre Franklin" pitchFamily="2" charset="0"/>
              </a:rPr>
              <a:t>command will not run the </a:t>
            </a:r>
            <a:r>
              <a:rPr lang="en-GB" altLang="en-US" sz="2400" dirty="0">
                <a:solidFill>
                  <a:schemeClr val="bg1"/>
                </a:solidFill>
                <a:highlight>
                  <a:srgbClr val="000000"/>
                </a:highlight>
                <a:latin typeface="Consolas" panose="020B0609020204030204" pitchFamily="49" charset="0"/>
              </a:rPr>
              <a:t>%</a:t>
            </a:r>
            <a:r>
              <a:rPr lang="en-GB" altLang="en-US" sz="2400" dirty="0" err="1">
                <a:solidFill>
                  <a:schemeClr val="bg1"/>
                </a:solidFill>
                <a:highlight>
                  <a:srgbClr val="000000"/>
                </a:highlight>
                <a:latin typeface="Consolas" panose="020B0609020204030204" pitchFamily="49" charset="0"/>
              </a:rPr>
              <a:t>runscript</a:t>
            </a:r>
            <a:r>
              <a:rPr lang="en-GB" altLang="en-US" sz="2400" dirty="0">
                <a:solidFill>
                  <a:srgbClr val="212529"/>
                </a:solidFill>
                <a:latin typeface="Libre Franklin" pitchFamily="2" charset="0"/>
              </a:rPr>
              <a:t>, even if one is defined in the container.</a:t>
            </a:r>
          </a:p>
          <a:p>
            <a:pPr lvl="0" defTabSz="914400" eaLnBrk="0" fontAlgn="base" hangingPunct="0">
              <a:spcBef>
                <a:spcPct val="0"/>
              </a:spcBef>
              <a:spcAft>
                <a:spcPct val="0"/>
              </a:spcAft>
            </a:pPr>
            <a:endParaRPr lang="en-GB" altLang="en-US" sz="2400" dirty="0">
              <a:solidFill>
                <a:srgbClr val="212529"/>
              </a:solidFill>
              <a:latin typeface="Libre Franklin" pitchFamily="2" charset="0"/>
            </a:endParaRPr>
          </a:p>
          <a:p>
            <a:pPr lvl="0" defTabSz="914400" eaLnBrk="0" fontAlgn="base" hangingPunct="0">
              <a:spcBef>
                <a:spcPct val="0"/>
              </a:spcBef>
              <a:spcAft>
                <a:spcPct val="0"/>
              </a:spcAft>
            </a:pPr>
            <a:r>
              <a:rPr lang="en-GB" altLang="en-US" sz="2400" dirty="0">
                <a:solidFill>
                  <a:srgbClr val="212529"/>
                </a:solidFill>
                <a:latin typeface="Libre Franklin" pitchFamily="2" charset="0"/>
              </a:rPr>
              <a:t>We suggest that you always use </a:t>
            </a:r>
            <a:r>
              <a:rPr lang="en-GB" altLang="en-US" sz="2400" dirty="0">
                <a:solidFill>
                  <a:schemeClr val="bg1"/>
                </a:solidFill>
                <a:highlight>
                  <a:srgbClr val="000000"/>
                </a:highlight>
                <a:latin typeface="Consolas" panose="020B0609020204030204" pitchFamily="49" charset="0"/>
              </a:rPr>
              <a:t>apptainer run</a:t>
            </a:r>
            <a:r>
              <a:rPr lang="en-GB" altLang="en-US" sz="2400" dirty="0">
                <a:solidFill>
                  <a:srgbClr val="212529"/>
                </a:solidFill>
                <a:latin typeface="Libre Franklin" pitchFamily="2" charset="0"/>
              </a:rPr>
              <a:t>.</a:t>
            </a:r>
            <a:endParaRPr kumimoji="0" lang="en-US" altLang="en-US" sz="2400" b="0" i="0" u="none" strike="noStrike" cap="none" normalizeH="0" baseline="0" dirty="0">
              <a:ln>
                <a:noFill/>
              </a:ln>
              <a:solidFill>
                <a:srgbClr val="212529"/>
              </a:solidFill>
              <a:effectLst/>
              <a:latin typeface="Libre Franklin" pitchFamily="2" charset="0"/>
            </a:endParaRPr>
          </a:p>
        </p:txBody>
      </p:sp>
    </p:spTree>
    <p:extLst>
      <p:ext uri="{BB962C8B-B14F-4D97-AF65-F5344CB8AC3E}">
        <p14:creationId xmlns:p14="http://schemas.microsoft.com/office/powerpoint/2010/main" val="36308592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929C19-1DBB-C989-5B4F-C93B6A3A27D5}"/>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C2AF752-786B-0F5E-82F5-D7BAFE79B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71A0DA2B-D2B9-FDA5-CACF-44838FD316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3BD3A801-9F56-7BF0-1B24-34871C64B9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05ABC62E-3146-B973-D8B7-58A06B5BB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2BDF8621-C27F-E7C9-F060-09E3A2E1EF4E}"/>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GB" dirty="0">
                <a:solidFill>
                  <a:srgbClr val="FFFFFF"/>
                </a:solidFill>
              </a:rPr>
              <a:t>Building without elevated privileges with </a:t>
            </a:r>
            <a:r>
              <a:rPr lang="en-GB" dirty="0">
                <a:solidFill>
                  <a:schemeClr val="bg1"/>
                </a:solidFill>
                <a:highlight>
                  <a:srgbClr val="000000"/>
                </a:highlight>
                <a:latin typeface="Roboto Mono" panose="020F0502020204030204" pitchFamily="49" charset="0"/>
              </a:rPr>
              <a:t>--</a:t>
            </a:r>
            <a:r>
              <a:rPr lang="en-GB" dirty="0" err="1">
                <a:solidFill>
                  <a:schemeClr val="bg1"/>
                </a:solidFill>
                <a:highlight>
                  <a:srgbClr val="000000"/>
                </a:highlight>
                <a:latin typeface="Roboto Mono" panose="020F0502020204030204" pitchFamily="49" charset="0"/>
              </a:rPr>
              <a:t>fakeroot</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A6E4225F-6F8B-2E19-DE29-E322E99474CE}"/>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BDE388F8-594F-EA96-06A9-AF374BD1BF8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19</a:t>
            </a:fld>
            <a:endParaRPr lang="en-US" b="0" i="0" kern="1200" dirty="0">
              <a:solidFill>
                <a:srgbClr val="FFFFFF"/>
              </a:solidFill>
              <a:latin typeface="+mn-lt"/>
              <a:ea typeface="+mn-ea"/>
              <a:cs typeface="+mn-cs"/>
            </a:endParaRPr>
          </a:p>
        </p:txBody>
      </p:sp>
      <p:sp>
        <p:nvSpPr>
          <p:cNvPr id="6" name="TextBox 5">
            <a:extLst>
              <a:ext uri="{FF2B5EF4-FFF2-40B4-BE49-F238E27FC236}">
                <a16:creationId xmlns:a16="http://schemas.microsoft.com/office/drawing/2014/main" id="{B8AE6FA6-3566-F360-2453-FDC62496A8A4}"/>
              </a:ext>
            </a:extLst>
          </p:cNvPr>
          <p:cNvSpPr txBox="1"/>
          <p:nvPr/>
        </p:nvSpPr>
        <p:spPr>
          <a:xfrm>
            <a:off x="749300" y="2378933"/>
            <a:ext cx="11020425" cy="4431983"/>
          </a:xfrm>
          <a:prstGeom prst="rect">
            <a:avLst/>
          </a:prstGeom>
          <a:noFill/>
        </p:spPr>
        <p:txBody>
          <a:bodyPr wrap="square">
            <a:spAutoFit/>
          </a:bodyPr>
          <a:lstStyle/>
          <a:p>
            <a:r>
              <a:rPr lang="en-GB" dirty="0">
                <a:solidFill>
                  <a:srgbClr val="2094F3"/>
                </a:solidFill>
                <a:hlinkClick r:id="rId3"/>
              </a:rPr>
              <a:t>apptainer Online manual(external)</a:t>
            </a:r>
            <a:endParaRPr lang="en-GB" dirty="0"/>
          </a:p>
          <a:p>
            <a:r>
              <a:rPr lang="en-GB" dirty="0"/>
              <a:t>The </a:t>
            </a:r>
            <a:r>
              <a:rPr lang="en-GB" dirty="0" err="1"/>
              <a:t>fakeroot</a:t>
            </a:r>
            <a:r>
              <a:rPr lang="en-GB" dirty="0"/>
              <a:t> feature (commonly referred as rootless mode) allows an unprivileged user to run a container as a "</a:t>
            </a:r>
            <a:r>
              <a:rPr lang="en-GB" b="1" dirty="0"/>
              <a:t>fake root</a:t>
            </a:r>
            <a:r>
              <a:rPr lang="en-GB" dirty="0"/>
              <a:t>" user by leveraging </a:t>
            </a:r>
            <a:r>
              <a:rPr lang="en-GB" dirty="0">
                <a:solidFill>
                  <a:srgbClr val="2094F3"/>
                </a:solidFill>
                <a:hlinkClick r:id="rId4"/>
              </a:rPr>
              <a:t>user namespace UID/GID mapping</a:t>
            </a:r>
            <a:endParaRPr lang="en-GB" dirty="0">
              <a:solidFill>
                <a:srgbClr val="2094F3"/>
              </a:solidFill>
            </a:endParaRPr>
          </a:p>
          <a:p>
            <a:pPr marL="285750" indent="-285750">
              <a:buFont typeface="Arial" panose="020B0604020202020204" pitchFamily="34" charset="0"/>
              <a:buChar char="•"/>
            </a:pPr>
            <a:r>
              <a:rPr lang="en-GB" dirty="0"/>
              <a:t>This command fakes root privileges on file manipulation, telling programs that operations that would succeed as root have succeeded even though they really haven’t. This is useful for avoiding errors when building containers or when adding packages to a writable container, because many package installations attempt to do additional setup that only works as root.</a:t>
            </a:r>
          </a:p>
          <a:p>
            <a:pPr marL="285750" indent="-285750">
              <a:buFont typeface="Arial" panose="020B0604020202020204" pitchFamily="34" charset="0"/>
              <a:buChar char="•"/>
            </a:pPr>
            <a:r>
              <a:rPr lang="en-GB" dirty="0"/>
              <a:t>The combination of a root-mapped user namespace with the </a:t>
            </a:r>
            <a:r>
              <a:rPr lang="en-GB" dirty="0" err="1"/>
              <a:t>fakeroot</a:t>
            </a:r>
            <a:r>
              <a:rPr lang="en-GB" dirty="0"/>
              <a:t> command allows most package installations to work, but the </a:t>
            </a:r>
            <a:r>
              <a:rPr lang="en-GB" dirty="0" err="1"/>
              <a:t>fakeroot</a:t>
            </a:r>
            <a:r>
              <a:rPr lang="en-GB" dirty="0"/>
              <a:t> command is bound in from the host </a:t>
            </a:r>
            <a:r>
              <a:rPr lang="en-GB" dirty="0">
                <a:solidFill>
                  <a:srgbClr val="AD5C4D"/>
                </a:solidFill>
                <a:highlight>
                  <a:srgbClr val="FFFF00"/>
                </a:highlight>
              </a:rPr>
              <a:t>so if the host </a:t>
            </a:r>
            <a:r>
              <a:rPr lang="en-GB" dirty="0" err="1">
                <a:solidFill>
                  <a:srgbClr val="AD5C4D"/>
                </a:solidFill>
                <a:highlight>
                  <a:srgbClr val="FFFF00"/>
                </a:highlight>
              </a:rPr>
              <a:t>libc</a:t>
            </a:r>
            <a:r>
              <a:rPr lang="en-GB" dirty="0">
                <a:solidFill>
                  <a:srgbClr val="AD5C4D"/>
                </a:solidFill>
                <a:highlight>
                  <a:srgbClr val="FFFF00"/>
                </a:highlight>
              </a:rPr>
              <a:t> library is a newer version than the corresponding library in the container the </a:t>
            </a:r>
            <a:r>
              <a:rPr lang="en-GB" dirty="0" err="1">
                <a:solidFill>
                  <a:srgbClr val="AD5C4D"/>
                </a:solidFill>
                <a:highlight>
                  <a:srgbClr val="FFFF00"/>
                </a:highlight>
              </a:rPr>
              <a:t>fakeroot</a:t>
            </a:r>
            <a:r>
              <a:rPr lang="en-GB" dirty="0">
                <a:solidFill>
                  <a:srgbClr val="AD5C4D"/>
                </a:solidFill>
                <a:highlight>
                  <a:srgbClr val="FFFF00"/>
                </a:highlight>
              </a:rPr>
              <a:t> command can fail with errors about missing GLIBC versions</a:t>
            </a:r>
            <a:r>
              <a:rPr lang="en-GB" dirty="0"/>
              <a:t>. Otherwise you can also try using the </a:t>
            </a:r>
            <a:r>
              <a:rPr lang="en-GB" dirty="0">
                <a:solidFill>
                  <a:schemeClr val="bg1"/>
                </a:solidFill>
                <a:highlight>
                  <a:srgbClr val="000000"/>
                </a:highlight>
                <a:latin typeface="Consolas" panose="020B0609020204030204" pitchFamily="49" charset="0"/>
              </a:rPr>
              <a:t>--ignore-</a:t>
            </a:r>
            <a:r>
              <a:rPr lang="en-GB" dirty="0" err="1">
                <a:solidFill>
                  <a:schemeClr val="bg1"/>
                </a:solidFill>
                <a:highlight>
                  <a:srgbClr val="000000"/>
                </a:highlight>
                <a:latin typeface="Consolas" panose="020B0609020204030204" pitchFamily="49" charset="0"/>
              </a:rPr>
              <a:t>fakeroot</a:t>
            </a:r>
            <a:r>
              <a:rPr lang="en-GB" dirty="0">
                <a:solidFill>
                  <a:schemeClr val="bg1"/>
                </a:solidFill>
                <a:highlight>
                  <a:srgbClr val="000000"/>
                </a:highlight>
                <a:latin typeface="Consolas" panose="020B0609020204030204" pitchFamily="49" charset="0"/>
              </a:rPr>
              <a:t>-command </a:t>
            </a:r>
            <a:r>
              <a:rPr lang="en-GB" dirty="0"/>
              <a:t>which may work if the commands in the </a:t>
            </a:r>
            <a:r>
              <a:rPr lang="en-GB" dirty="0">
                <a:solidFill>
                  <a:schemeClr val="bg1"/>
                </a:solidFill>
                <a:highlight>
                  <a:srgbClr val="000000"/>
                </a:highlight>
                <a:latin typeface="Consolas" panose="020B0609020204030204" pitchFamily="49" charset="0"/>
              </a:rPr>
              <a:t>%post </a:t>
            </a:r>
            <a:r>
              <a:rPr lang="en-GB" dirty="0"/>
              <a:t>section of the build definition file are simple enough. </a:t>
            </a:r>
          </a:p>
          <a:p>
            <a:pPr marL="285750" indent="-285750">
              <a:buFont typeface="Arial" panose="020B0604020202020204" pitchFamily="34" charset="0"/>
              <a:buChar char="•"/>
            </a:pPr>
            <a:r>
              <a:rPr lang="en-GB" dirty="0"/>
              <a:t> </a:t>
            </a:r>
            <a:r>
              <a:rPr lang="en-GB" dirty="0">
                <a:hlinkClick r:id="rId5"/>
              </a:rPr>
              <a:t>Using </a:t>
            </a:r>
            <a:r>
              <a:rPr lang="en-GB" dirty="0" err="1">
                <a:hlinkClick r:id="rId5"/>
              </a:rPr>
              <a:t>fakeroot</a:t>
            </a:r>
            <a:r>
              <a:rPr lang="en-GB" dirty="0">
                <a:hlinkClick r:id="rId5"/>
              </a:rPr>
              <a:t> command inside definition file</a:t>
            </a:r>
            <a:r>
              <a:rPr lang="en-GB" sz="2400" dirty="0">
                <a:latin typeface="Roboto" panose="02000000000000000000" pitchFamily="2" charset="0"/>
              </a:rPr>
              <a:t>.</a:t>
            </a:r>
          </a:p>
          <a:p>
            <a:pPr lvl="0" defTabSz="914400" eaLnBrk="0" fontAlgn="base" hangingPunct="0">
              <a:spcBef>
                <a:spcPct val="0"/>
              </a:spcBef>
              <a:spcAft>
                <a:spcPct val="0"/>
              </a:spcAft>
            </a:pPr>
            <a:endParaRPr lang="en-GB" altLang="en-US" sz="2400" dirty="0">
              <a:solidFill>
                <a:srgbClr val="212529"/>
              </a:solidFill>
              <a:latin typeface="Libre Franklin" pitchFamily="2" charset="0"/>
            </a:endParaRPr>
          </a:p>
        </p:txBody>
      </p:sp>
    </p:spTree>
    <p:extLst>
      <p:ext uri="{BB962C8B-B14F-4D97-AF65-F5344CB8AC3E}">
        <p14:creationId xmlns:p14="http://schemas.microsoft.com/office/powerpoint/2010/main" val="391551150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61EF069-3832-4386-0860-15FB26E53A64}"/>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7A1BF48F-2F7F-468B-9F42-D94D97BB0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692E32FE-2EBC-7286-5318-717E502C9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954FA10C-5E11-B828-8395-ECF42F855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0D0ABC12-F83E-3D72-36EB-A928664075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F02C76C1-6055-6B69-FA24-F5A2E680232D}"/>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EBEBEB"/>
                </a:solidFill>
              </a:rPr>
              <a:t>Apptainer MPI</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B62B4055-720E-EA82-FB2F-5D02E352493A}"/>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011C3695-EE1D-8D1B-A104-8006762116CD}"/>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20</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2F8B0A46-432E-C162-D1A9-4B66D1E49E92}"/>
              </a:ext>
            </a:extLst>
          </p:cNvPr>
          <p:cNvSpPr txBox="1"/>
          <p:nvPr/>
        </p:nvSpPr>
        <p:spPr>
          <a:xfrm>
            <a:off x="648931" y="2456618"/>
            <a:ext cx="5122606" cy="3658689"/>
          </a:xfrm>
          <a:prstGeom prst="rect">
            <a:avLst/>
          </a:prstGeom>
        </p:spPr>
        <p:txBody>
          <a:bodyPr vert="horz" lIns="91440" tIns="45720" rIns="91440" bIns="45720" rtlCol="0">
            <a:normAutofit/>
          </a:bodyPr>
          <a:lstStyle/>
          <a:p>
            <a:pPr marL="342900" indent="-342900">
              <a:spcBef>
                <a:spcPts val="1000"/>
              </a:spcBef>
              <a:buClr>
                <a:schemeClr val="bg2">
                  <a:lumMod val="40000"/>
                  <a:lumOff val="60000"/>
                </a:schemeClr>
              </a:buClr>
              <a:buSzPct val="80000"/>
              <a:buFont typeface="Wingdings 3" charset="2"/>
              <a:buChar char=""/>
            </a:pPr>
            <a:r>
              <a:rPr lang="en-US" dirty="0">
                <a:latin typeface="+mj-lt"/>
                <a:ea typeface="+mj-ea"/>
                <a:cs typeface="+mj-cs"/>
              </a:rPr>
              <a:t>Use same Message Passing Interface (MPI) distribution and version within container as would be used outside the container. </a:t>
            </a:r>
          </a:p>
          <a:p>
            <a:pPr marL="342900" indent="-342900">
              <a:spcBef>
                <a:spcPts val="1000"/>
              </a:spcBef>
              <a:buClr>
                <a:schemeClr val="bg2">
                  <a:lumMod val="40000"/>
                  <a:lumOff val="60000"/>
                </a:schemeClr>
              </a:buClr>
              <a:buSzPct val="80000"/>
              <a:buFont typeface="Wingdings 3" charset="2"/>
              <a:buChar char=""/>
            </a:pPr>
            <a:r>
              <a:rPr lang="en-US" dirty="0">
                <a:latin typeface="+mj-lt"/>
                <a:ea typeface="+mj-ea"/>
                <a:cs typeface="+mj-cs"/>
              </a:rPr>
              <a:t> If using Infiniband (IB), install same OFED drivers and libraries inside the container as used on underlying HPC hardware.</a:t>
            </a:r>
          </a:p>
        </p:txBody>
      </p:sp>
      <p:pic>
        <p:nvPicPr>
          <p:cNvPr id="10" name="Picture 9">
            <a:extLst>
              <a:ext uri="{FF2B5EF4-FFF2-40B4-BE49-F238E27FC236}">
                <a16:creationId xmlns:a16="http://schemas.microsoft.com/office/drawing/2014/main" id="{442AE3B4-350F-6C16-3BBD-3A8A47819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6855" y="2194499"/>
            <a:ext cx="4717964" cy="4210783"/>
          </a:xfrm>
          <a:prstGeom prst="rect">
            <a:avLst/>
          </a:prstGeom>
          <a:effectLst/>
        </p:spPr>
      </p:pic>
      <p:sp>
        <p:nvSpPr>
          <p:cNvPr id="6" name="TextBox 5">
            <a:extLst>
              <a:ext uri="{FF2B5EF4-FFF2-40B4-BE49-F238E27FC236}">
                <a16:creationId xmlns:a16="http://schemas.microsoft.com/office/drawing/2014/main" id="{AE33A472-9049-6A78-A0AF-33FAC7ADFAE8}"/>
              </a:ext>
            </a:extLst>
          </p:cNvPr>
          <p:cNvSpPr txBox="1"/>
          <p:nvPr/>
        </p:nvSpPr>
        <p:spPr>
          <a:xfrm>
            <a:off x="6348412" y="6359346"/>
            <a:ext cx="2593446" cy="215444"/>
          </a:xfrm>
          <a:prstGeom prst="rect">
            <a:avLst/>
          </a:prstGeom>
          <a:noFill/>
        </p:spPr>
        <p:txBody>
          <a:bodyPr wrap="square">
            <a:spAutoFit/>
          </a:bodyPr>
          <a:lstStyle/>
          <a:p>
            <a:r>
              <a:rPr lang="en-GB" sz="800" dirty="0"/>
              <a:t>https://apptainer.org/docs/user/main/mpi.html</a:t>
            </a:r>
          </a:p>
        </p:txBody>
      </p:sp>
    </p:spTree>
    <p:extLst>
      <p:ext uri="{BB962C8B-B14F-4D97-AF65-F5344CB8AC3E}">
        <p14:creationId xmlns:p14="http://schemas.microsoft.com/office/powerpoint/2010/main" val="432405456"/>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DEE1DB-9D5E-9660-4CF5-52E3B99299CA}"/>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F2BEA467-B453-9361-3D47-232B1DC48E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9F0E4852-7B68-F58C-E9EF-0FDAAE838F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20AEE6CA-C424-C3FA-2202-D7DB7926A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9BFBF5E4-C2F1-1DA1-864D-42976C1B1A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3BDD5322-15F6-9BA0-F11F-ED8DD970A96E}"/>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Tutorial</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27982137-A097-81B5-2F4F-8A8E658E1B87}"/>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9F95E691-46F6-9DDD-57F7-5E0ECC24404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21</a:t>
            </a:fld>
            <a:endParaRPr lang="en-US" b="0" i="0" kern="1200" dirty="0">
              <a:solidFill>
                <a:srgbClr val="FFFFFF"/>
              </a:solidFill>
              <a:latin typeface="+mn-lt"/>
              <a:ea typeface="+mn-ea"/>
              <a:cs typeface="+mn-cs"/>
            </a:endParaRPr>
          </a:p>
        </p:txBody>
      </p:sp>
      <p:sp>
        <p:nvSpPr>
          <p:cNvPr id="3" name="TextBox 2">
            <a:extLst>
              <a:ext uri="{FF2B5EF4-FFF2-40B4-BE49-F238E27FC236}">
                <a16:creationId xmlns:a16="http://schemas.microsoft.com/office/drawing/2014/main" id="{5556743D-3696-2296-F324-89240901B3B7}"/>
              </a:ext>
            </a:extLst>
          </p:cNvPr>
          <p:cNvSpPr txBox="1"/>
          <p:nvPr/>
        </p:nvSpPr>
        <p:spPr>
          <a:xfrm>
            <a:off x="474464" y="2541479"/>
            <a:ext cx="9507282" cy="2308324"/>
          </a:xfrm>
          <a:prstGeom prst="rect">
            <a:avLst/>
          </a:prstGeom>
          <a:noFill/>
        </p:spPr>
        <p:txBody>
          <a:bodyPr wrap="square">
            <a:spAutoFit/>
          </a:bodyPr>
          <a:lstStyle/>
          <a:p>
            <a:r>
              <a:rPr lang="en-GB" dirty="0"/>
              <a:t>There are two primary approaches for executing MPI applications within an Apptainer container. </a:t>
            </a:r>
          </a:p>
          <a:p>
            <a:pPr marL="285750" indent="-285750">
              <a:buFont typeface="Arial" panose="020B0604020202020204" pitchFamily="34" charset="0"/>
              <a:buChar char="•"/>
            </a:pPr>
            <a:r>
              <a:rPr lang="en-GB" dirty="0"/>
              <a:t>The first approach is called the `</a:t>
            </a:r>
            <a:r>
              <a:rPr lang="en-GB" dirty="0">
                <a:latin typeface="Consolas" panose="020B0609020204030204" pitchFamily="49" charset="0"/>
              </a:rPr>
              <a:t>hybrid</a:t>
            </a:r>
            <a:r>
              <a:rPr lang="en-GB" dirty="0"/>
              <a:t>` model, which utilises a combination of libraries provided on the host and in the container to implement the MPI. </a:t>
            </a:r>
          </a:p>
          <a:p>
            <a:pPr marL="285750" indent="-285750">
              <a:buFont typeface="Arial" panose="020B0604020202020204" pitchFamily="34" charset="0"/>
              <a:buChar char="•"/>
            </a:pPr>
            <a:r>
              <a:rPr lang="en-GB" dirty="0"/>
              <a:t>The second approach is called the `</a:t>
            </a:r>
            <a:r>
              <a:rPr lang="en-GB" dirty="0">
                <a:latin typeface="Consolas" panose="020B0609020204030204" pitchFamily="49" charset="0"/>
              </a:rPr>
              <a:t>bind</a:t>
            </a:r>
            <a:r>
              <a:rPr lang="en-GB" dirty="0"/>
              <a:t>` model, which only uses the MPI implementation available on the host and does not include any MPI libraries in the container.</a:t>
            </a:r>
          </a:p>
          <a:p>
            <a:r>
              <a:rPr lang="en-GB" dirty="0"/>
              <a:t> </a:t>
            </a:r>
          </a:p>
        </p:txBody>
      </p:sp>
      <p:sp>
        <p:nvSpPr>
          <p:cNvPr id="5" name="TextBox 4">
            <a:extLst>
              <a:ext uri="{FF2B5EF4-FFF2-40B4-BE49-F238E27FC236}">
                <a16:creationId xmlns:a16="http://schemas.microsoft.com/office/drawing/2014/main" id="{73010686-4A3D-B673-C606-11BB52D86787}"/>
              </a:ext>
            </a:extLst>
          </p:cNvPr>
          <p:cNvSpPr txBox="1"/>
          <p:nvPr/>
        </p:nvSpPr>
        <p:spPr>
          <a:xfrm>
            <a:off x="6348412" y="6359346"/>
            <a:ext cx="2593446" cy="215444"/>
          </a:xfrm>
          <a:prstGeom prst="rect">
            <a:avLst/>
          </a:prstGeom>
          <a:noFill/>
        </p:spPr>
        <p:txBody>
          <a:bodyPr wrap="square">
            <a:spAutoFit/>
          </a:bodyPr>
          <a:lstStyle/>
          <a:p>
            <a:r>
              <a:rPr lang="en-GB" sz="800" dirty="0"/>
              <a:t>https://apptainer.org/docs/user/main/mpi.html</a:t>
            </a:r>
          </a:p>
        </p:txBody>
      </p:sp>
    </p:spTree>
    <p:extLst>
      <p:ext uri="{BB962C8B-B14F-4D97-AF65-F5344CB8AC3E}">
        <p14:creationId xmlns:p14="http://schemas.microsoft.com/office/powerpoint/2010/main" val="1495482837"/>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B1FD36-904B-665C-365C-D149BF7667DB}"/>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641A178-84A9-D802-95C4-09B1C9BE5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E252F4FA-D81A-EFB6-948D-526BB68D2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AAE9F3A3-DF71-88E9-C36C-E663C7ED47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5F1D066E-EDA0-93A5-5BA5-397CC7BC38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01508051-6AD6-28AB-5D9D-3CB0CF658109}"/>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EBEBEB"/>
                </a:solidFill>
              </a:rPr>
              <a:t>Apptainer MPI `</a:t>
            </a:r>
            <a:r>
              <a:rPr lang="en-US" i="1" dirty="0">
                <a:solidFill>
                  <a:srgbClr val="EBEBEB"/>
                </a:solidFill>
              </a:rPr>
              <a:t>Hybrid Approach`</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AC5ACEB1-E29B-9007-23EE-BA0ED6CB4057}"/>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E7EF0675-DA46-71D5-F910-CF4AEAF81E08}"/>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22</a:t>
            </a:fld>
            <a:endParaRPr lang="en-US" b="0" i="0" kern="1200" dirty="0">
              <a:solidFill>
                <a:srgbClr val="FFFFFF"/>
              </a:solidFill>
              <a:latin typeface="+mn-lt"/>
              <a:ea typeface="+mn-ea"/>
              <a:cs typeface="+mn-cs"/>
            </a:endParaRPr>
          </a:p>
        </p:txBody>
      </p:sp>
      <p:sp>
        <p:nvSpPr>
          <p:cNvPr id="5" name="TextBox 4">
            <a:extLst>
              <a:ext uri="{FF2B5EF4-FFF2-40B4-BE49-F238E27FC236}">
                <a16:creationId xmlns:a16="http://schemas.microsoft.com/office/drawing/2014/main" id="{CDAFF793-FE6B-FF82-07D1-D2CBF3CAA25F}"/>
              </a:ext>
            </a:extLst>
          </p:cNvPr>
          <p:cNvSpPr txBox="1"/>
          <p:nvPr/>
        </p:nvSpPr>
        <p:spPr>
          <a:xfrm>
            <a:off x="474464" y="2541479"/>
            <a:ext cx="9507282" cy="3693319"/>
          </a:xfrm>
          <a:prstGeom prst="rect">
            <a:avLst/>
          </a:prstGeom>
          <a:noFill/>
        </p:spPr>
        <p:txBody>
          <a:bodyPr wrap="square">
            <a:spAutoFit/>
          </a:bodyPr>
          <a:lstStyle/>
          <a:p>
            <a:r>
              <a:rPr lang="en-GB" dirty="0"/>
              <a:t>At this point the processes within the container run as they would normally directly on the host.</a:t>
            </a:r>
          </a:p>
          <a:p>
            <a:r>
              <a:rPr lang="en-GB" b="1" dirty="0"/>
              <a:t>The advantages of this approach are:</a:t>
            </a:r>
          </a:p>
          <a:p>
            <a:pPr marL="285750" indent="-285750">
              <a:buFont typeface="Arial" panose="020B0604020202020204" pitchFamily="34" charset="0"/>
              <a:buChar char="•"/>
            </a:pPr>
            <a:r>
              <a:rPr lang="en-GB" dirty="0"/>
              <a:t>Integration with resource managers such as </a:t>
            </a:r>
            <a:r>
              <a:rPr lang="en-GB" dirty="0" err="1"/>
              <a:t>Slurm</a:t>
            </a:r>
            <a:r>
              <a:rPr lang="en-GB" dirty="0"/>
              <a:t>.</a:t>
            </a:r>
          </a:p>
          <a:p>
            <a:pPr marL="285750" indent="-285750">
              <a:buFont typeface="Arial" panose="020B0604020202020204" pitchFamily="34" charset="0"/>
              <a:buChar char="•"/>
            </a:pPr>
            <a:r>
              <a:rPr lang="en-GB" dirty="0"/>
              <a:t>Simplicity since similar to natively running MPI applications.</a:t>
            </a:r>
          </a:p>
          <a:p>
            <a:r>
              <a:rPr lang="en-GB" b="1" dirty="0"/>
              <a:t>The drawbacks are:</a:t>
            </a:r>
          </a:p>
          <a:p>
            <a:pPr marL="285750" indent="-285750">
              <a:buFont typeface="Arial" panose="020B0604020202020204" pitchFamily="34" charset="0"/>
              <a:buChar char="•"/>
            </a:pPr>
            <a:r>
              <a:rPr lang="en-GB" dirty="0"/>
              <a:t>The MPI in the container must be compatible with the version of MPI available on the host.</a:t>
            </a:r>
          </a:p>
          <a:p>
            <a:pPr marL="285750" indent="-285750">
              <a:buFont typeface="Arial" panose="020B0604020202020204" pitchFamily="34" charset="0"/>
              <a:buChar char="•"/>
            </a:pPr>
            <a:r>
              <a:rPr lang="en-GB" dirty="0"/>
              <a:t>The configuration of the MPI implementation in the container must be configured for optimal use of the hardware if performance is critical.</a:t>
            </a:r>
          </a:p>
          <a:p>
            <a:pPr marL="285750" indent="-285750">
              <a:buFont typeface="Arial" panose="020B0604020202020204" pitchFamily="34" charset="0"/>
              <a:buChar char="•"/>
            </a:pPr>
            <a:r>
              <a:rPr lang="en-GB" dirty="0"/>
              <a:t>Since </a:t>
            </a:r>
            <a:r>
              <a:rPr lang="en-GB" dirty="0">
                <a:solidFill>
                  <a:srgbClr val="AD5C4D"/>
                </a:solidFill>
                <a:highlight>
                  <a:srgbClr val="FFFF00"/>
                </a:highlight>
              </a:rPr>
              <a:t>the MPI implementation in the container must be compliant with the version available on the system</a:t>
            </a:r>
            <a:r>
              <a:rPr lang="en-GB" dirty="0"/>
              <a:t>, a standard approach is to build your own MPI container, including the target MPI implementation.</a:t>
            </a:r>
          </a:p>
        </p:txBody>
      </p:sp>
      <p:sp>
        <p:nvSpPr>
          <p:cNvPr id="10" name="TextBox 9">
            <a:extLst>
              <a:ext uri="{FF2B5EF4-FFF2-40B4-BE49-F238E27FC236}">
                <a16:creationId xmlns:a16="http://schemas.microsoft.com/office/drawing/2014/main" id="{5B6FBE42-1FE2-F669-5EF1-4344DF906908}"/>
              </a:ext>
            </a:extLst>
          </p:cNvPr>
          <p:cNvSpPr txBox="1"/>
          <p:nvPr/>
        </p:nvSpPr>
        <p:spPr>
          <a:xfrm>
            <a:off x="6348412" y="6359346"/>
            <a:ext cx="2593446" cy="215444"/>
          </a:xfrm>
          <a:prstGeom prst="rect">
            <a:avLst/>
          </a:prstGeom>
          <a:noFill/>
        </p:spPr>
        <p:txBody>
          <a:bodyPr wrap="square">
            <a:spAutoFit/>
          </a:bodyPr>
          <a:lstStyle/>
          <a:p>
            <a:r>
              <a:rPr lang="en-GB" sz="800" dirty="0"/>
              <a:t>https://apptainer.org/docs/user/main/mpi.html</a:t>
            </a:r>
          </a:p>
        </p:txBody>
      </p:sp>
    </p:spTree>
    <p:extLst>
      <p:ext uri="{BB962C8B-B14F-4D97-AF65-F5344CB8AC3E}">
        <p14:creationId xmlns:p14="http://schemas.microsoft.com/office/powerpoint/2010/main" val="3019359585"/>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506F04-CBAF-D66B-8E3D-E283785CEE3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C43F617-A5CE-FD5A-DBCE-9E048E3D5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C7D1FAE8-70A1-717E-86A4-5BB026A1E5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2EB884B4-44D2-3E73-47E3-6D9D9EB73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E5A1B4F6-D374-46CF-1BDF-96DD137F6C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C32F7980-20E3-0CBD-6AF7-CA198B1040EB}"/>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Tutorial MPI</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CA71C8FD-6DC9-B6FB-A619-77A1949D7B68}"/>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DB0F7FF2-FF96-7BDC-7A6A-E6B40A36977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23</a:t>
            </a:fld>
            <a:endParaRPr lang="en-US" b="0" i="0" kern="1200" dirty="0">
              <a:solidFill>
                <a:srgbClr val="FFFFFF"/>
              </a:solidFill>
              <a:latin typeface="+mn-lt"/>
              <a:ea typeface="+mn-ea"/>
              <a:cs typeface="+mn-cs"/>
            </a:endParaRPr>
          </a:p>
        </p:txBody>
      </p:sp>
      <p:sp>
        <p:nvSpPr>
          <p:cNvPr id="12" name="TextBox 11">
            <a:extLst>
              <a:ext uri="{FF2B5EF4-FFF2-40B4-BE49-F238E27FC236}">
                <a16:creationId xmlns:a16="http://schemas.microsoft.com/office/drawing/2014/main" id="{C20336CE-9943-E0C4-007F-287A6925BA5D}"/>
              </a:ext>
            </a:extLst>
          </p:cNvPr>
          <p:cNvSpPr txBox="1"/>
          <p:nvPr/>
        </p:nvSpPr>
        <p:spPr>
          <a:xfrm>
            <a:off x="393802" y="2402308"/>
            <a:ext cx="6321958" cy="3957038"/>
          </a:xfrm>
          <a:prstGeom prst="rect">
            <a:avLst/>
          </a:prstGeom>
          <a:noFill/>
        </p:spPr>
        <p:txBody>
          <a:bodyPr wrap="square">
            <a:spAutoFit/>
          </a:bodyPr>
          <a:lstStyle/>
          <a:p>
            <a:pPr marL="342900" indent="-342900">
              <a:buFont typeface="+mj-lt"/>
              <a:buAutoNum type="arabicPeriod"/>
            </a:pPr>
            <a:r>
              <a:rPr lang="en-GB" dirty="0"/>
              <a:t>Create the Apptainer definition file.</a:t>
            </a:r>
          </a:p>
          <a:p>
            <a:r>
              <a:rPr lang="en-GB" dirty="0"/>
              <a:t>Create the definition file that will later be used to create the Apptainer image. Copy the list of shared libraries from the previous step into the container. In the example, the shared libraries are copied to </a:t>
            </a:r>
            <a:r>
              <a:rPr lang="en-GB" dirty="0">
                <a:solidFill>
                  <a:schemeClr val="bg1"/>
                </a:solidFill>
                <a:highlight>
                  <a:srgbClr val="000000"/>
                </a:highlight>
                <a:latin typeface="Consolas" panose="020B0609020204030204" pitchFamily="49" charset="0"/>
              </a:rPr>
              <a:t>/</a:t>
            </a:r>
            <a:r>
              <a:rPr lang="en-GB" dirty="0" err="1">
                <a:solidFill>
                  <a:schemeClr val="bg1"/>
                </a:solidFill>
                <a:highlight>
                  <a:srgbClr val="000000"/>
                </a:highlight>
                <a:latin typeface="Consolas" panose="020B0609020204030204" pitchFamily="49" charset="0"/>
              </a:rPr>
              <a:t>usr</a:t>
            </a:r>
            <a:r>
              <a:rPr lang="en-GB" dirty="0">
                <a:solidFill>
                  <a:schemeClr val="bg1"/>
                </a:solidFill>
                <a:highlight>
                  <a:srgbClr val="000000"/>
                </a:highlight>
                <a:latin typeface="Consolas" panose="020B0609020204030204" pitchFamily="49" charset="0"/>
              </a:rPr>
              <a:t>/local/lib/ </a:t>
            </a:r>
            <a:r>
              <a:rPr lang="en-GB" dirty="0"/>
              <a:t>in the container, but they can be copied to any directory that is available in the container. The directory containing the shared libraries must be included in </a:t>
            </a:r>
            <a:r>
              <a:rPr lang="en-GB" dirty="0">
                <a:solidFill>
                  <a:schemeClr val="bg1"/>
                </a:solidFill>
                <a:highlight>
                  <a:srgbClr val="000000"/>
                </a:highlight>
                <a:latin typeface="Consolas" panose="020B0609020204030204" pitchFamily="49" charset="0"/>
              </a:rPr>
              <a:t>LD_LIBRARY_PATH</a:t>
            </a:r>
            <a:r>
              <a:rPr lang="en-GB" dirty="0"/>
              <a:t>.</a:t>
            </a:r>
          </a:p>
          <a:p>
            <a:r>
              <a:rPr lang="en-GB" dirty="0"/>
              <a:t>2. Build the Apptainer image.</a:t>
            </a:r>
          </a:p>
          <a:p>
            <a:r>
              <a:rPr lang="en-GB" dirty="0">
                <a:solidFill>
                  <a:schemeClr val="bg1"/>
                </a:solidFill>
                <a:highlight>
                  <a:srgbClr val="000000"/>
                </a:highlight>
                <a:latin typeface="Consolas" panose="020B0609020204030204" pitchFamily="49" charset="0"/>
              </a:rPr>
              <a:t>apptainer build --</a:t>
            </a:r>
            <a:r>
              <a:rPr lang="en-GB" dirty="0" err="1">
                <a:solidFill>
                  <a:schemeClr val="bg1"/>
                </a:solidFill>
                <a:highlight>
                  <a:srgbClr val="000000"/>
                </a:highlight>
                <a:latin typeface="Consolas" panose="020B0609020204030204" pitchFamily="49" charset="0"/>
              </a:rPr>
              <a:t>fakeroot</a:t>
            </a:r>
            <a:r>
              <a:rPr lang="en-GB" dirty="0">
                <a:solidFill>
                  <a:schemeClr val="bg1"/>
                </a:solidFill>
                <a:highlight>
                  <a:srgbClr val="000000"/>
                </a:highlight>
                <a:latin typeface="Consolas" panose="020B0609020204030204" pitchFamily="49" charset="0"/>
              </a:rPr>
              <a:t> </a:t>
            </a:r>
            <a:r>
              <a:rPr lang="en-GB" dirty="0">
                <a:solidFill>
                  <a:schemeClr val="bg1"/>
                </a:solidFill>
                <a:highlight>
                  <a:srgbClr val="000000"/>
                </a:highlight>
              </a:rPr>
              <a:t>"$(</a:t>
            </a:r>
            <a:r>
              <a:rPr lang="en-GB" dirty="0" err="1">
                <a:solidFill>
                  <a:schemeClr val="bg1"/>
                </a:solidFill>
                <a:highlight>
                  <a:srgbClr val="000000"/>
                </a:highlight>
              </a:rPr>
              <a:t>pwd</a:t>
            </a:r>
            <a:r>
              <a:rPr lang="en-GB" dirty="0">
                <a:solidFill>
                  <a:schemeClr val="bg1"/>
                </a:solidFill>
                <a:highlight>
                  <a:srgbClr val="000000"/>
                </a:highlight>
              </a:rPr>
              <a:t> -P)/MPI-</a:t>
            </a:r>
            <a:r>
              <a:rPr lang="en-GB" dirty="0" err="1">
                <a:solidFill>
                  <a:schemeClr val="bg1"/>
                </a:solidFill>
                <a:highlight>
                  <a:srgbClr val="000000"/>
                </a:highlight>
              </a:rPr>
              <a:t>hybrid.sif</a:t>
            </a:r>
            <a:r>
              <a:rPr lang="en-GB" dirty="0">
                <a:solidFill>
                  <a:schemeClr val="bg1"/>
                </a:solidFill>
                <a:highlight>
                  <a:srgbClr val="000000"/>
                </a:highlight>
              </a:rPr>
              <a:t>" "$(</a:t>
            </a:r>
            <a:r>
              <a:rPr lang="en-GB" dirty="0" err="1">
                <a:solidFill>
                  <a:schemeClr val="bg1"/>
                </a:solidFill>
                <a:highlight>
                  <a:srgbClr val="000000"/>
                </a:highlight>
              </a:rPr>
              <a:t>pwd</a:t>
            </a:r>
            <a:r>
              <a:rPr lang="en-GB" dirty="0">
                <a:solidFill>
                  <a:schemeClr val="bg1"/>
                </a:solidFill>
                <a:highlight>
                  <a:srgbClr val="000000"/>
                </a:highlight>
              </a:rPr>
              <a:t> -P)/MPI-hybrid.def“</a:t>
            </a:r>
            <a:endParaRPr lang="en-GB" dirty="0"/>
          </a:p>
          <a:p>
            <a:r>
              <a:rPr lang="en-GB" dirty="0"/>
              <a:t>3. Run the MPI application in the container on compute nodes using </a:t>
            </a:r>
            <a:r>
              <a:rPr lang="en-GB" dirty="0" err="1"/>
              <a:t>Slurm</a:t>
            </a:r>
            <a:r>
              <a:rPr lang="en-GB" dirty="0"/>
              <a:t>.</a:t>
            </a:r>
          </a:p>
        </p:txBody>
      </p:sp>
      <p:pic>
        <p:nvPicPr>
          <p:cNvPr id="5" name="Picture 4" descr="A computer screen shot of text&#10;&#10;AI-generated content may be incorrect.">
            <a:extLst>
              <a:ext uri="{FF2B5EF4-FFF2-40B4-BE49-F238E27FC236}">
                <a16:creationId xmlns:a16="http://schemas.microsoft.com/office/drawing/2014/main" id="{B63DF26B-F982-173D-21EF-C923C3522D99}"/>
              </a:ext>
            </a:extLst>
          </p:cNvPr>
          <p:cNvPicPr>
            <a:picLocks noChangeAspect="1"/>
          </p:cNvPicPr>
          <p:nvPr/>
        </p:nvPicPr>
        <p:blipFill>
          <a:blip r:embed="rId3"/>
          <a:stretch>
            <a:fillRect/>
          </a:stretch>
        </p:blipFill>
        <p:spPr>
          <a:xfrm>
            <a:off x="6901049" y="2433924"/>
            <a:ext cx="5105662" cy="2578233"/>
          </a:xfrm>
          <a:prstGeom prst="rect">
            <a:avLst/>
          </a:prstGeom>
        </p:spPr>
      </p:pic>
      <p:sp>
        <p:nvSpPr>
          <p:cNvPr id="9" name="TextBox 8">
            <a:extLst>
              <a:ext uri="{FF2B5EF4-FFF2-40B4-BE49-F238E27FC236}">
                <a16:creationId xmlns:a16="http://schemas.microsoft.com/office/drawing/2014/main" id="{EB0EE836-5A05-9407-7437-F321AD3DEB79}"/>
              </a:ext>
            </a:extLst>
          </p:cNvPr>
          <p:cNvSpPr txBox="1"/>
          <p:nvPr/>
        </p:nvSpPr>
        <p:spPr>
          <a:xfrm>
            <a:off x="6970888" y="5155146"/>
            <a:ext cx="4946792" cy="222419"/>
          </a:xfrm>
          <a:prstGeom prst="rect">
            <a:avLst/>
          </a:prstGeom>
          <a:noFill/>
        </p:spPr>
        <p:txBody>
          <a:bodyPr wrap="square">
            <a:spAutoFit/>
          </a:bodyPr>
          <a:lstStyle/>
          <a:p>
            <a:r>
              <a:rPr lang="en-GB" sz="800" dirty="0"/>
              <a:t>https://ncsa.github.io/containers-on-bw/04-hpccm/index.html</a:t>
            </a:r>
          </a:p>
        </p:txBody>
      </p:sp>
    </p:spTree>
    <p:extLst>
      <p:ext uri="{BB962C8B-B14F-4D97-AF65-F5344CB8AC3E}">
        <p14:creationId xmlns:p14="http://schemas.microsoft.com/office/powerpoint/2010/main" val="1727449704"/>
      </p:ext>
    </p:extLst>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5A5FEE-F93C-7735-9ADA-F9493C84CEA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3A64006-23AC-E247-F73D-7FC99D3DC7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381B8DD8-CB24-5BCF-98E7-837F6A423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46328E38-E49F-361D-65C6-5E18785C7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81609DC8-3452-E397-FC48-B7DADB476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B5514699-CD12-DA85-0B13-6FFABD5B1BFB}"/>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EBEBEB"/>
                </a:solidFill>
              </a:rPr>
              <a:t>Apptainer MPI </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262AD5F8-114B-FD52-40CE-4C46787A49D9}"/>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4B948CE4-CEA0-F3A6-873C-CC744C40BC54}"/>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24</a:t>
            </a:fld>
            <a:endParaRPr lang="en-US" b="0" i="0" kern="1200" dirty="0">
              <a:solidFill>
                <a:srgbClr val="FFFFFF"/>
              </a:solidFill>
              <a:latin typeface="+mn-lt"/>
              <a:ea typeface="+mn-ea"/>
              <a:cs typeface="+mn-cs"/>
            </a:endParaRPr>
          </a:p>
        </p:txBody>
      </p:sp>
      <p:pic>
        <p:nvPicPr>
          <p:cNvPr id="8" name="Picture 7">
            <a:extLst>
              <a:ext uri="{FF2B5EF4-FFF2-40B4-BE49-F238E27FC236}">
                <a16:creationId xmlns:a16="http://schemas.microsoft.com/office/drawing/2014/main" id="{A16A3A56-1DB4-5908-6860-923BE073A829}"/>
              </a:ext>
            </a:extLst>
          </p:cNvPr>
          <p:cNvPicPr>
            <a:picLocks noChangeAspect="1"/>
          </p:cNvPicPr>
          <p:nvPr/>
        </p:nvPicPr>
        <p:blipFill>
          <a:blip r:embed="rId3"/>
          <a:stretch>
            <a:fillRect/>
          </a:stretch>
        </p:blipFill>
        <p:spPr>
          <a:xfrm>
            <a:off x="2028147" y="2302953"/>
            <a:ext cx="6493720" cy="4149343"/>
          </a:xfrm>
          <a:prstGeom prst="rect">
            <a:avLst/>
          </a:prstGeom>
        </p:spPr>
      </p:pic>
    </p:spTree>
    <p:extLst>
      <p:ext uri="{BB962C8B-B14F-4D97-AF65-F5344CB8AC3E}">
        <p14:creationId xmlns:p14="http://schemas.microsoft.com/office/powerpoint/2010/main" val="118223888"/>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BF3CD1-E269-0BFD-DC83-78D00992E7EE}"/>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EE81D335-C4AD-475C-B3F7-DDCF4A3A16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5189D21C-1474-9812-2310-97EADB6BD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B2703E37-6B62-EBDD-73CE-4C7A65358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FB93D54A-C257-8792-4CF3-F39B24261D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47B97B1E-6148-3933-E204-15AF26FFC04E}"/>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EBEBEB"/>
                </a:solidFill>
              </a:rPr>
              <a:t>Apptainer MPI </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9CB15B61-0788-37A7-0EDB-48C48DA5F72D}"/>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FF8DBD24-3268-2D43-099D-73BB7947D74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25</a:t>
            </a:fld>
            <a:endParaRPr lang="en-US" b="0" i="0" kern="1200" dirty="0">
              <a:solidFill>
                <a:srgbClr val="FFFFFF"/>
              </a:solidFill>
              <a:latin typeface="+mn-lt"/>
              <a:ea typeface="+mn-ea"/>
              <a:cs typeface="+mn-cs"/>
            </a:endParaRPr>
          </a:p>
        </p:txBody>
      </p:sp>
      <p:pic>
        <p:nvPicPr>
          <p:cNvPr id="10" name="Picture 9" descr="A computer screen shot of a program code&#10;&#10;AI-generated content may be incorrect.">
            <a:extLst>
              <a:ext uri="{FF2B5EF4-FFF2-40B4-BE49-F238E27FC236}">
                <a16:creationId xmlns:a16="http://schemas.microsoft.com/office/drawing/2014/main" id="{750C88B3-E76E-CE47-DE1B-56B0F306E592}"/>
              </a:ext>
            </a:extLst>
          </p:cNvPr>
          <p:cNvPicPr>
            <a:picLocks noChangeAspect="1"/>
          </p:cNvPicPr>
          <p:nvPr/>
        </p:nvPicPr>
        <p:blipFill>
          <a:blip r:embed="rId3"/>
          <a:stretch>
            <a:fillRect/>
          </a:stretch>
        </p:blipFill>
        <p:spPr>
          <a:xfrm>
            <a:off x="306708" y="1836738"/>
            <a:ext cx="4968299" cy="3890962"/>
          </a:xfrm>
          <a:prstGeom prst="rect">
            <a:avLst/>
          </a:prstGeom>
        </p:spPr>
      </p:pic>
      <p:pic>
        <p:nvPicPr>
          <p:cNvPr id="14" name="Picture 13" descr="A computer screen shot of text&#10;&#10;AI-generated content may be incorrect.">
            <a:extLst>
              <a:ext uri="{FF2B5EF4-FFF2-40B4-BE49-F238E27FC236}">
                <a16:creationId xmlns:a16="http://schemas.microsoft.com/office/drawing/2014/main" id="{9FD8B2FB-4AE7-65B8-9306-C40E09E22E58}"/>
              </a:ext>
            </a:extLst>
          </p:cNvPr>
          <p:cNvPicPr>
            <a:picLocks noChangeAspect="1"/>
          </p:cNvPicPr>
          <p:nvPr/>
        </p:nvPicPr>
        <p:blipFill>
          <a:blip r:embed="rId4"/>
          <a:stretch>
            <a:fillRect/>
          </a:stretch>
        </p:blipFill>
        <p:spPr>
          <a:xfrm>
            <a:off x="5464277" y="1836738"/>
            <a:ext cx="6181293" cy="3890962"/>
          </a:xfrm>
          <a:prstGeom prst="rect">
            <a:avLst/>
          </a:prstGeom>
        </p:spPr>
      </p:pic>
    </p:spTree>
    <p:extLst>
      <p:ext uri="{BB962C8B-B14F-4D97-AF65-F5344CB8AC3E}">
        <p14:creationId xmlns:p14="http://schemas.microsoft.com/office/powerpoint/2010/main" val="3912906170"/>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6EFB6A-5A51-A359-4666-4B23E7FF53C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EB26BD6-9169-C3BD-5D9A-6D48DD0012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7886680D-F94F-391E-B236-1F86B6DFE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7">
            <a:extLst>
              <a:ext uri="{FF2B5EF4-FFF2-40B4-BE49-F238E27FC236}">
                <a16:creationId xmlns:a16="http://schemas.microsoft.com/office/drawing/2014/main" id="{0895D220-F548-62A2-D496-23A8403284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7" name="Freeform: Shape 16">
            <a:extLst>
              <a:ext uri="{FF2B5EF4-FFF2-40B4-BE49-F238E27FC236}">
                <a16:creationId xmlns:a16="http://schemas.microsoft.com/office/drawing/2014/main" id="{51F68192-107C-8025-61B0-001E6BEC75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GB"/>
          </a:p>
        </p:txBody>
      </p:sp>
      <p:sp>
        <p:nvSpPr>
          <p:cNvPr id="4" name="Title 3">
            <a:extLst>
              <a:ext uri="{FF2B5EF4-FFF2-40B4-BE49-F238E27FC236}">
                <a16:creationId xmlns:a16="http://schemas.microsoft.com/office/drawing/2014/main" id="{5F5FBB25-9E08-B13E-1A50-3EDB47993C14}"/>
              </a:ext>
            </a:extLst>
          </p:cNvPr>
          <p:cNvSpPr>
            <a:spLocks noGrp="1"/>
          </p:cNvSpPr>
          <p:nvPr>
            <p:ph type="title"/>
          </p:nvPr>
        </p:nvSpPr>
        <p:spPr>
          <a:xfrm>
            <a:off x="1103312" y="452718"/>
            <a:ext cx="8947522" cy="1400530"/>
          </a:xfrm>
        </p:spPr>
        <p:txBody>
          <a:bodyPr vert="horz" lIns="91440" tIns="45720" rIns="91440" bIns="45720" rtlCol="0" anchor="ctr">
            <a:normAutofit/>
          </a:bodyPr>
          <a:lstStyle/>
          <a:p>
            <a:r>
              <a:rPr lang="en-US" b="0" i="0" u="none" strike="noStrike" kern="1200" dirty="0">
                <a:solidFill>
                  <a:srgbClr val="FFFFFF"/>
                </a:solidFill>
                <a:effectLst/>
                <a:latin typeface="+mj-lt"/>
                <a:ea typeface="+mj-ea"/>
                <a:cs typeface="+mj-cs"/>
              </a:rPr>
              <a:t> </a:t>
            </a:r>
            <a:r>
              <a:rPr lang="en-US" dirty="0">
                <a:solidFill>
                  <a:srgbClr val="FFFFFF"/>
                </a:solidFill>
              </a:rPr>
              <a:t>Apptainer Error Building</a:t>
            </a:r>
            <a:endParaRPr lang="en-US" b="0" i="0" kern="1200" dirty="0">
              <a:solidFill>
                <a:srgbClr val="FFFFFF"/>
              </a:solidFill>
              <a:latin typeface="+mj-lt"/>
              <a:ea typeface="+mj-ea"/>
              <a:cs typeface="+mj-cs"/>
            </a:endParaRPr>
          </a:p>
        </p:txBody>
      </p:sp>
      <p:pic>
        <p:nvPicPr>
          <p:cNvPr id="2" name="Picture 1" descr="A red letters in space&#10;&#10;AI-generated content may be incorrect.">
            <a:extLst>
              <a:ext uri="{FF2B5EF4-FFF2-40B4-BE49-F238E27FC236}">
                <a16:creationId xmlns:a16="http://schemas.microsoft.com/office/drawing/2014/main" id="{59878F63-F9E7-0935-3300-12CFF6C8669A}"/>
              </a:ext>
            </a:extLst>
          </p:cNvPr>
          <p:cNvPicPr>
            <a:picLocks noChangeAspect="1"/>
          </p:cNvPicPr>
          <p:nvPr/>
        </p:nvPicPr>
        <p:blipFill>
          <a:blip r:embed="rId2"/>
          <a:stretch>
            <a:fillRect/>
          </a:stretch>
        </p:blipFill>
        <p:spPr>
          <a:xfrm>
            <a:off x="9981746" y="6359346"/>
            <a:ext cx="2193472" cy="480452"/>
          </a:xfrm>
          <a:prstGeom prst="rect">
            <a:avLst/>
          </a:prstGeom>
        </p:spPr>
      </p:pic>
      <p:sp>
        <p:nvSpPr>
          <p:cNvPr id="7" name="Slide Number Placeholder 5">
            <a:extLst>
              <a:ext uri="{FF2B5EF4-FFF2-40B4-BE49-F238E27FC236}">
                <a16:creationId xmlns:a16="http://schemas.microsoft.com/office/drawing/2014/main" id="{ABC1EF84-01D9-905A-DDC0-C294737175A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26</a:t>
            </a:fld>
            <a:endParaRPr lang="en-US" b="0" i="0" kern="1200" dirty="0">
              <a:solidFill>
                <a:srgbClr val="FFFFFF"/>
              </a:solidFill>
              <a:latin typeface="+mn-lt"/>
              <a:ea typeface="+mn-ea"/>
              <a:cs typeface="+mn-cs"/>
            </a:endParaRPr>
          </a:p>
        </p:txBody>
      </p:sp>
      <p:pic>
        <p:nvPicPr>
          <p:cNvPr id="32" name="Picture 31">
            <a:extLst>
              <a:ext uri="{FF2B5EF4-FFF2-40B4-BE49-F238E27FC236}">
                <a16:creationId xmlns:a16="http://schemas.microsoft.com/office/drawing/2014/main" id="{68F32E14-732E-9651-4321-85BD6A518F55}"/>
              </a:ext>
            </a:extLst>
          </p:cNvPr>
          <p:cNvPicPr>
            <a:picLocks noChangeAspect="1"/>
          </p:cNvPicPr>
          <p:nvPr/>
        </p:nvPicPr>
        <p:blipFill>
          <a:blip r:embed="rId3"/>
          <a:stretch>
            <a:fillRect/>
          </a:stretch>
        </p:blipFill>
        <p:spPr>
          <a:xfrm>
            <a:off x="1702966" y="2778462"/>
            <a:ext cx="7588640" cy="2863997"/>
          </a:xfrm>
          <a:prstGeom prst="rect">
            <a:avLst/>
          </a:prstGeom>
        </p:spPr>
      </p:pic>
    </p:spTree>
    <p:extLst>
      <p:ext uri="{BB962C8B-B14F-4D97-AF65-F5344CB8AC3E}">
        <p14:creationId xmlns:p14="http://schemas.microsoft.com/office/powerpoint/2010/main" val="1574408607"/>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1E960A7D-CFD2-101A-A1E5-3F9C3A2F1ABA}"/>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3EC571A-59A6-4274-C188-23FA8CD515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C69049F7-129D-0561-B079-B84E58ABDE4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CD1C25A-F459-C091-886B-B02937A52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1F38943E-E766-C236-BD33-097F3C582E0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1893FD22-C77F-6A55-D198-EEE760F3202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F577008E-38D4-9B78-C971-C0F784CE2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F16E0F95-E1C8-DD2A-B5FD-F9E329254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E27C3510-094F-443B-9CF1-F818DB121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4363842D-24BE-699F-B0DA-8BB87C70D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93F20144-2622-E41E-620A-A01451DA7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5C716D5B-9358-A5FB-E590-75B2A591434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27</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EBFF7E48-F402-A5E6-EC5B-9BD4E963B713}"/>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Building </a:t>
            </a:r>
            <a:endParaRPr lang="en-US" b="0" i="0" kern="1200" dirty="0">
              <a:solidFill>
                <a:srgbClr val="FFFFFF"/>
              </a:solidFill>
              <a:latin typeface="+mj-lt"/>
              <a:ea typeface="+mj-ea"/>
              <a:cs typeface="+mj-cs"/>
            </a:endParaRPr>
          </a:p>
        </p:txBody>
      </p:sp>
      <p:pic>
        <p:nvPicPr>
          <p:cNvPr id="18" name="Picture 17">
            <a:extLst>
              <a:ext uri="{FF2B5EF4-FFF2-40B4-BE49-F238E27FC236}">
                <a16:creationId xmlns:a16="http://schemas.microsoft.com/office/drawing/2014/main" id="{8F137006-3ACB-67CD-457D-850DCE76E6BA}"/>
              </a:ext>
            </a:extLst>
          </p:cNvPr>
          <p:cNvPicPr>
            <a:picLocks noChangeAspect="1"/>
          </p:cNvPicPr>
          <p:nvPr/>
        </p:nvPicPr>
        <p:blipFill>
          <a:blip r:embed="rId6"/>
          <a:stretch>
            <a:fillRect/>
          </a:stretch>
        </p:blipFill>
        <p:spPr>
          <a:xfrm>
            <a:off x="4810059" y="2911448"/>
            <a:ext cx="2571882" cy="1035103"/>
          </a:xfrm>
          <a:prstGeom prst="rect">
            <a:avLst/>
          </a:prstGeom>
        </p:spPr>
      </p:pic>
      <p:pic>
        <p:nvPicPr>
          <p:cNvPr id="22" name="Picture 21">
            <a:extLst>
              <a:ext uri="{FF2B5EF4-FFF2-40B4-BE49-F238E27FC236}">
                <a16:creationId xmlns:a16="http://schemas.microsoft.com/office/drawing/2014/main" id="{01A1A5CC-573B-C728-0BDD-487F3A65AC08}"/>
              </a:ext>
            </a:extLst>
          </p:cNvPr>
          <p:cNvPicPr>
            <a:picLocks noChangeAspect="1"/>
          </p:cNvPicPr>
          <p:nvPr/>
        </p:nvPicPr>
        <p:blipFill>
          <a:blip r:embed="rId7"/>
          <a:stretch>
            <a:fillRect/>
          </a:stretch>
        </p:blipFill>
        <p:spPr>
          <a:xfrm>
            <a:off x="185359" y="2017277"/>
            <a:ext cx="7760099" cy="4007056"/>
          </a:xfrm>
          <a:prstGeom prst="rect">
            <a:avLst/>
          </a:prstGeom>
        </p:spPr>
      </p:pic>
      <p:pic>
        <p:nvPicPr>
          <p:cNvPr id="30" name="Picture 29">
            <a:extLst>
              <a:ext uri="{FF2B5EF4-FFF2-40B4-BE49-F238E27FC236}">
                <a16:creationId xmlns:a16="http://schemas.microsoft.com/office/drawing/2014/main" id="{1B8707EB-0B70-A933-CEAC-CB6FE0050A93}"/>
              </a:ext>
            </a:extLst>
          </p:cNvPr>
          <p:cNvPicPr>
            <a:picLocks noChangeAspect="1"/>
          </p:cNvPicPr>
          <p:nvPr/>
        </p:nvPicPr>
        <p:blipFill>
          <a:blip r:embed="rId8"/>
          <a:stretch>
            <a:fillRect/>
          </a:stretch>
        </p:blipFill>
        <p:spPr>
          <a:xfrm>
            <a:off x="165789" y="647078"/>
            <a:ext cx="5683542" cy="1104957"/>
          </a:xfrm>
          <a:prstGeom prst="rect">
            <a:avLst/>
          </a:prstGeom>
        </p:spPr>
      </p:pic>
      <p:pic>
        <p:nvPicPr>
          <p:cNvPr id="33" name="Picture 32">
            <a:extLst>
              <a:ext uri="{FF2B5EF4-FFF2-40B4-BE49-F238E27FC236}">
                <a16:creationId xmlns:a16="http://schemas.microsoft.com/office/drawing/2014/main" id="{B2EA10C3-ED9E-5637-517A-5C4FEAC98FE6}"/>
              </a:ext>
            </a:extLst>
          </p:cNvPr>
          <p:cNvPicPr>
            <a:picLocks noChangeAspect="1"/>
          </p:cNvPicPr>
          <p:nvPr/>
        </p:nvPicPr>
        <p:blipFill>
          <a:blip r:embed="rId6"/>
          <a:stretch>
            <a:fillRect/>
          </a:stretch>
        </p:blipFill>
        <p:spPr>
          <a:xfrm>
            <a:off x="6809664" y="5343835"/>
            <a:ext cx="2571882" cy="1035103"/>
          </a:xfrm>
          <a:prstGeom prst="rect">
            <a:avLst/>
          </a:prstGeom>
        </p:spPr>
      </p:pic>
      <p:pic>
        <p:nvPicPr>
          <p:cNvPr id="14" name="Picture 13">
            <a:extLst>
              <a:ext uri="{FF2B5EF4-FFF2-40B4-BE49-F238E27FC236}">
                <a16:creationId xmlns:a16="http://schemas.microsoft.com/office/drawing/2014/main" id="{53B6C432-5C7E-D0F2-0F2E-A23885A96DD2}"/>
              </a:ext>
            </a:extLst>
          </p:cNvPr>
          <p:cNvPicPr>
            <a:picLocks noChangeAspect="1"/>
          </p:cNvPicPr>
          <p:nvPr/>
        </p:nvPicPr>
        <p:blipFill>
          <a:blip r:embed="rId9"/>
          <a:stretch>
            <a:fillRect/>
          </a:stretch>
        </p:blipFill>
        <p:spPr>
          <a:xfrm>
            <a:off x="2901185" y="2779065"/>
            <a:ext cx="6648798" cy="1459339"/>
          </a:xfrm>
          <a:prstGeom prst="rect">
            <a:avLst/>
          </a:prstGeom>
        </p:spPr>
      </p:pic>
      <p:sp>
        <p:nvSpPr>
          <p:cNvPr id="3" name="TextBox 2">
            <a:extLst>
              <a:ext uri="{FF2B5EF4-FFF2-40B4-BE49-F238E27FC236}">
                <a16:creationId xmlns:a16="http://schemas.microsoft.com/office/drawing/2014/main" id="{793206F8-9370-EF04-4FB9-2D2BEB7D5158}"/>
              </a:ext>
            </a:extLst>
          </p:cNvPr>
          <p:cNvSpPr txBox="1"/>
          <p:nvPr/>
        </p:nvSpPr>
        <p:spPr>
          <a:xfrm rot="5400000">
            <a:off x="7117984" y="4838497"/>
            <a:ext cx="6112328" cy="584775"/>
          </a:xfrm>
          <a:prstGeom prst="rect">
            <a:avLst/>
          </a:prstGeom>
          <a:noFill/>
        </p:spPr>
        <p:txBody>
          <a:bodyPr wrap="square">
            <a:spAutoFit/>
          </a:bodyPr>
          <a:lstStyle/>
          <a:p>
            <a:r>
              <a:rPr lang="en-GB" sz="3200" b="1" dirty="0">
                <a:solidFill>
                  <a:schemeClr val="bg1"/>
                </a:solidFill>
              </a:rPr>
              <a:t>1_Apptainer_Example</a:t>
            </a:r>
          </a:p>
        </p:txBody>
      </p:sp>
    </p:spTree>
    <p:extLst>
      <p:ext uri="{BB962C8B-B14F-4D97-AF65-F5344CB8AC3E}">
        <p14:creationId xmlns:p14="http://schemas.microsoft.com/office/powerpoint/2010/main" val="1458374642"/>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9D60FA65-4EF4-0511-CDC9-5E7D744C55C5}"/>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4282D6-D502-54F3-9058-CBD39F74D17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FB2C0BBC-0443-E499-1323-0085635BA21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2C5AF81D-CFC0-1C2C-99CB-9A6AE23E6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6B26D889-631B-47C0-DAE3-3A1901FD949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D9545E23-82B1-9CB0-25BF-20101208507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16683AFF-0A4B-7EA2-8E15-D582597EFE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DA28E433-9AF0-D5DE-A20C-93CA8B36F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0885E68B-4496-9B36-D6FF-07047998F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DA391E2D-C40D-1ACA-CC10-2BD2575F4A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00C494B5-3A46-76F0-A42E-1B92993131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9A177EC8-A04E-5984-0942-A6CC48C916FE}"/>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28</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0B83A83B-D650-0808-9D03-C5AE628941DE}"/>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1 Running</a:t>
            </a:r>
            <a:endParaRPr lang="en-US" b="0" i="0" kern="1200" dirty="0">
              <a:solidFill>
                <a:srgbClr val="FFFFFF"/>
              </a:solidFill>
              <a:latin typeface="+mj-lt"/>
              <a:ea typeface="+mj-ea"/>
              <a:cs typeface="+mj-cs"/>
            </a:endParaRPr>
          </a:p>
        </p:txBody>
      </p:sp>
      <p:pic>
        <p:nvPicPr>
          <p:cNvPr id="14" name="Picture 13">
            <a:extLst>
              <a:ext uri="{FF2B5EF4-FFF2-40B4-BE49-F238E27FC236}">
                <a16:creationId xmlns:a16="http://schemas.microsoft.com/office/drawing/2014/main" id="{175AC1A1-1EE5-4D62-771C-B5B742381344}"/>
              </a:ext>
            </a:extLst>
          </p:cNvPr>
          <p:cNvPicPr>
            <a:picLocks noChangeAspect="1"/>
          </p:cNvPicPr>
          <p:nvPr/>
        </p:nvPicPr>
        <p:blipFill>
          <a:blip r:embed="rId6"/>
          <a:stretch>
            <a:fillRect/>
          </a:stretch>
        </p:blipFill>
        <p:spPr>
          <a:xfrm>
            <a:off x="454313" y="1116008"/>
            <a:ext cx="3723624" cy="817295"/>
          </a:xfrm>
          <a:prstGeom prst="rect">
            <a:avLst/>
          </a:prstGeom>
        </p:spPr>
      </p:pic>
      <p:pic>
        <p:nvPicPr>
          <p:cNvPr id="18" name="Picture 17">
            <a:extLst>
              <a:ext uri="{FF2B5EF4-FFF2-40B4-BE49-F238E27FC236}">
                <a16:creationId xmlns:a16="http://schemas.microsoft.com/office/drawing/2014/main" id="{909F1BB9-EA11-E684-1ABB-8E13D07ED79A}"/>
              </a:ext>
            </a:extLst>
          </p:cNvPr>
          <p:cNvPicPr>
            <a:picLocks noChangeAspect="1"/>
          </p:cNvPicPr>
          <p:nvPr/>
        </p:nvPicPr>
        <p:blipFill>
          <a:blip r:embed="rId7"/>
          <a:stretch>
            <a:fillRect/>
          </a:stretch>
        </p:blipFill>
        <p:spPr>
          <a:xfrm>
            <a:off x="4431952" y="1007103"/>
            <a:ext cx="2571882" cy="1035103"/>
          </a:xfrm>
          <a:prstGeom prst="rect">
            <a:avLst/>
          </a:prstGeom>
        </p:spPr>
      </p:pic>
      <p:pic>
        <p:nvPicPr>
          <p:cNvPr id="30" name="Picture 29">
            <a:extLst>
              <a:ext uri="{FF2B5EF4-FFF2-40B4-BE49-F238E27FC236}">
                <a16:creationId xmlns:a16="http://schemas.microsoft.com/office/drawing/2014/main" id="{680A1722-5B5B-894D-0800-1919A45576AE}"/>
              </a:ext>
            </a:extLst>
          </p:cNvPr>
          <p:cNvPicPr>
            <a:picLocks noChangeAspect="1"/>
          </p:cNvPicPr>
          <p:nvPr/>
        </p:nvPicPr>
        <p:blipFill>
          <a:blip r:embed="rId8"/>
          <a:stretch>
            <a:fillRect/>
          </a:stretch>
        </p:blipFill>
        <p:spPr>
          <a:xfrm>
            <a:off x="378201" y="2742990"/>
            <a:ext cx="7057223" cy="1372019"/>
          </a:xfrm>
          <a:prstGeom prst="rect">
            <a:avLst/>
          </a:prstGeom>
        </p:spPr>
      </p:pic>
      <p:sp>
        <p:nvSpPr>
          <p:cNvPr id="34" name="TextBox 33">
            <a:extLst>
              <a:ext uri="{FF2B5EF4-FFF2-40B4-BE49-F238E27FC236}">
                <a16:creationId xmlns:a16="http://schemas.microsoft.com/office/drawing/2014/main" id="{0D0BEECD-CDC1-FB0F-BADA-C1020128376F}"/>
              </a:ext>
            </a:extLst>
          </p:cNvPr>
          <p:cNvSpPr txBox="1"/>
          <p:nvPr/>
        </p:nvSpPr>
        <p:spPr>
          <a:xfrm rot="5400000">
            <a:off x="7868878" y="3356833"/>
            <a:ext cx="4610537" cy="584775"/>
          </a:xfrm>
          <a:prstGeom prst="rect">
            <a:avLst/>
          </a:prstGeom>
          <a:noFill/>
        </p:spPr>
        <p:txBody>
          <a:bodyPr wrap="square">
            <a:spAutoFit/>
          </a:bodyPr>
          <a:lstStyle/>
          <a:p>
            <a:r>
              <a:rPr lang="en-GB" sz="3200" b="1" dirty="0">
                <a:solidFill>
                  <a:schemeClr val="bg1"/>
                </a:solidFill>
              </a:rPr>
              <a:t>1_Apptainer_Example</a:t>
            </a:r>
          </a:p>
        </p:txBody>
      </p:sp>
    </p:spTree>
    <p:extLst>
      <p:ext uri="{BB962C8B-B14F-4D97-AF65-F5344CB8AC3E}">
        <p14:creationId xmlns:p14="http://schemas.microsoft.com/office/powerpoint/2010/main" val="3220344215"/>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8CCF3E0C-9059-4379-BB16-61B9AFA27FF4}"/>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30DF63C7-06A1-FDDA-3240-F9B61D96886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D17FA343-D24F-B71E-DAC6-F3675FAF05D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24B510F-A8CF-068E-2282-2442788C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A17B67F2-B3BD-854F-1434-551E49028E1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E363FC16-FCAC-0CB0-35EA-1A85044962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97200921-B610-B4D1-78B2-161C47FF7A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2FB82503-4213-9753-C9D9-A87464E858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CBD11F5B-8903-F5C5-A95C-56A84E680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747E4B9F-D286-6A24-D82E-3E353D720A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780BA344-5D0D-F17B-4CF8-FFC10FA45F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09F59670-FF17-15AF-BAB0-AA120407BEFA}"/>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29</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B14ED77B-0365-7979-ED32-55665F7E2440}"/>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2</a:t>
            </a:r>
            <a:endParaRPr lang="en-US" b="0" i="0" kern="1200" dirty="0">
              <a:solidFill>
                <a:srgbClr val="FFFFFF"/>
              </a:solidFill>
              <a:latin typeface="+mj-lt"/>
              <a:ea typeface="+mj-ea"/>
              <a:cs typeface="+mj-cs"/>
            </a:endParaRPr>
          </a:p>
        </p:txBody>
      </p:sp>
      <p:pic>
        <p:nvPicPr>
          <p:cNvPr id="4" name="Picture 3">
            <a:extLst>
              <a:ext uri="{FF2B5EF4-FFF2-40B4-BE49-F238E27FC236}">
                <a16:creationId xmlns:a16="http://schemas.microsoft.com/office/drawing/2014/main" id="{AB487FC9-37EB-8ED6-B608-AD7C905EE62D}"/>
              </a:ext>
            </a:extLst>
          </p:cNvPr>
          <p:cNvPicPr>
            <a:picLocks noChangeAspect="1"/>
          </p:cNvPicPr>
          <p:nvPr/>
        </p:nvPicPr>
        <p:blipFill>
          <a:blip r:embed="rId6"/>
          <a:stretch>
            <a:fillRect/>
          </a:stretch>
        </p:blipFill>
        <p:spPr>
          <a:xfrm>
            <a:off x="160513" y="1404963"/>
            <a:ext cx="9373082" cy="4515082"/>
          </a:xfrm>
          <a:prstGeom prst="rect">
            <a:avLst/>
          </a:prstGeom>
        </p:spPr>
      </p:pic>
      <p:sp>
        <p:nvSpPr>
          <p:cNvPr id="31" name="TextBox 30">
            <a:extLst>
              <a:ext uri="{FF2B5EF4-FFF2-40B4-BE49-F238E27FC236}">
                <a16:creationId xmlns:a16="http://schemas.microsoft.com/office/drawing/2014/main" id="{311A57E1-30A4-73D5-FBE9-B58F05061A64}"/>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2_Apptainer_Python</a:t>
            </a:r>
          </a:p>
        </p:txBody>
      </p:sp>
    </p:spTree>
    <p:extLst>
      <p:ext uri="{BB962C8B-B14F-4D97-AF65-F5344CB8AC3E}">
        <p14:creationId xmlns:p14="http://schemas.microsoft.com/office/powerpoint/2010/main" val="2144880794"/>
      </p:ext>
    </p:extLst>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C46246F7-B814-9205-68B1-4F334B096EA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CDB749C4-92C7-20A5-6273-A1203C9583B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4D0ACD01-42A4-87F8-D0C0-730A86E7D24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91CC663C-24AF-94DD-DECF-7F33A1501A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4A6AF920-F738-05AF-3349-369CA72276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4585CEA0-E53B-AF28-AFB6-72FB54F0645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08A3C21A-F986-4BDD-DBC8-CA6573BDF7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14F89839-B9C1-930F-3BEE-5726D9BEB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43CAB8C9-0AF2-266B-8410-89291947A4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282729B6-03C5-2657-F259-626B0AD2B2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65EEA94B-6164-F8AA-1B9F-2927D94AAD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5DF66BF4-2CC9-F05F-41E5-90BDCAF04DD6}"/>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30</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653448FF-F67A-455E-C23B-C3DA0335EE21}"/>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2</a:t>
            </a:r>
            <a:endParaRPr lang="en-US" b="0" i="0" kern="1200" dirty="0">
              <a:solidFill>
                <a:srgbClr val="FFFFFF"/>
              </a:solidFill>
              <a:latin typeface="+mj-lt"/>
              <a:ea typeface="+mj-ea"/>
              <a:cs typeface="+mj-cs"/>
            </a:endParaRPr>
          </a:p>
        </p:txBody>
      </p:sp>
      <p:pic>
        <p:nvPicPr>
          <p:cNvPr id="10" name="Picture 9">
            <a:extLst>
              <a:ext uri="{FF2B5EF4-FFF2-40B4-BE49-F238E27FC236}">
                <a16:creationId xmlns:a16="http://schemas.microsoft.com/office/drawing/2014/main" id="{5FDA82D4-FB8A-F0F8-28E9-5C2F72F824FB}"/>
              </a:ext>
            </a:extLst>
          </p:cNvPr>
          <p:cNvPicPr>
            <a:picLocks noChangeAspect="1"/>
          </p:cNvPicPr>
          <p:nvPr/>
        </p:nvPicPr>
        <p:blipFill>
          <a:blip r:embed="rId6"/>
          <a:stretch>
            <a:fillRect/>
          </a:stretch>
        </p:blipFill>
        <p:spPr>
          <a:xfrm>
            <a:off x="188132" y="2074720"/>
            <a:ext cx="9204469" cy="3787600"/>
          </a:xfrm>
          <a:prstGeom prst="rect">
            <a:avLst/>
          </a:prstGeom>
        </p:spPr>
      </p:pic>
      <p:sp>
        <p:nvSpPr>
          <p:cNvPr id="3" name="TextBox 2">
            <a:extLst>
              <a:ext uri="{FF2B5EF4-FFF2-40B4-BE49-F238E27FC236}">
                <a16:creationId xmlns:a16="http://schemas.microsoft.com/office/drawing/2014/main" id="{8497432B-D2DC-673D-315F-A8271EF36829}"/>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2_Apptainer_Python</a:t>
            </a:r>
          </a:p>
        </p:txBody>
      </p:sp>
    </p:spTree>
    <p:extLst>
      <p:ext uri="{BB962C8B-B14F-4D97-AF65-F5344CB8AC3E}">
        <p14:creationId xmlns:p14="http://schemas.microsoft.com/office/powerpoint/2010/main" val="1053717476"/>
      </p:ext>
    </p:extLst>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1D61050B-3341-D460-E381-AE3D8C622B1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A1F2DDC-04A9-ED6B-433D-D7EBAABCE2B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DC8A92FC-26DA-1EF5-E270-A1E48528855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E19A1DEC-0A59-D48D-6052-B801D51AEA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89D49255-8271-A8F2-F0A1-C0589151A6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0A98BB82-9256-9328-596C-E212FBD4853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38032BB1-5D87-5696-F484-F53678802E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70FB1C3E-B641-FDCE-1A6C-93D17DCD9C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9F893DC0-526A-3B31-A545-AB3264AA4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6EFE499E-D207-FD47-35BC-DB073E794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E0FE71F1-2011-D5A0-CA92-7E77E581BD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F947FDCE-25CC-26B0-767E-F3690E190C25}"/>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31</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88D14FFA-E225-C5DA-A46B-D88BCAE503A9}"/>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3</a:t>
            </a:r>
            <a:endParaRPr lang="en-US" b="0" i="0" kern="1200" dirty="0">
              <a:solidFill>
                <a:srgbClr val="FFFFFF"/>
              </a:solidFill>
              <a:latin typeface="+mj-lt"/>
              <a:ea typeface="+mj-ea"/>
              <a:cs typeface="+mj-cs"/>
            </a:endParaRPr>
          </a:p>
        </p:txBody>
      </p:sp>
      <p:pic>
        <p:nvPicPr>
          <p:cNvPr id="3" name="Picture 2">
            <a:extLst>
              <a:ext uri="{FF2B5EF4-FFF2-40B4-BE49-F238E27FC236}">
                <a16:creationId xmlns:a16="http://schemas.microsoft.com/office/drawing/2014/main" id="{D2824481-CBC2-CEAA-F078-56F3EEFDE597}"/>
              </a:ext>
            </a:extLst>
          </p:cNvPr>
          <p:cNvPicPr>
            <a:picLocks noChangeAspect="1"/>
          </p:cNvPicPr>
          <p:nvPr/>
        </p:nvPicPr>
        <p:blipFill>
          <a:blip r:embed="rId6"/>
          <a:stretch>
            <a:fillRect/>
          </a:stretch>
        </p:blipFill>
        <p:spPr>
          <a:xfrm>
            <a:off x="455736" y="523816"/>
            <a:ext cx="4578585" cy="2305168"/>
          </a:xfrm>
          <a:prstGeom prst="rect">
            <a:avLst/>
          </a:prstGeom>
        </p:spPr>
      </p:pic>
      <p:pic>
        <p:nvPicPr>
          <p:cNvPr id="5" name="Picture 4">
            <a:extLst>
              <a:ext uri="{FF2B5EF4-FFF2-40B4-BE49-F238E27FC236}">
                <a16:creationId xmlns:a16="http://schemas.microsoft.com/office/drawing/2014/main" id="{EE0188CE-B0FB-5FF0-8310-57211A7BCE0B}"/>
              </a:ext>
            </a:extLst>
          </p:cNvPr>
          <p:cNvPicPr>
            <a:picLocks noChangeAspect="1"/>
          </p:cNvPicPr>
          <p:nvPr/>
        </p:nvPicPr>
        <p:blipFill>
          <a:blip r:embed="rId7"/>
          <a:stretch>
            <a:fillRect/>
          </a:stretch>
        </p:blipFill>
        <p:spPr>
          <a:xfrm>
            <a:off x="455736" y="4641771"/>
            <a:ext cx="9207973" cy="1530429"/>
          </a:xfrm>
          <a:prstGeom prst="rect">
            <a:avLst/>
          </a:prstGeom>
        </p:spPr>
      </p:pic>
      <p:pic>
        <p:nvPicPr>
          <p:cNvPr id="8" name="Picture 7">
            <a:extLst>
              <a:ext uri="{FF2B5EF4-FFF2-40B4-BE49-F238E27FC236}">
                <a16:creationId xmlns:a16="http://schemas.microsoft.com/office/drawing/2014/main" id="{61F52935-4257-C7DA-6CBA-06916899F224}"/>
              </a:ext>
            </a:extLst>
          </p:cNvPr>
          <p:cNvPicPr>
            <a:picLocks noChangeAspect="1"/>
          </p:cNvPicPr>
          <p:nvPr/>
        </p:nvPicPr>
        <p:blipFill>
          <a:blip r:embed="rId8"/>
          <a:stretch>
            <a:fillRect/>
          </a:stretch>
        </p:blipFill>
        <p:spPr>
          <a:xfrm>
            <a:off x="455736" y="3186004"/>
            <a:ext cx="3702240" cy="1162110"/>
          </a:xfrm>
          <a:prstGeom prst="rect">
            <a:avLst/>
          </a:prstGeom>
        </p:spPr>
      </p:pic>
      <p:sp>
        <p:nvSpPr>
          <p:cNvPr id="9" name="TextBox 8">
            <a:extLst>
              <a:ext uri="{FF2B5EF4-FFF2-40B4-BE49-F238E27FC236}">
                <a16:creationId xmlns:a16="http://schemas.microsoft.com/office/drawing/2014/main" id="{55DA1AE5-C561-DBBA-EEDC-88C0DC759806}"/>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3_Pytorch-Wand</a:t>
            </a:r>
          </a:p>
        </p:txBody>
      </p:sp>
    </p:spTree>
    <p:extLst>
      <p:ext uri="{BB962C8B-B14F-4D97-AF65-F5344CB8AC3E}">
        <p14:creationId xmlns:p14="http://schemas.microsoft.com/office/powerpoint/2010/main" val="3509914008"/>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56E8ACCC-D2C5-0058-2A52-8A13BF67B17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074AA3DB-DB34-1F8C-CE57-302F7D615CB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C0F8E393-EAE7-E26F-CF85-BACA9AFC54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B33D5B08-EB4A-2B6D-DB9F-F9C07CAAB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AB2D5847-CF23-AEA7-26C4-C01531D89F4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CC6C6914-D771-F2F1-AA1F-CBA7A52049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35E6ADE3-6945-BEAF-8B8C-8B188F7E51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0B021639-7D57-4F2D-4B5C-30E7AB969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DBBBCA68-B2E4-13ED-9D6C-0533EECBB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1D8A608C-033F-93AE-97D5-55097FA112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F115E605-3AD5-9BC0-0E62-9C500D3C9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820235C5-E6DF-9FF9-E67C-13BA8BDB885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32</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D4C2356D-4E3B-55E8-A9EF-B0322DF807BA}"/>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4</a:t>
            </a:r>
            <a:endParaRPr lang="en-US" b="0" i="0" kern="1200" dirty="0">
              <a:solidFill>
                <a:srgbClr val="FFFFFF"/>
              </a:solidFill>
              <a:latin typeface="+mj-lt"/>
              <a:ea typeface="+mj-ea"/>
              <a:cs typeface="+mj-cs"/>
            </a:endParaRPr>
          </a:p>
        </p:txBody>
      </p:sp>
      <p:sp>
        <p:nvSpPr>
          <p:cNvPr id="10" name="TextBox 9">
            <a:extLst>
              <a:ext uri="{FF2B5EF4-FFF2-40B4-BE49-F238E27FC236}">
                <a16:creationId xmlns:a16="http://schemas.microsoft.com/office/drawing/2014/main" id="{0E824EC0-F2E8-500C-3B92-45834DD65A0B}"/>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4_MPI-HelloWorld</a:t>
            </a:r>
          </a:p>
        </p:txBody>
      </p:sp>
      <p:pic>
        <p:nvPicPr>
          <p:cNvPr id="14" name="Picture 13">
            <a:extLst>
              <a:ext uri="{FF2B5EF4-FFF2-40B4-BE49-F238E27FC236}">
                <a16:creationId xmlns:a16="http://schemas.microsoft.com/office/drawing/2014/main" id="{01A723F3-76E6-D7AF-E052-343E8306724C}"/>
              </a:ext>
            </a:extLst>
          </p:cNvPr>
          <p:cNvPicPr>
            <a:picLocks noChangeAspect="1"/>
          </p:cNvPicPr>
          <p:nvPr/>
        </p:nvPicPr>
        <p:blipFill>
          <a:blip r:embed="rId6"/>
          <a:stretch>
            <a:fillRect/>
          </a:stretch>
        </p:blipFill>
        <p:spPr>
          <a:xfrm>
            <a:off x="472786" y="3063856"/>
            <a:ext cx="8855980" cy="730288"/>
          </a:xfrm>
          <a:prstGeom prst="rect">
            <a:avLst/>
          </a:prstGeom>
        </p:spPr>
      </p:pic>
      <p:pic>
        <p:nvPicPr>
          <p:cNvPr id="18" name="Picture 17">
            <a:extLst>
              <a:ext uri="{FF2B5EF4-FFF2-40B4-BE49-F238E27FC236}">
                <a16:creationId xmlns:a16="http://schemas.microsoft.com/office/drawing/2014/main" id="{D4DE0772-7568-B7BA-3E30-567695193593}"/>
              </a:ext>
            </a:extLst>
          </p:cNvPr>
          <p:cNvPicPr>
            <a:picLocks noChangeAspect="1"/>
          </p:cNvPicPr>
          <p:nvPr/>
        </p:nvPicPr>
        <p:blipFill>
          <a:blip r:embed="rId7"/>
          <a:stretch>
            <a:fillRect/>
          </a:stretch>
        </p:blipFill>
        <p:spPr>
          <a:xfrm>
            <a:off x="472786" y="698364"/>
            <a:ext cx="4388076" cy="1492327"/>
          </a:xfrm>
          <a:prstGeom prst="rect">
            <a:avLst/>
          </a:prstGeom>
        </p:spPr>
      </p:pic>
    </p:spTree>
    <p:extLst>
      <p:ext uri="{BB962C8B-B14F-4D97-AF65-F5344CB8AC3E}">
        <p14:creationId xmlns:p14="http://schemas.microsoft.com/office/powerpoint/2010/main" val="318552557"/>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84101491-7069-9413-2DC1-86859D27B36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B862AE8-C3F2-309B-9028-C48A43F9A41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2788D356-2639-9A51-D2AF-BC5CE01A585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1DD907F5-FA84-16E9-8259-3EE1EF244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89C512F8-0425-207B-612B-C21684E051F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689FC870-B69D-7218-1E51-A5F80FB1D4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79C4FF11-EB61-8449-0547-37538FC07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A74C8EBB-0665-D0AC-3F1F-7A8BECA6BD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C7849183-F778-5D28-2393-A884F549E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43CFB0F6-690A-AD30-2A2B-F29015FB16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EBBF3AC6-C5FA-1B4D-24A5-5E4F0A7A4A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CE2A6516-41BC-22D0-62EE-716EAF4CDB22}"/>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33</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766E2FA1-11A4-AA74-182A-1BC08E2E52D7}"/>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5</a:t>
            </a:r>
            <a:endParaRPr lang="en-US" b="0" i="0" kern="1200" dirty="0">
              <a:solidFill>
                <a:srgbClr val="FFFFFF"/>
              </a:solidFill>
              <a:latin typeface="+mj-lt"/>
              <a:ea typeface="+mj-ea"/>
              <a:cs typeface="+mj-cs"/>
            </a:endParaRPr>
          </a:p>
        </p:txBody>
      </p:sp>
      <p:sp>
        <p:nvSpPr>
          <p:cNvPr id="10" name="TextBox 9">
            <a:extLst>
              <a:ext uri="{FF2B5EF4-FFF2-40B4-BE49-F238E27FC236}">
                <a16:creationId xmlns:a16="http://schemas.microsoft.com/office/drawing/2014/main" id="{F5F5ACB9-8643-0C10-62B9-6D38E2920AF4}"/>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5_dawn-containers</a:t>
            </a:r>
          </a:p>
        </p:txBody>
      </p:sp>
      <p:pic>
        <p:nvPicPr>
          <p:cNvPr id="3" name="Picture 2">
            <a:extLst>
              <a:ext uri="{FF2B5EF4-FFF2-40B4-BE49-F238E27FC236}">
                <a16:creationId xmlns:a16="http://schemas.microsoft.com/office/drawing/2014/main" id="{690AF1EE-219C-714E-F3A9-6B4F8C85F59E}"/>
              </a:ext>
            </a:extLst>
          </p:cNvPr>
          <p:cNvPicPr>
            <a:picLocks noChangeAspect="1"/>
          </p:cNvPicPr>
          <p:nvPr/>
        </p:nvPicPr>
        <p:blipFill>
          <a:blip r:embed="rId6"/>
          <a:stretch>
            <a:fillRect/>
          </a:stretch>
        </p:blipFill>
        <p:spPr>
          <a:xfrm>
            <a:off x="423967" y="5777238"/>
            <a:ext cx="6149654" cy="783672"/>
          </a:xfrm>
          <a:prstGeom prst="rect">
            <a:avLst/>
          </a:prstGeom>
        </p:spPr>
      </p:pic>
      <p:pic>
        <p:nvPicPr>
          <p:cNvPr id="5" name="Picture 4">
            <a:extLst>
              <a:ext uri="{FF2B5EF4-FFF2-40B4-BE49-F238E27FC236}">
                <a16:creationId xmlns:a16="http://schemas.microsoft.com/office/drawing/2014/main" id="{A0830754-6DE1-7E7E-C0BF-94F2EA75860E}"/>
              </a:ext>
            </a:extLst>
          </p:cNvPr>
          <p:cNvPicPr>
            <a:picLocks noChangeAspect="1"/>
          </p:cNvPicPr>
          <p:nvPr/>
        </p:nvPicPr>
        <p:blipFill>
          <a:blip r:embed="rId7"/>
          <a:stretch>
            <a:fillRect/>
          </a:stretch>
        </p:blipFill>
        <p:spPr>
          <a:xfrm>
            <a:off x="476455" y="297090"/>
            <a:ext cx="8661357" cy="2133958"/>
          </a:xfrm>
          <a:prstGeom prst="rect">
            <a:avLst/>
          </a:prstGeom>
        </p:spPr>
      </p:pic>
      <p:pic>
        <p:nvPicPr>
          <p:cNvPr id="12" name="Picture 11">
            <a:extLst>
              <a:ext uri="{FF2B5EF4-FFF2-40B4-BE49-F238E27FC236}">
                <a16:creationId xmlns:a16="http://schemas.microsoft.com/office/drawing/2014/main" id="{A19B18B7-1D4E-BF04-EF8B-6FD97B56F220}"/>
              </a:ext>
            </a:extLst>
          </p:cNvPr>
          <p:cNvPicPr>
            <a:picLocks noChangeAspect="1"/>
          </p:cNvPicPr>
          <p:nvPr/>
        </p:nvPicPr>
        <p:blipFill>
          <a:blip r:embed="rId8"/>
          <a:stretch>
            <a:fillRect/>
          </a:stretch>
        </p:blipFill>
        <p:spPr>
          <a:xfrm>
            <a:off x="476455" y="2564487"/>
            <a:ext cx="5562886" cy="3073558"/>
          </a:xfrm>
          <a:prstGeom prst="rect">
            <a:avLst/>
          </a:prstGeom>
        </p:spPr>
      </p:pic>
      <p:pic>
        <p:nvPicPr>
          <p:cNvPr id="20" name="Picture 19">
            <a:extLst>
              <a:ext uri="{FF2B5EF4-FFF2-40B4-BE49-F238E27FC236}">
                <a16:creationId xmlns:a16="http://schemas.microsoft.com/office/drawing/2014/main" id="{3F03C31D-DD97-DE4A-D041-AF5F21313811}"/>
              </a:ext>
            </a:extLst>
          </p:cNvPr>
          <p:cNvPicPr>
            <a:picLocks noChangeAspect="1"/>
          </p:cNvPicPr>
          <p:nvPr/>
        </p:nvPicPr>
        <p:blipFill>
          <a:blip r:embed="rId9"/>
          <a:stretch>
            <a:fillRect/>
          </a:stretch>
        </p:blipFill>
        <p:spPr>
          <a:xfrm>
            <a:off x="4843181" y="3271193"/>
            <a:ext cx="4673840" cy="2311519"/>
          </a:xfrm>
          <a:prstGeom prst="rect">
            <a:avLst/>
          </a:prstGeom>
        </p:spPr>
      </p:pic>
    </p:spTree>
    <p:extLst>
      <p:ext uri="{BB962C8B-B14F-4D97-AF65-F5344CB8AC3E}">
        <p14:creationId xmlns:p14="http://schemas.microsoft.com/office/powerpoint/2010/main" val="1282645748"/>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a:extLst>
            <a:ext uri="{FF2B5EF4-FFF2-40B4-BE49-F238E27FC236}">
              <a16:creationId xmlns:a16="http://schemas.microsoft.com/office/drawing/2014/main" id="{773AE64E-6C5B-D0D7-F34B-4A4C99F4BCA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0F0331B-E133-A84C-9316-A8B83BAC943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3" name="Picture 12">
            <a:extLst>
              <a:ext uri="{FF2B5EF4-FFF2-40B4-BE49-F238E27FC236}">
                <a16:creationId xmlns:a16="http://schemas.microsoft.com/office/drawing/2014/main" id="{16971BA7-06FF-3448-B93A-1E3C84128BC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5" name="Oval 14">
            <a:extLst>
              <a:ext uri="{FF2B5EF4-FFF2-40B4-BE49-F238E27FC236}">
                <a16:creationId xmlns:a16="http://schemas.microsoft.com/office/drawing/2014/main" id="{A3B4C9DE-004F-0F36-FDF2-3F46A0963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17" name="Picture 16">
            <a:extLst>
              <a:ext uri="{FF2B5EF4-FFF2-40B4-BE49-F238E27FC236}">
                <a16:creationId xmlns:a16="http://schemas.microsoft.com/office/drawing/2014/main" id="{696621EE-1D29-1D1C-3097-73621EE01CD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9" name="Picture 18">
            <a:extLst>
              <a:ext uri="{FF2B5EF4-FFF2-40B4-BE49-F238E27FC236}">
                <a16:creationId xmlns:a16="http://schemas.microsoft.com/office/drawing/2014/main" id="{00A3C948-E4B9-4796-BF35-59C7C8A6EBF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1" name="Rectangle 20">
            <a:extLst>
              <a:ext uri="{FF2B5EF4-FFF2-40B4-BE49-F238E27FC236}">
                <a16:creationId xmlns:a16="http://schemas.microsoft.com/office/drawing/2014/main" id="{81D54F6C-F82A-44BB-B63C-1E389DE9B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3" name="Rectangle 22">
            <a:extLst>
              <a:ext uri="{FF2B5EF4-FFF2-40B4-BE49-F238E27FC236}">
                <a16:creationId xmlns:a16="http://schemas.microsoft.com/office/drawing/2014/main" id="{E5D059F8-240B-239F-1FF2-292ED499E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5" name="Freeform 36">
            <a:extLst>
              <a:ext uri="{FF2B5EF4-FFF2-40B4-BE49-F238E27FC236}">
                <a16:creationId xmlns:a16="http://schemas.microsoft.com/office/drawing/2014/main" id="{0A72194C-9007-00AD-3807-AC30B3F491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27" name="Freeform: Shape 26">
            <a:extLst>
              <a:ext uri="{FF2B5EF4-FFF2-40B4-BE49-F238E27FC236}">
                <a16:creationId xmlns:a16="http://schemas.microsoft.com/office/drawing/2014/main" id="{90BD36C5-A22D-9362-3371-499CBFC2D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9" name="Rectangle 28">
            <a:extLst>
              <a:ext uri="{FF2B5EF4-FFF2-40B4-BE49-F238E27FC236}">
                <a16:creationId xmlns:a16="http://schemas.microsoft.com/office/drawing/2014/main" id="{96C5D1C7-7A0E-E8C8-5855-D4B5251D31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6" name="Slide Number Placeholder 5">
            <a:extLst>
              <a:ext uri="{FF2B5EF4-FFF2-40B4-BE49-F238E27FC236}">
                <a16:creationId xmlns:a16="http://schemas.microsoft.com/office/drawing/2014/main" id="{94153261-97B8-3DB9-0884-4EED44D15B90}"/>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34</a:t>
            </a:fld>
            <a:endParaRPr lang="en-US" b="0" i="0" kern="1200" dirty="0">
              <a:solidFill>
                <a:srgbClr val="FFFFFF"/>
              </a:solidFill>
              <a:latin typeface="+mn-lt"/>
              <a:ea typeface="+mn-ea"/>
              <a:cs typeface="+mn-cs"/>
            </a:endParaRPr>
          </a:p>
        </p:txBody>
      </p:sp>
      <p:sp>
        <p:nvSpPr>
          <p:cNvPr id="44" name="Title 3">
            <a:extLst>
              <a:ext uri="{FF2B5EF4-FFF2-40B4-BE49-F238E27FC236}">
                <a16:creationId xmlns:a16="http://schemas.microsoft.com/office/drawing/2014/main" id="{B6D84304-BAEE-CB46-B75D-2C64040C95D0}"/>
              </a:ext>
            </a:extLst>
          </p:cNvPr>
          <p:cNvSpPr>
            <a:spLocks noGrp="1"/>
          </p:cNvSpPr>
          <p:nvPr>
            <p:ph type="title"/>
          </p:nvPr>
        </p:nvSpPr>
        <p:spPr>
          <a:xfrm rot="5400000">
            <a:off x="8114096" y="3329724"/>
            <a:ext cx="5341687" cy="1400530"/>
          </a:xfrm>
        </p:spPr>
        <p:txBody>
          <a:bodyPr vert="horz" lIns="91440" tIns="45720" rIns="91440" bIns="45720" rtlCol="0" anchor="ctr">
            <a:normAutofit/>
          </a:bodyPr>
          <a:lstStyle/>
          <a:p>
            <a:r>
              <a:rPr lang="en-US" dirty="0">
                <a:solidFill>
                  <a:srgbClr val="FFFFFF"/>
                </a:solidFill>
              </a:rPr>
              <a:t>Example 5</a:t>
            </a:r>
            <a:endParaRPr lang="en-US" b="0" i="0" kern="1200" dirty="0">
              <a:solidFill>
                <a:srgbClr val="FFFFFF"/>
              </a:solidFill>
              <a:latin typeface="+mj-lt"/>
              <a:ea typeface="+mj-ea"/>
              <a:cs typeface="+mj-cs"/>
            </a:endParaRPr>
          </a:p>
        </p:txBody>
      </p:sp>
      <p:sp>
        <p:nvSpPr>
          <p:cNvPr id="10" name="TextBox 9">
            <a:extLst>
              <a:ext uri="{FF2B5EF4-FFF2-40B4-BE49-F238E27FC236}">
                <a16:creationId xmlns:a16="http://schemas.microsoft.com/office/drawing/2014/main" id="{1ED8A4E5-BCBF-237A-24A2-F99897876AC6}"/>
              </a:ext>
            </a:extLst>
          </p:cNvPr>
          <p:cNvSpPr txBox="1"/>
          <p:nvPr/>
        </p:nvSpPr>
        <p:spPr>
          <a:xfrm rot="5400000">
            <a:off x="7889632" y="3468131"/>
            <a:ext cx="4670963" cy="584775"/>
          </a:xfrm>
          <a:prstGeom prst="rect">
            <a:avLst/>
          </a:prstGeom>
          <a:noFill/>
        </p:spPr>
        <p:txBody>
          <a:bodyPr wrap="square">
            <a:spAutoFit/>
          </a:bodyPr>
          <a:lstStyle/>
          <a:p>
            <a:r>
              <a:rPr lang="en-GB" sz="3200" b="1" dirty="0">
                <a:solidFill>
                  <a:schemeClr val="bg1"/>
                </a:solidFill>
              </a:rPr>
              <a:t>5_dawn-containers</a:t>
            </a:r>
          </a:p>
        </p:txBody>
      </p:sp>
      <p:pic>
        <p:nvPicPr>
          <p:cNvPr id="3" name="Picture 2">
            <a:extLst>
              <a:ext uri="{FF2B5EF4-FFF2-40B4-BE49-F238E27FC236}">
                <a16:creationId xmlns:a16="http://schemas.microsoft.com/office/drawing/2014/main" id="{2B52FCC5-DEA1-29D8-F33F-750389D75F4E}"/>
              </a:ext>
            </a:extLst>
          </p:cNvPr>
          <p:cNvPicPr>
            <a:picLocks noChangeAspect="1"/>
          </p:cNvPicPr>
          <p:nvPr/>
        </p:nvPicPr>
        <p:blipFill>
          <a:blip r:embed="rId6"/>
          <a:stretch>
            <a:fillRect/>
          </a:stretch>
        </p:blipFill>
        <p:spPr>
          <a:xfrm>
            <a:off x="624961" y="157167"/>
            <a:ext cx="3492679" cy="2711589"/>
          </a:xfrm>
          <a:prstGeom prst="rect">
            <a:avLst/>
          </a:prstGeom>
        </p:spPr>
      </p:pic>
      <p:pic>
        <p:nvPicPr>
          <p:cNvPr id="5" name="Picture 4">
            <a:extLst>
              <a:ext uri="{FF2B5EF4-FFF2-40B4-BE49-F238E27FC236}">
                <a16:creationId xmlns:a16="http://schemas.microsoft.com/office/drawing/2014/main" id="{29775B40-1F94-1446-5A0D-3674141A7B5F}"/>
              </a:ext>
            </a:extLst>
          </p:cNvPr>
          <p:cNvPicPr>
            <a:picLocks noChangeAspect="1"/>
          </p:cNvPicPr>
          <p:nvPr/>
        </p:nvPicPr>
        <p:blipFill>
          <a:blip r:embed="rId7"/>
          <a:stretch>
            <a:fillRect/>
          </a:stretch>
        </p:blipFill>
        <p:spPr>
          <a:xfrm>
            <a:off x="624961" y="3048501"/>
            <a:ext cx="6582941" cy="464679"/>
          </a:xfrm>
          <a:prstGeom prst="rect">
            <a:avLst/>
          </a:prstGeom>
        </p:spPr>
      </p:pic>
      <p:pic>
        <p:nvPicPr>
          <p:cNvPr id="8" name="Picture 7">
            <a:extLst>
              <a:ext uri="{FF2B5EF4-FFF2-40B4-BE49-F238E27FC236}">
                <a16:creationId xmlns:a16="http://schemas.microsoft.com/office/drawing/2014/main" id="{B1A70723-3E6C-1E4B-964F-EFF4AA299F46}"/>
              </a:ext>
            </a:extLst>
          </p:cNvPr>
          <p:cNvPicPr>
            <a:picLocks noChangeAspect="1"/>
          </p:cNvPicPr>
          <p:nvPr/>
        </p:nvPicPr>
        <p:blipFill>
          <a:blip r:embed="rId8"/>
          <a:stretch>
            <a:fillRect/>
          </a:stretch>
        </p:blipFill>
        <p:spPr>
          <a:xfrm>
            <a:off x="624960" y="4909433"/>
            <a:ext cx="5466317" cy="1874617"/>
          </a:xfrm>
          <a:prstGeom prst="rect">
            <a:avLst/>
          </a:prstGeom>
        </p:spPr>
      </p:pic>
      <p:pic>
        <p:nvPicPr>
          <p:cNvPr id="9" name="Picture 8">
            <a:extLst>
              <a:ext uri="{FF2B5EF4-FFF2-40B4-BE49-F238E27FC236}">
                <a16:creationId xmlns:a16="http://schemas.microsoft.com/office/drawing/2014/main" id="{9B60523D-4465-9791-7F50-6F77553AB778}"/>
              </a:ext>
            </a:extLst>
          </p:cNvPr>
          <p:cNvPicPr>
            <a:picLocks noChangeAspect="1"/>
          </p:cNvPicPr>
          <p:nvPr/>
        </p:nvPicPr>
        <p:blipFill>
          <a:blip r:embed="rId9"/>
          <a:stretch>
            <a:fillRect/>
          </a:stretch>
        </p:blipFill>
        <p:spPr>
          <a:xfrm>
            <a:off x="624961" y="3807146"/>
            <a:ext cx="8651448" cy="636008"/>
          </a:xfrm>
          <a:prstGeom prst="rect">
            <a:avLst/>
          </a:prstGeom>
        </p:spPr>
      </p:pic>
    </p:spTree>
    <p:extLst>
      <p:ext uri="{BB962C8B-B14F-4D97-AF65-F5344CB8AC3E}">
        <p14:creationId xmlns:p14="http://schemas.microsoft.com/office/powerpoint/2010/main" val="612247809"/>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8"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9" name="Freeform: Shape 18">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FF07BEBE-18E8-4025-FF6F-EC0130CB4F22}"/>
              </a:ext>
            </a:extLst>
          </p:cNvPr>
          <p:cNvSpPr>
            <a:spLocks noGrp="1"/>
          </p:cNvSpPr>
          <p:nvPr>
            <p:ph type="subTitle" idx="1"/>
          </p:nvPr>
        </p:nvSpPr>
        <p:spPr>
          <a:xfrm>
            <a:off x="1154955" y="5794471"/>
            <a:ext cx="6974911" cy="861420"/>
          </a:xfrm>
        </p:spPr>
        <p:txBody>
          <a:bodyPr rtlCol="0">
            <a:normAutofit/>
          </a:bodyPr>
          <a:lstStyle>
            <a:defPPr>
              <a:defRPr lang="en-GB"/>
            </a:defPPr>
          </a:lstStyle>
          <a:p>
            <a:pPr rtl="0">
              <a:lnSpc>
                <a:spcPct val="90000"/>
              </a:lnSpc>
            </a:pPr>
            <a:r>
              <a:rPr lang="en-GB" sz="2800" dirty="0">
                <a:solidFill>
                  <a:schemeClr val="tx1">
                    <a:lumMod val="85000"/>
                    <a:lumOff val="15000"/>
                  </a:schemeClr>
                </a:solidFill>
              </a:rPr>
              <a:t>support@HPC.cam.ac.uk</a:t>
            </a:r>
          </a:p>
        </p:txBody>
      </p:sp>
      <p:sp>
        <p:nvSpPr>
          <p:cNvPr id="2" name="Title 1">
            <a:extLst>
              <a:ext uri="{FF2B5EF4-FFF2-40B4-BE49-F238E27FC236}">
                <a16:creationId xmlns:a16="http://schemas.microsoft.com/office/drawing/2014/main" id="{34096D4E-8B4F-62B8-F551-56379B923E78}"/>
              </a:ext>
            </a:extLst>
          </p:cNvPr>
          <p:cNvSpPr>
            <a:spLocks noGrp="1"/>
          </p:cNvSpPr>
          <p:nvPr>
            <p:ph type="ctrTitle"/>
          </p:nvPr>
        </p:nvSpPr>
        <p:spPr>
          <a:xfrm>
            <a:off x="1154955" y="1447800"/>
            <a:ext cx="6974915" cy="3329581"/>
          </a:xfrm>
        </p:spPr>
        <p:txBody>
          <a:bodyPr rtlCol="0">
            <a:normAutofit/>
          </a:bodyPr>
          <a:lstStyle>
            <a:defPPr>
              <a:defRPr lang="en-GB"/>
            </a:defPPr>
          </a:lstStyle>
          <a:p>
            <a:pPr rtl="0"/>
            <a:r>
              <a:rPr lang="en-GB" dirty="0"/>
              <a:t>Thank You </a:t>
            </a:r>
          </a:p>
        </p:txBody>
      </p:sp>
      <p:sp>
        <p:nvSpPr>
          <p:cNvPr id="20" name="Rectangle 19">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4" name="TextBox 3">
            <a:extLst>
              <a:ext uri="{FF2B5EF4-FFF2-40B4-BE49-F238E27FC236}">
                <a16:creationId xmlns:a16="http://schemas.microsoft.com/office/drawing/2014/main" id="{CBA7104D-40A7-4835-AB4E-9EE34E4F5962}"/>
              </a:ext>
            </a:extLst>
          </p:cNvPr>
          <p:cNvSpPr txBox="1"/>
          <p:nvPr/>
        </p:nvSpPr>
        <p:spPr>
          <a:xfrm>
            <a:off x="1154955" y="1320801"/>
            <a:ext cx="6820645" cy="1696720"/>
          </a:xfrm>
          <a:prstGeom prst="rect">
            <a:avLst/>
          </a:prstGeom>
        </p:spPr>
        <p:txBody>
          <a:bodyPr vert="horz" lIns="91440" tIns="45720" rIns="91440" bIns="45720" rtlCol="0">
            <a:normAutofit/>
          </a:bodyPr>
          <a:lstStyle/>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rPr>
              <a:t>When looking for answers try these </a:t>
            </a:r>
            <a:r>
              <a:rPr lang="en-US" altLang="en-US" sz="2000" dirty="0">
                <a:latin typeface="+mj-lt"/>
                <a:ea typeface="+mj-ea"/>
                <a:cs typeface="+mj-cs"/>
              </a:rPr>
              <a:t>pages</a:t>
            </a:r>
            <a:r>
              <a:rPr kumimoji="0" lang="en-US" altLang="en-US" sz="2000" u="none" strike="noStrike" cap="none" normalizeH="0" baseline="0" dirty="0">
                <a:ln>
                  <a:noFill/>
                </a:ln>
                <a:effectLst/>
                <a:latin typeface="+mj-lt"/>
                <a:ea typeface="+mj-ea"/>
                <a:cs typeface="+mj-cs"/>
              </a:rPr>
              <a:t>:</a:t>
            </a:r>
          </a:p>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hlinkClick r:id="rId3"/>
              </a:rPr>
              <a:t>dawn-intel-</a:t>
            </a:r>
            <a:r>
              <a:rPr kumimoji="0" lang="en-US" altLang="en-US" sz="2000" u="none" strike="noStrike" cap="none" normalizeH="0" baseline="0" dirty="0" err="1">
                <a:ln>
                  <a:noFill/>
                </a:ln>
                <a:effectLst/>
                <a:latin typeface="+mj-lt"/>
                <a:ea typeface="+mj-ea"/>
                <a:cs typeface="+mj-cs"/>
                <a:hlinkClick r:id="rId3"/>
              </a:rPr>
              <a:t>gpu</a:t>
            </a:r>
            <a:r>
              <a:rPr kumimoji="0" lang="en-US" altLang="en-US" sz="2000" u="none" strike="noStrike" cap="none" normalizeH="0" baseline="0" dirty="0">
                <a:ln>
                  <a:noFill/>
                </a:ln>
                <a:effectLst/>
                <a:latin typeface="+mj-lt"/>
                <a:ea typeface="+mj-ea"/>
                <a:cs typeface="+mj-cs"/>
                <a:hlinkClick r:id="rId3"/>
              </a:rPr>
              <a:t>-</a:t>
            </a:r>
            <a:r>
              <a:rPr kumimoji="0" lang="en-US" altLang="en-US" sz="2000" u="none" strike="noStrike" cap="none" normalizeH="0" baseline="0" dirty="0" err="1">
                <a:ln>
                  <a:noFill/>
                </a:ln>
                <a:effectLst/>
                <a:latin typeface="+mj-lt"/>
                <a:ea typeface="+mj-ea"/>
                <a:cs typeface="+mj-cs"/>
                <a:hlinkClick r:id="rId3"/>
              </a:rPr>
              <a:t>pvc</a:t>
            </a:r>
            <a:r>
              <a:rPr kumimoji="0" lang="en-US" altLang="en-US" sz="2000" u="none" strike="noStrike" cap="none" normalizeH="0" baseline="0" dirty="0">
                <a:ln>
                  <a:noFill/>
                </a:ln>
                <a:effectLst/>
                <a:latin typeface="+mj-lt"/>
                <a:ea typeface="+mj-ea"/>
                <a:cs typeface="+mj-cs"/>
                <a:hlinkClick r:id="rId3"/>
              </a:rPr>
              <a:t>-nodes</a:t>
            </a:r>
            <a:r>
              <a:rPr kumimoji="0" lang="en-US" altLang="en-US" sz="2000" u="none" strike="noStrike" cap="none" normalizeH="0" baseline="0" dirty="0">
                <a:ln>
                  <a:noFill/>
                </a:ln>
                <a:effectLst/>
                <a:latin typeface="+mj-lt"/>
                <a:ea typeface="+mj-ea"/>
                <a:cs typeface="+mj-cs"/>
              </a:rPr>
              <a:t>  </a:t>
            </a:r>
          </a:p>
          <a:p>
            <a:pPr marL="0" marR="0" lvl="0" indent="0" fontAlgn="base">
              <a:lnSpc>
                <a:spcPct val="90000"/>
              </a:lnSpc>
              <a:spcBef>
                <a:spcPts val="1000"/>
              </a:spcBef>
              <a:buClr>
                <a:schemeClr val="bg2">
                  <a:lumMod val="40000"/>
                  <a:lumOff val="60000"/>
                </a:schemeClr>
              </a:buClr>
              <a:buSzPct val="80000"/>
              <a:tabLst/>
            </a:pPr>
            <a:r>
              <a:rPr kumimoji="0" lang="en-US" altLang="en-US" sz="2000" u="none" strike="noStrike" cap="none" normalizeH="0" baseline="0" dirty="0">
                <a:ln>
                  <a:noFill/>
                </a:ln>
                <a:effectLst/>
                <a:latin typeface="+mj-lt"/>
                <a:ea typeface="+mj-ea"/>
                <a:cs typeface="+mj-cs"/>
              </a:rPr>
              <a:t> </a:t>
            </a:r>
          </a:p>
        </p:txBody>
      </p:sp>
      <p:sp>
        <p:nvSpPr>
          <p:cNvPr id="5" name="Slide Number Placeholder 5">
            <a:extLst>
              <a:ext uri="{FF2B5EF4-FFF2-40B4-BE49-F238E27FC236}">
                <a16:creationId xmlns:a16="http://schemas.microsoft.com/office/drawing/2014/main" id="{52612BF0-F7D7-CBB7-2CF9-B95F0243E9BB}"/>
              </a:ext>
            </a:extLst>
          </p:cNvPr>
          <p:cNvSpPr>
            <a:spLocks noGrp="1"/>
          </p:cNvSpPr>
          <p:nvPr>
            <p:ph type="sldNum" sz="quarter" idx="12"/>
          </p:nvPr>
        </p:nvSpPr>
        <p:spPr>
          <a:xfrm>
            <a:off x="10352540" y="295729"/>
            <a:ext cx="838199" cy="767687"/>
          </a:xfrm>
        </p:spPr>
        <p:txBody>
          <a:bodyPr vert="horz" lIns="91440" tIns="45720" rIns="91440" bIns="45720" rtlCol="0" anchor="b">
            <a:normAutofit/>
          </a:bodyPr>
          <a:lstStyle/>
          <a:p>
            <a:pPr>
              <a:spcAft>
                <a:spcPts val="600"/>
              </a:spcAft>
            </a:pPr>
            <a:fld id="{58FB4751-880F-D840-AAA9-3A15815CC996}" type="slidenum">
              <a:rPr lang="en-US" b="0" i="0" kern="1200">
                <a:solidFill>
                  <a:srgbClr val="FFFFFF"/>
                </a:solidFill>
                <a:latin typeface="+mn-lt"/>
                <a:ea typeface="+mn-ea"/>
                <a:cs typeface="+mn-cs"/>
              </a:rPr>
              <a:pPr>
                <a:spcAft>
                  <a:spcPts val="600"/>
                </a:spcAft>
              </a:pPr>
              <a:t>35</a:t>
            </a:fld>
            <a:endParaRPr lang="en-US" b="0" i="0" kern="1200" dirty="0">
              <a:solidFill>
                <a:srgbClr val="FFFFFF"/>
              </a:solidFill>
              <a:latin typeface="+mn-lt"/>
              <a:ea typeface="+mn-ea"/>
              <a:cs typeface="+mn-cs"/>
            </a:endParaRPr>
          </a:p>
        </p:txBody>
      </p:sp>
    </p:spTree>
    <p:extLst>
      <p:ext uri="{BB962C8B-B14F-4D97-AF65-F5344CB8AC3E}">
        <p14:creationId xmlns:p14="http://schemas.microsoft.com/office/powerpoint/2010/main" val="2577936335"/>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5164</TotalTime>
  <Words>2205</Words>
  <Application>Microsoft Office PowerPoint</Application>
  <PresentationFormat>Widescreen</PresentationFormat>
  <Paragraphs>293</Paragraphs>
  <Slides>35</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vt:i4>
      </vt:variant>
    </vt:vector>
  </HeadingPairs>
  <TitlesOfParts>
    <vt:vector size="48" baseType="lpstr">
      <vt:lpstr>Arial</vt:lpstr>
      <vt:lpstr>Calibri</vt:lpstr>
      <vt:lpstr>Century Gothic</vt:lpstr>
      <vt:lpstr>Consolas</vt:lpstr>
      <vt:lpstr>Courier</vt:lpstr>
      <vt:lpstr>Courier New</vt:lpstr>
      <vt:lpstr>Gill Sans Nova</vt:lpstr>
      <vt:lpstr>kepler-std-display</vt:lpstr>
      <vt:lpstr>Libre Franklin</vt:lpstr>
      <vt:lpstr>Roboto</vt:lpstr>
      <vt:lpstr>Roboto Mono</vt:lpstr>
      <vt:lpstr>Wingdings 3</vt:lpstr>
      <vt:lpstr>Ion</vt:lpstr>
      <vt:lpstr>Apptainer on Dawn </vt:lpstr>
      <vt:lpstr> Apptainer1</vt:lpstr>
      <vt:lpstr> Apptainer1</vt:lpstr>
      <vt:lpstr>Apptainer: /etc/apptainer/apptainer.conf </vt:lpstr>
      <vt:lpstr> Apptainer Actions</vt:lpstr>
      <vt:lpstr>apptainer --help always check the manual!!</vt:lpstr>
      <vt:lpstr>Apptainer Cache</vt:lpstr>
      <vt:lpstr> Running Apptainer: Customise .bashrc</vt:lpstr>
      <vt:lpstr> Apptainer Obtaining an Image via Pull</vt:lpstr>
      <vt:lpstr> Apptainer Tutorial</vt:lpstr>
      <vt:lpstr>Apptainer Obtaining an Image via docker file</vt:lpstr>
      <vt:lpstr>Apptainer shell</vt:lpstr>
      <vt:lpstr> Apptainer Tutorial</vt:lpstr>
      <vt:lpstr> Apptainer Default script</vt:lpstr>
      <vt:lpstr> Looking at a Definition File</vt:lpstr>
      <vt:lpstr>Running Apptainer:/.singularity.d - The Hidden Files </vt:lpstr>
      <vt:lpstr>Running Apptainer:/.singularity.d - The Hidden Files </vt:lpstr>
      <vt:lpstr>  </vt:lpstr>
      <vt:lpstr>Building without elevated privileges with --fakeroot</vt:lpstr>
      <vt:lpstr> Apptainer MPI</vt:lpstr>
      <vt:lpstr> Apptainer Tutorial</vt:lpstr>
      <vt:lpstr> Apptainer MPI `Hybrid Approach`</vt:lpstr>
      <vt:lpstr> Apptainer Tutorial MPI</vt:lpstr>
      <vt:lpstr> Apptainer MPI </vt:lpstr>
      <vt:lpstr> Apptainer MPI </vt:lpstr>
      <vt:lpstr> Apptainer Error Building</vt:lpstr>
      <vt:lpstr>Example Building </vt:lpstr>
      <vt:lpstr>Example 1 Running</vt:lpstr>
      <vt:lpstr>Example 2</vt:lpstr>
      <vt:lpstr>Example 2</vt:lpstr>
      <vt:lpstr>Example 3</vt:lpstr>
      <vt:lpstr>Example 4</vt:lpstr>
      <vt:lpstr>Example 5</vt:lpstr>
      <vt:lpstr>Example 5</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Simon Hartley</dc:creator>
  <cp:lastModifiedBy>Simon Hartley</cp:lastModifiedBy>
  <cp:revision>4</cp:revision>
  <dcterms:created xsi:type="dcterms:W3CDTF">2025-11-24T08:49:48Z</dcterms:created>
  <dcterms:modified xsi:type="dcterms:W3CDTF">2026-03-30T12:30:55Z</dcterms:modified>
</cp:coreProperties>
</file>