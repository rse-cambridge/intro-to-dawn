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38" r:id="rId1"/>
  </p:sldMasterIdLst>
  <p:notesMasterIdLst>
    <p:notesMasterId r:id="rId16"/>
  </p:notesMasterIdLst>
  <p:handoutMasterIdLst>
    <p:handoutMasterId r:id="rId17"/>
  </p:handoutMasterIdLst>
  <p:sldIdLst>
    <p:sldId id="272" r:id="rId2"/>
    <p:sldId id="954" r:id="rId3"/>
    <p:sldId id="956" r:id="rId4"/>
    <p:sldId id="957" r:id="rId5"/>
    <p:sldId id="958" r:id="rId6"/>
    <p:sldId id="959" r:id="rId7"/>
    <p:sldId id="960" r:id="rId8"/>
    <p:sldId id="961" r:id="rId9"/>
    <p:sldId id="962" r:id="rId10"/>
    <p:sldId id="963" r:id="rId11"/>
    <p:sldId id="964" r:id="rId12"/>
    <p:sldId id="965" r:id="rId13"/>
    <p:sldId id="966" r:id="rId14"/>
    <p:sldId id="281"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28" userDrawn="1">
          <p15:clr>
            <a:srgbClr val="A4A3A4"/>
          </p15:clr>
        </p15:guide>
        <p15:guide id="2" pos="3864" userDrawn="1">
          <p15:clr>
            <a:srgbClr val="A4A3A4"/>
          </p15:clr>
        </p15:guide>
        <p15:guide id="3" orient="horz" pos="1272" userDrawn="1">
          <p15:clr>
            <a:srgbClr val="A4A3A4"/>
          </p15:clr>
        </p15:guide>
        <p15:guide id="4" orient="horz" pos="2312" userDrawn="1">
          <p15:clr>
            <a:srgbClr val="A4A3A4"/>
          </p15:clr>
        </p15:guide>
        <p15:guide id="5" orient="horz" pos="1944" userDrawn="1">
          <p15:clr>
            <a:srgbClr val="A4A3A4"/>
          </p15:clr>
        </p15:guide>
        <p15:guide id="6" orient="horz" pos="2328"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FFF4ED"/>
    <a:srgbClr val="AD5C4D"/>
    <a:srgbClr val="BB60D5"/>
    <a:srgbClr val="404040"/>
    <a:srgbClr val="D1D8B7"/>
    <a:srgbClr val="A09D79"/>
    <a:srgbClr val="543E35"/>
    <a:srgbClr val="637700"/>
    <a:srgbClr val="5E6A7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3397319-7FDE-4695-9401-EA614F0BA2A7}" v="8" dt="2026-03-20T14:10:34.181"/>
  </p1510:revLst>
</p1510:revInfo>
</file>

<file path=ppt/tableStyles.xml><?xml version="1.0" encoding="utf-8"?>
<a:tblStyleLst xmlns:a="http://schemas.openxmlformats.org/drawingml/2006/main" def="{5C22544A-7EE6-4342-B048-85BDC9FD1C3A}">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830"/>
  </p:normalViewPr>
  <p:slideViewPr>
    <p:cSldViewPr snapToGrid="0">
      <p:cViewPr varScale="1">
        <p:scale>
          <a:sx n="63" d="100"/>
          <a:sy n="63" d="100"/>
        </p:scale>
        <p:origin x="804" y="56"/>
      </p:cViewPr>
      <p:guideLst>
        <p:guide orient="horz" pos="528"/>
        <p:guide pos="3864"/>
        <p:guide orient="horz" pos="1272"/>
        <p:guide orient="horz" pos="2312"/>
        <p:guide orient="horz" pos="1944"/>
        <p:guide orient="horz" pos="2328"/>
      </p:guideLst>
    </p:cSldViewPr>
  </p:slideViewPr>
  <p:outlineViewPr>
    <p:cViewPr>
      <p:scale>
        <a:sx n="33" d="100"/>
        <a:sy n="33" d="100"/>
      </p:scale>
      <p:origin x="0" y="0"/>
    </p:cViewPr>
  </p:outlineViewPr>
  <p:notesTextViewPr>
    <p:cViewPr>
      <p:scale>
        <a:sx n="135" d="100"/>
        <a:sy n="135" d="100"/>
      </p:scale>
      <p:origin x="0" y="0"/>
    </p:cViewPr>
  </p:notesTextViewPr>
  <p:notesViewPr>
    <p:cSldViewPr snapToGrid="0">
      <p:cViewPr varScale="1">
        <p:scale>
          <a:sx n="92" d="100"/>
          <a:sy n="92" d="100"/>
        </p:scale>
        <p:origin x="3648" y="10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8/10/relationships/authors" Target="authors.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imon Hartley" userId="ec1d4bd2-4db4-4fcf-9e9a-900b72c6bb46" providerId="ADAL" clId="{B4160541-181D-41F0-82EF-CBF481B4CC4C}"/>
    <pc:docChg chg="undo custSel addSld delSld modSld">
      <pc:chgData name="Simon Hartley" userId="ec1d4bd2-4db4-4fcf-9e9a-900b72c6bb46" providerId="ADAL" clId="{B4160541-181D-41F0-82EF-CBF481B4CC4C}" dt="2026-03-20T14:11:14.465" v="132" actId="1036"/>
      <pc:docMkLst>
        <pc:docMk/>
      </pc:docMkLst>
      <pc:sldChg chg="del">
        <pc:chgData name="Simon Hartley" userId="ec1d4bd2-4db4-4fcf-9e9a-900b72c6bb46" providerId="ADAL" clId="{B4160541-181D-41F0-82EF-CBF481B4CC4C}" dt="2026-03-20T14:07:45.943" v="0" actId="47"/>
        <pc:sldMkLst>
          <pc:docMk/>
          <pc:sldMk cId="2574300826" sldId="929"/>
        </pc:sldMkLst>
      </pc:sldChg>
      <pc:sldChg chg="del">
        <pc:chgData name="Simon Hartley" userId="ec1d4bd2-4db4-4fcf-9e9a-900b72c6bb46" providerId="ADAL" clId="{B4160541-181D-41F0-82EF-CBF481B4CC4C}" dt="2026-03-20T14:07:56.400" v="2" actId="47"/>
        <pc:sldMkLst>
          <pc:docMk/>
          <pc:sldMk cId="4221623154" sldId="953"/>
        </pc:sldMkLst>
      </pc:sldChg>
      <pc:sldChg chg="del">
        <pc:chgData name="Simon Hartley" userId="ec1d4bd2-4db4-4fcf-9e9a-900b72c6bb46" providerId="ADAL" clId="{B4160541-181D-41F0-82EF-CBF481B4CC4C}" dt="2026-03-20T14:07:59.464" v="3" actId="47"/>
        <pc:sldMkLst>
          <pc:docMk/>
          <pc:sldMk cId="3926928587" sldId="955"/>
        </pc:sldMkLst>
      </pc:sldChg>
      <pc:sldChg chg="addSp modSp mod">
        <pc:chgData name="Simon Hartley" userId="ec1d4bd2-4db4-4fcf-9e9a-900b72c6bb46" providerId="ADAL" clId="{B4160541-181D-41F0-82EF-CBF481B4CC4C}" dt="2026-03-20T14:09:50.108" v="37" actId="1076"/>
        <pc:sldMkLst>
          <pc:docMk/>
          <pc:sldMk cId="1457665044" sldId="965"/>
        </pc:sldMkLst>
        <pc:picChg chg="mod">
          <ac:chgData name="Simon Hartley" userId="ec1d4bd2-4db4-4fcf-9e9a-900b72c6bb46" providerId="ADAL" clId="{B4160541-181D-41F0-82EF-CBF481B4CC4C}" dt="2026-03-20T14:09:39.488" v="34" actId="14100"/>
          <ac:picMkLst>
            <pc:docMk/>
            <pc:sldMk cId="1457665044" sldId="965"/>
            <ac:picMk id="5" creationId="{6CE9ED60-4D26-6340-5F6F-0DA5B0CB9703}"/>
          </ac:picMkLst>
        </pc:picChg>
        <pc:picChg chg="add mod">
          <ac:chgData name="Simon Hartley" userId="ec1d4bd2-4db4-4fcf-9e9a-900b72c6bb46" providerId="ADAL" clId="{B4160541-181D-41F0-82EF-CBF481B4CC4C}" dt="2026-03-20T14:09:50.108" v="37" actId="1076"/>
          <ac:picMkLst>
            <pc:docMk/>
            <pc:sldMk cId="1457665044" sldId="965"/>
            <ac:picMk id="5124" creationId="{1C8F58D3-7D1D-C82E-8C72-B7DFCE686004}"/>
          </ac:picMkLst>
        </pc:picChg>
      </pc:sldChg>
      <pc:sldChg chg="addSp delSp modSp add mod">
        <pc:chgData name="Simon Hartley" userId="ec1d4bd2-4db4-4fcf-9e9a-900b72c6bb46" providerId="ADAL" clId="{B4160541-181D-41F0-82EF-CBF481B4CC4C}" dt="2026-03-20T14:11:14.465" v="132" actId="1036"/>
        <pc:sldMkLst>
          <pc:docMk/>
          <pc:sldMk cId="424515567" sldId="966"/>
        </pc:sldMkLst>
        <pc:spChg chg="mod">
          <ac:chgData name="Simon Hartley" userId="ec1d4bd2-4db4-4fcf-9e9a-900b72c6bb46" providerId="ADAL" clId="{B4160541-181D-41F0-82EF-CBF481B4CC4C}" dt="2026-03-20T14:08:34.436" v="29" actId="20577"/>
          <ac:spMkLst>
            <pc:docMk/>
            <pc:sldMk cId="424515567" sldId="966"/>
            <ac:spMk id="4" creationId="{D54A5259-58DE-5780-AF41-5D97D72AD463}"/>
          </ac:spMkLst>
        </pc:spChg>
        <pc:spChg chg="mod">
          <ac:chgData name="Simon Hartley" userId="ec1d4bd2-4db4-4fcf-9e9a-900b72c6bb46" providerId="ADAL" clId="{B4160541-181D-41F0-82EF-CBF481B4CC4C}" dt="2026-03-20T14:11:01.754" v="75" actId="1035"/>
          <ac:spMkLst>
            <pc:docMk/>
            <pc:sldMk cId="424515567" sldId="966"/>
            <ac:spMk id="6" creationId="{142DD4FA-1948-04CE-FC7E-3AD1B70AAF23}"/>
          </ac:spMkLst>
        </pc:spChg>
        <pc:picChg chg="add mod">
          <ac:chgData name="Simon Hartley" userId="ec1d4bd2-4db4-4fcf-9e9a-900b72c6bb46" providerId="ADAL" clId="{B4160541-181D-41F0-82EF-CBF481B4CC4C}" dt="2026-03-20T14:11:14.465" v="132" actId="1036"/>
          <ac:picMkLst>
            <pc:docMk/>
            <pc:sldMk cId="424515567" sldId="966"/>
            <ac:picMk id="3" creationId="{D33E3ADC-9E96-1C5B-9DFB-CEE56301D2DB}"/>
          </ac:picMkLst>
        </pc:picChg>
        <pc:picChg chg="del">
          <ac:chgData name="Simon Hartley" userId="ec1d4bd2-4db4-4fcf-9e9a-900b72c6bb46" providerId="ADAL" clId="{B4160541-181D-41F0-82EF-CBF481B4CC4C}" dt="2026-03-20T14:08:37.404" v="30" actId="478"/>
          <ac:picMkLst>
            <pc:docMk/>
            <pc:sldMk cId="424515567" sldId="966"/>
            <ac:picMk id="5" creationId="{BA85E600-4B52-3640-978D-025616CA47CC}"/>
          </ac:picMkLst>
        </pc:picChg>
      </pc:sldChg>
      <pc:sldChg chg="del">
        <pc:chgData name="Simon Hartley" userId="ec1d4bd2-4db4-4fcf-9e9a-900b72c6bb46" providerId="ADAL" clId="{B4160541-181D-41F0-82EF-CBF481B4CC4C}" dt="2026-03-20T14:07:54.760" v="1" actId="47"/>
        <pc:sldMkLst>
          <pc:docMk/>
          <pc:sldMk cId="3934873756" sldId="966"/>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FAE6F21-F9AA-B804-F44A-0E1CBE7D104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lang="en-GB" sz="1200"/>
            </a:lvl1pPr>
          </a:lstStyle>
          <a:p>
            <a:pPr rtl="0"/>
            <a:endParaRPr lang="en-GB" dirty="0"/>
          </a:p>
        </p:txBody>
      </p:sp>
      <p:sp>
        <p:nvSpPr>
          <p:cNvPr id="3" name="Date Placeholder 2">
            <a:extLst>
              <a:ext uri="{FF2B5EF4-FFF2-40B4-BE49-F238E27FC236}">
                <a16:creationId xmlns:a16="http://schemas.microsoft.com/office/drawing/2014/main" id="{F40C5F7C-3F93-522E-4DB1-E016D699CBB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lang="en-GB" sz="1200"/>
            </a:lvl1pPr>
          </a:lstStyle>
          <a:p>
            <a:pPr rtl="0"/>
            <a:fld id="{FD913024-4032-4B4F-8680-09D5E08EDB6E}" type="datetimeFigureOut">
              <a:rPr lang="en-GB" smtClean="0"/>
              <a:t>20/03/2026</a:t>
            </a:fld>
            <a:endParaRPr lang="en-GB" dirty="0"/>
          </a:p>
        </p:txBody>
      </p:sp>
      <p:sp>
        <p:nvSpPr>
          <p:cNvPr id="4" name="Footer Placeholder 3">
            <a:extLst>
              <a:ext uri="{FF2B5EF4-FFF2-40B4-BE49-F238E27FC236}">
                <a16:creationId xmlns:a16="http://schemas.microsoft.com/office/drawing/2014/main" id="{82DB79D9-119F-07C7-DC8E-1956644EEE9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lang="en-GB" sz="1200"/>
            </a:lvl1pPr>
          </a:lstStyle>
          <a:p>
            <a:pPr rtl="0"/>
            <a:endParaRPr lang="en-GB" dirty="0"/>
          </a:p>
        </p:txBody>
      </p:sp>
      <p:sp>
        <p:nvSpPr>
          <p:cNvPr id="5" name="Slide Number Placeholder 4">
            <a:extLst>
              <a:ext uri="{FF2B5EF4-FFF2-40B4-BE49-F238E27FC236}">
                <a16:creationId xmlns:a16="http://schemas.microsoft.com/office/drawing/2014/main" id="{30B67CF1-7BD0-9ABA-036D-3A8479FC098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lang="en-GB" sz="1200"/>
            </a:lvl1pPr>
          </a:lstStyle>
          <a:p>
            <a:pPr rtl="0"/>
            <a:fld id="{49E357A0-8177-46BC-BFCE-19D99E3453CC}" type="slidenum">
              <a:rPr lang="en-GB" smtClean="0"/>
              <a:t>‹#›</a:t>
            </a:fld>
            <a:endParaRPr lang="en-GB" dirty="0"/>
          </a:p>
        </p:txBody>
      </p:sp>
    </p:spTree>
    <p:extLst>
      <p:ext uri="{BB962C8B-B14F-4D97-AF65-F5344CB8AC3E}">
        <p14:creationId xmlns:p14="http://schemas.microsoft.com/office/powerpoint/2010/main" val="9564784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lang="en-GB" sz="1200"/>
            </a:lvl1pPr>
          </a:lstStyle>
          <a:p>
            <a:pPr rtl="0"/>
            <a:endParaRPr lang="en-GB"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lang="en-GB" sz="1200"/>
            </a:lvl1pPr>
          </a:lstStyle>
          <a:p>
            <a:pPr rtl="0"/>
            <a:fld id="{F2AE225E-43E0-7047-8ADB-DD9EBB41B4D0}" type="datetimeFigureOut">
              <a:rPr lang="en-GB" noProof="0" smtClean="0"/>
              <a:t>20/03/2026</a:t>
            </a:fld>
            <a:endParaRPr lang="en-GB"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defPPr>
              <a:defRPr lang="en-GB"/>
            </a:defPPr>
          </a:lstStyle>
          <a:p>
            <a:pPr rtl="0"/>
            <a:endParaRPr lang="en-GB"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defPPr>
              <a:defRPr lang="en-GB"/>
            </a:defPPr>
          </a:lstStyle>
          <a:p>
            <a:pPr lvl="0" rtl="0"/>
            <a:r>
              <a:rPr lang="en-GB" noProof="0"/>
              <a:t>Click to 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lang="en-GB" sz="1200"/>
            </a:lvl1pPr>
          </a:lstStyle>
          <a:p>
            <a:pPr rtl="0"/>
            <a:endParaRPr lang="en-GB"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lang="en-GB" sz="1200"/>
            </a:lvl1pPr>
          </a:lstStyle>
          <a:p>
            <a:pPr rtl="0"/>
            <a:fld id="{7C366290-4595-5745-A50F-D5EC13BAC604}" type="slidenum">
              <a:rPr lang="en-GB" noProof="0" smtClean="0"/>
              <a:t>‹#›</a:t>
            </a:fld>
            <a:endParaRPr lang="en-GB" noProof="0" dirty="0"/>
          </a:p>
        </p:txBody>
      </p:sp>
    </p:spTree>
    <p:extLst>
      <p:ext uri="{BB962C8B-B14F-4D97-AF65-F5344CB8AC3E}">
        <p14:creationId xmlns:p14="http://schemas.microsoft.com/office/powerpoint/2010/main" val="3353669211"/>
      </p:ext>
    </p:extLst>
  </p:cSld>
  <p:clrMap bg1="lt1" tx1="dk1" bg2="lt2" tx2="dk2" accent1="accent1" accent2="accent2" accent3="accent3" accent4="accent4" accent5="accent5" accent6="accent6" hlink="hlink" folHlink="folHlink"/>
  <p:notesStyle>
    <a:lvl1pPr marL="0" algn="l" defTabSz="914400" rtl="0" eaLnBrk="1" latinLnBrk="0" hangingPunct="1">
      <a:defRPr lang="en-GB" sz="1200" kern="1200">
        <a:solidFill>
          <a:schemeClr val="tx1"/>
        </a:solidFill>
        <a:latin typeface="+mn-lt"/>
        <a:ea typeface="+mn-ea"/>
        <a:cs typeface="+mn-cs"/>
      </a:defRPr>
    </a:lvl1pPr>
    <a:lvl2pPr marL="457200" algn="l" defTabSz="914400" rtl="0" eaLnBrk="1" latinLnBrk="0" hangingPunct="1">
      <a:defRPr lang="en-GB" sz="1200" kern="1200">
        <a:solidFill>
          <a:schemeClr val="tx1"/>
        </a:solidFill>
        <a:latin typeface="+mn-lt"/>
        <a:ea typeface="+mn-ea"/>
        <a:cs typeface="+mn-cs"/>
      </a:defRPr>
    </a:lvl2pPr>
    <a:lvl3pPr marL="914400" algn="l" defTabSz="914400" rtl="0" eaLnBrk="1" latinLnBrk="0" hangingPunct="1">
      <a:defRPr lang="en-GB" sz="1200" kern="1200">
        <a:solidFill>
          <a:schemeClr val="tx1"/>
        </a:solidFill>
        <a:latin typeface="+mn-lt"/>
        <a:ea typeface="+mn-ea"/>
        <a:cs typeface="+mn-cs"/>
      </a:defRPr>
    </a:lvl3pPr>
    <a:lvl4pPr marL="1371600" algn="l" defTabSz="914400" rtl="0" eaLnBrk="1" latinLnBrk="0" hangingPunct="1">
      <a:defRPr lang="en-GB" sz="1200" kern="1200">
        <a:solidFill>
          <a:schemeClr val="tx1"/>
        </a:solidFill>
        <a:latin typeface="+mn-lt"/>
        <a:ea typeface="+mn-ea"/>
        <a:cs typeface="+mn-cs"/>
      </a:defRPr>
    </a:lvl4pPr>
    <a:lvl5pPr marL="1828800" algn="l" defTabSz="914400" rtl="0" eaLnBrk="1" latinLnBrk="0" hangingPunct="1">
      <a:defRPr lang="en-GB" sz="1200" kern="1200">
        <a:solidFill>
          <a:schemeClr val="tx1"/>
        </a:solidFill>
        <a:latin typeface="+mn-lt"/>
        <a:ea typeface="+mn-ea"/>
        <a:cs typeface="+mn-cs"/>
      </a:defRPr>
    </a:lvl5pPr>
    <a:lvl6pPr marL="2286000" algn="l" defTabSz="914400" rtl="0" eaLnBrk="1" latinLnBrk="0" hangingPunct="1">
      <a:defRPr lang="en-GB" sz="1200" kern="1200">
        <a:solidFill>
          <a:schemeClr val="tx1"/>
        </a:solidFill>
        <a:latin typeface="+mn-lt"/>
        <a:ea typeface="+mn-ea"/>
        <a:cs typeface="+mn-cs"/>
      </a:defRPr>
    </a:lvl6pPr>
    <a:lvl7pPr marL="2743200" algn="l" defTabSz="914400" rtl="0" eaLnBrk="1" latinLnBrk="0" hangingPunct="1">
      <a:defRPr lang="en-GB" sz="1200" kern="1200">
        <a:solidFill>
          <a:schemeClr val="tx1"/>
        </a:solidFill>
        <a:latin typeface="+mn-lt"/>
        <a:ea typeface="+mn-ea"/>
        <a:cs typeface="+mn-cs"/>
      </a:defRPr>
    </a:lvl7pPr>
    <a:lvl8pPr marL="3200400" algn="l" defTabSz="914400" rtl="0" eaLnBrk="1" latinLnBrk="0" hangingPunct="1">
      <a:defRPr lang="en-GB" sz="1200" kern="1200">
        <a:solidFill>
          <a:schemeClr val="tx1"/>
        </a:solidFill>
        <a:latin typeface="+mn-lt"/>
        <a:ea typeface="+mn-ea"/>
        <a:cs typeface="+mn-cs"/>
      </a:defRPr>
    </a:lvl8pPr>
    <a:lvl9pPr marL="3657600" algn="l" defTabSz="914400" rtl="0" eaLnBrk="1" latinLnBrk="0" hangingPunct="1">
      <a:defRPr lang="en-GB"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7C366290-4595-5745-A50F-D5EC13BAC604}" type="slidenum">
              <a:rPr lang="en-GB" smtClean="0"/>
              <a:t>1</a:t>
            </a:fld>
            <a:endParaRPr lang="en-GB"/>
          </a:p>
        </p:txBody>
      </p:sp>
    </p:spTree>
    <p:extLst>
      <p:ext uri="{BB962C8B-B14F-4D97-AF65-F5344CB8AC3E}">
        <p14:creationId xmlns:p14="http://schemas.microsoft.com/office/powerpoint/2010/main" val="31495890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7C366290-4595-5745-A50F-D5EC13BAC604}" type="slidenum">
              <a:rPr lang="en-GB" smtClean="0"/>
              <a:t>14</a:t>
            </a:fld>
            <a:endParaRPr lang="en-GB"/>
          </a:p>
        </p:txBody>
      </p:sp>
    </p:spTree>
    <p:extLst>
      <p:ext uri="{BB962C8B-B14F-4D97-AF65-F5344CB8AC3E}">
        <p14:creationId xmlns:p14="http://schemas.microsoft.com/office/powerpoint/2010/main" val="1798505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133D3C5-C513-43F4-A4D6-A2D1D297FCB0}" type="datetimeFigureOut">
              <a:rPr lang="en-GB" smtClean="0"/>
              <a:t>20/03/2026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D28BE21A-0860-4DF1-B29E-E3B1418E0AF4}" type="slidenum">
              <a:rPr lang="en-GB" smtClean="0"/>
              <a:t>‹#›</a:t>
            </a:fld>
            <a:endParaRPr lang="en-GB"/>
          </a:p>
        </p:txBody>
      </p:sp>
      <p:sp>
        <p:nvSpPr>
          <p:cNvPr id="7" name="Freeform: Shape 6">
            <a:extLst>
              <a:ext uri="{FF2B5EF4-FFF2-40B4-BE49-F238E27FC236}">
                <a16:creationId xmlns:a16="http://schemas.microsoft.com/office/drawing/2014/main" id="{A1E48223-F4A1-8F60-AA22-EBDDC42E5A48}"/>
              </a:ext>
            </a:extLst>
          </p:cNvPr>
          <p:cNvSpPr/>
          <p:nvPr userDrawn="1"/>
        </p:nvSpPr>
        <p:spPr>
          <a:xfrm>
            <a:off x="7443266" y="1841812"/>
            <a:ext cx="4748735" cy="5016187"/>
          </a:xfrm>
          <a:custGeom>
            <a:avLst/>
            <a:gdLst>
              <a:gd name="connsiteX0" fmla="*/ 4348134 w 4748735"/>
              <a:gd name="connsiteY0" fmla="*/ 6 h 5016187"/>
              <a:gd name="connsiteX1" fmla="*/ 4379876 w 4748735"/>
              <a:gd name="connsiteY1" fmla="*/ 485 h 5016187"/>
              <a:gd name="connsiteX2" fmla="*/ 4586242 w 4748735"/>
              <a:gd name="connsiteY2" fmla="*/ 19862 h 5016187"/>
              <a:gd name="connsiteX3" fmla="*/ 4748735 w 4748735"/>
              <a:gd name="connsiteY3" fmla="*/ 55250 h 5016187"/>
              <a:gd name="connsiteX4" fmla="*/ 4748735 w 4748735"/>
              <a:gd name="connsiteY4" fmla="*/ 5016187 h 5016187"/>
              <a:gd name="connsiteX5" fmla="*/ 0 w 4748735"/>
              <a:gd name="connsiteY5" fmla="*/ 5016187 h 5016187"/>
              <a:gd name="connsiteX6" fmla="*/ 11442 w 4748735"/>
              <a:gd name="connsiteY6" fmla="*/ 4915227 h 5016187"/>
              <a:gd name="connsiteX7" fmla="*/ 611678 w 4748735"/>
              <a:gd name="connsiteY7" fmla="*/ 3995309 h 5016187"/>
              <a:gd name="connsiteX8" fmla="*/ 1008000 w 4748735"/>
              <a:gd name="connsiteY8" fmla="*/ 3809158 h 5016187"/>
              <a:gd name="connsiteX9" fmla="*/ 1805189 w 4748735"/>
              <a:gd name="connsiteY9" fmla="*/ 3290046 h 5016187"/>
              <a:gd name="connsiteX10" fmla="*/ 2251863 w 4748735"/>
              <a:gd name="connsiteY10" fmla="*/ 2567459 h 5016187"/>
              <a:gd name="connsiteX11" fmla="*/ 2482829 w 4748735"/>
              <a:gd name="connsiteY11" fmla="*/ 1882499 h 5016187"/>
              <a:gd name="connsiteX12" fmla="*/ 3831730 w 4748735"/>
              <a:gd name="connsiteY12" fmla="*/ 80392 h 5016187"/>
              <a:gd name="connsiteX13" fmla="*/ 4348134 w 4748735"/>
              <a:gd name="connsiteY13" fmla="*/ 6 h 5016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748735" h="5016187">
                <a:moveTo>
                  <a:pt x="4348134" y="6"/>
                </a:moveTo>
                <a:cubicBezTo>
                  <a:pt x="4361273" y="42"/>
                  <a:pt x="4371969" y="256"/>
                  <a:pt x="4379876" y="485"/>
                </a:cubicBezTo>
                <a:cubicBezTo>
                  <a:pt x="4449755" y="2533"/>
                  <a:pt x="4518503" y="9177"/>
                  <a:pt x="4586242" y="19862"/>
                </a:cubicBezTo>
                <a:lnTo>
                  <a:pt x="4748735" y="55250"/>
                </a:lnTo>
                <a:lnTo>
                  <a:pt x="4748735" y="5016187"/>
                </a:lnTo>
                <a:lnTo>
                  <a:pt x="0" y="5016187"/>
                </a:lnTo>
                <a:lnTo>
                  <a:pt x="11442" y="4915227"/>
                </a:lnTo>
                <a:cubicBezTo>
                  <a:pt x="77982" y="4517939"/>
                  <a:pt x="283732" y="4213774"/>
                  <a:pt x="611678" y="3995309"/>
                </a:cubicBezTo>
                <a:cubicBezTo>
                  <a:pt x="736981" y="3911859"/>
                  <a:pt x="873130" y="3863258"/>
                  <a:pt x="1008000" y="3809158"/>
                </a:cubicBezTo>
                <a:cubicBezTo>
                  <a:pt x="1299563" y="3692309"/>
                  <a:pt x="1572137" y="3533688"/>
                  <a:pt x="1805189" y="3290046"/>
                </a:cubicBezTo>
                <a:cubicBezTo>
                  <a:pt x="2001471" y="3085000"/>
                  <a:pt x="2142666" y="2838447"/>
                  <a:pt x="2251863" y="2567459"/>
                </a:cubicBezTo>
                <a:cubicBezTo>
                  <a:pt x="2373799" y="2264838"/>
                  <a:pt x="2424949" y="2076601"/>
                  <a:pt x="2482829" y="1882499"/>
                </a:cubicBezTo>
                <a:cubicBezTo>
                  <a:pt x="2547129" y="1666773"/>
                  <a:pt x="2928871" y="386929"/>
                  <a:pt x="3831730" y="80392"/>
                </a:cubicBezTo>
                <a:cubicBezTo>
                  <a:pt x="4044488" y="8167"/>
                  <a:pt x="4256161" y="-249"/>
                  <a:pt x="4348134" y="6"/>
                </a:cubicBezTo>
                <a:close/>
              </a:path>
            </a:pathLst>
          </a:custGeom>
          <a:solidFill>
            <a:schemeClr val="accent2">
              <a:alpha val="59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GB"/>
            </a:defPPr>
          </a:lstStyle>
          <a:p>
            <a:pPr algn="ctr" rtl="0"/>
            <a:endParaRPr lang="en-GB" dirty="0"/>
          </a:p>
        </p:txBody>
      </p:sp>
      <p:sp>
        <p:nvSpPr>
          <p:cNvPr id="8" name="Freeform: Shape 7">
            <a:extLst>
              <a:ext uri="{FF2B5EF4-FFF2-40B4-BE49-F238E27FC236}">
                <a16:creationId xmlns:a16="http://schemas.microsoft.com/office/drawing/2014/main" id="{F7D37D5C-3AEC-BF8C-8DD4-4B7F569B5123}"/>
              </a:ext>
            </a:extLst>
          </p:cNvPr>
          <p:cNvSpPr/>
          <p:nvPr userDrawn="1"/>
        </p:nvSpPr>
        <p:spPr>
          <a:xfrm rot="5400000">
            <a:off x="6993339" y="2334664"/>
            <a:ext cx="2225673" cy="7007393"/>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
        <p:nvSpPr>
          <p:cNvPr id="9" name="Freeform: Shape 8">
            <a:extLst>
              <a:ext uri="{FF2B5EF4-FFF2-40B4-BE49-F238E27FC236}">
                <a16:creationId xmlns:a16="http://schemas.microsoft.com/office/drawing/2014/main" id="{314B053A-CAF8-DF97-BD72-A4DA6E275029}"/>
              </a:ext>
            </a:extLst>
          </p:cNvPr>
          <p:cNvSpPr/>
          <p:nvPr userDrawn="1"/>
        </p:nvSpPr>
        <p:spPr>
          <a:xfrm>
            <a:off x="1" y="0"/>
            <a:ext cx="5880649" cy="6075137"/>
          </a:xfrm>
          <a:custGeom>
            <a:avLst/>
            <a:gdLst>
              <a:gd name="connsiteX0" fmla="*/ 0 w 5880649"/>
              <a:gd name="connsiteY0" fmla="*/ 0 h 6075137"/>
              <a:gd name="connsiteX1" fmla="*/ 5331935 w 5880649"/>
              <a:gd name="connsiteY1" fmla="*/ 0 h 6075137"/>
              <a:gd name="connsiteX2" fmla="*/ 5371238 w 5880649"/>
              <a:gd name="connsiteY2" fmla="*/ 36527 h 6075137"/>
              <a:gd name="connsiteX3" fmla="*/ 5506423 w 5880649"/>
              <a:gd name="connsiteY3" fmla="*/ 197526 h 6075137"/>
              <a:gd name="connsiteX4" fmla="*/ 3912768 w 5880649"/>
              <a:gd name="connsiteY4" fmla="*/ 5218398 h 6075137"/>
              <a:gd name="connsiteX5" fmla="*/ 9712 w 5880649"/>
              <a:gd name="connsiteY5" fmla="*/ 5900494 h 6075137"/>
              <a:gd name="connsiteX6" fmla="*/ 0 w 5880649"/>
              <a:gd name="connsiteY6" fmla="*/ 5897200 h 6075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80649" h="6075137">
                <a:moveTo>
                  <a:pt x="0" y="0"/>
                </a:moveTo>
                <a:lnTo>
                  <a:pt x="5331935" y="0"/>
                </a:lnTo>
                <a:lnTo>
                  <a:pt x="5371238" y="36527"/>
                </a:lnTo>
                <a:cubicBezTo>
                  <a:pt x="5420080" y="87726"/>
                  <a:pt x="5465228" y="141386"/>
                  <a:pt x="5506423" y="197526"/>
                </a:cubicBezTo>
                <a:cubicBezTo>
                  <a:pt x="6380367" y="1388506"/>
                  <a:pt x="5672840" y="3964921"/>
                  <a:pt x="3912768" y="5218398"/>
                </a:cubicBezTo>
                <a:cubicBezTo>
                  <a:pt x="2827232" y="5991466"/>
                  <a:pt x="1288114" y="6299252"/>
                  <a:pt x="9712" y="5900494"/>
                </a:cubicBezTo>
                <a:lnTo>
                  <a:pt x="0" y="5897200"/>
                </a:lnTo>
                <a:close/>
              </a:path>
            </a:pathLst>
          </a:custGeom>
          <a:solidFill>
            <a:schemeClr val="accent4">
              <a:alpha val="45000"/>
            </a:schemeClr>
          </a:solidFill>
          <a:ln w="444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
        <p:nvSpPr>
          <p:cNvPr id="10" name="Freeform: Shape 9">
            <a:extLst>
              <a:ext uri="{FF2B5EF4-FFF2-40B4-BE49-F238E27FC236}">
                <a16:creationId xmlns:a16="http://schemas.microsoft.com/office/drawing/2014/main" id="{0624B72E-9F13-C9C7-4309-EE5C54929E9B}"/>
              </a:ext>
            </a:extLst>
          </p:cNvPr>
          <p:cNvSpPr/>
          <p:nvPr userDrawn="1"/>
        </p:nvSpPr>
        <p:spPr>
          <a:xfrm>
            <a:off x="1" y="-1"/>
            <a:ext cx="5137691" cy="3723310"/>
          </a:xfrm>
          <a:custGeom>
            <a:avLst/>
            <a:gdLst>
              <a:gd name="connsiteX0" fmla="*/ 659084 w 5137691"/>
              <a:gd name="connsiteY0" fmla="*/ 2921625 h 3723310"/>
              <a:gd name="connsiteX1" fmla="*/ 431178 w 5137691"/>
              <a:gd name="connsiteY1" fmla="*/ 3187332 h 3723310"/>
              <a:gd name="connsiteX2" fmla="*/ 371969 w 5137691"/>
              <a:gd name="connsiteY2" fmla="*/ 3549893 h 3723310"/>
              <a:gd name="connsiteX3" fmla="*/ 393875 w 5137691"/>
              <a:gd name="connsiteY3" fmla="*/ 3555088 h 3723310"/>
              <a:gd name="connsiteX4" fmla="*/ 659084 w 5137691"/>
              <a:gd name="connsiteY4" fmla="*/ 2921625 h 3723310"/>
              <a:gd name="connsiteX5" fmla="*/ 773656 w 5137691"/>
              <a:gd name="connsiteY5" fmla="*/ 2824142 h 3723310"/>
              <a:gd name="connsiteX6" fmla="*/ 683107 w 5137691"/>
              <a:gd name="connsiteY6" fmla="*/ 3035075 h 3723310"/>
              <a:gd name="connsiteX7" fmla="*/ 523193 w 5137691"/>
              <a:gd name="connsiteY7" fmla="*/ 3444488 h 3723310"/>
              <a:gd name="connsiteX8" fmla="*/ 493950 w 5137691"/>
              <a:gd name="connsiteY8" fmla="*/ 3544616 h 3723310"/>
              <a:gd name="connsiteX9" fmla="*/ 773656 w 5137691"/>
              <a:gd name="connsiteY9" fmla="*/ 2824142 h 3723310"/>
              <a:gd name="connsiteX10" fmla="*/ 906895 w 5137691"/>
              <a:gd name="connsiteY10" fmla="*/ 2579229 h 3723310"/>
              <a:gd name="connsiteX11" fmla="*/ 896608 w 5137691"/>
              <a:gd name="connsiteY11" fmla="*/ 2696939 h 3723310"/>
              <a:gd name="connsiteX12" fmla="*/ 906895 w 5137691"/>
              <a:gd name="connsiteY12" fmla="*/ 2579229 h 3723310"/>
              <a:gd name="connsiteX13" fmla="*/ 1003958 w 5137691"/>
              <a:gd name="connsiteY13" fmla="*/ 2517682 h 3723310"/>
              <a:gd name="connsiteX14" fmla="*/ 1054389 w 5137691"/>
              <a:gd name="connsiteY14" fmla="*/ 3079021 h 3723310"/>
              <a:gd name="connsiteX15" fmla="*/ 1003958 w 5137691"/>
              <a:gd name="connsiteY15" fmla="*/ 2517682 h 3723310"/>
              <a:gd name="connsiteX16" fmla="*/ 744142 w 5137691"/>
              <a:gd name="connsiteY16" fmla="*/ 2402290 h 3723310"/>
              <a:gd name="connsiteX17" fmla="*/ 99596 w 5137691"/>
              <a:gd name="connsiteY17" fmla="*/ 2734878 h 3723310"/>
              <a:gd name="connsiteX18" fmla="*/ 744142 w 5137691"/>
              <a:gd name="connsiteY18" fmla="*/ 2402290 h 3723310"/>
              <a:gd name="connsiteX19" fmla="*/ 1068601 w 5137691"/>
              <a:gd name="connsiteY19" fmla="*/ 2384771 h 3723310"/>
              <a:gd name="connsiteX20" fmla="*/ 1147707 w 5137691"/>
              <a:gd name="connsiteY20" fmla="*/ 3076961 h 3723310"/>
              <a:gd name="connsiteX21" fmla="*/ 1068601 w 5137691"/>
              <a:gd name="connsiteY21" fmla="*/ 2384771 h 3723310"/>
              <a:gd name="connsiteX22" fmla="*/ 934540 w 5137691"/>
              <a:gd name="connsiteY22" fmla="*/ 2375130 h 3723310"/>
              <a:gd name="connsiteX23" fmla="*/ 84219 w 5137691"/>
              <a:gd name="connsiteY23" fmla="*/ 2833186 h 3723310"/>
              <a:gd name="connsiteX24" fmla="*/ 269550 w 5137691"/>
              <a:gd name="connsiteY24" fmla="*/ 2841297 h 3723310"/>
              <a:gd name="connsiteX25" fmla="*/ 695816 w 5137691"/>
              <a:gd name="connsiteY25" fmla="*/ 2669005 h 3723310"/>
              <a:gd name="connsiteX26" fmla="*/ 934540 w 5137691"/>
              <a:gd name="connsiteY26" fmla="*/ 2375130 h 3723310"/>
              <a:gd name="connsiteX27" fmla="*/ 2466566 w 5137691"/>
              <a:gd name="connsiteY27" fmla="*/ 1413263 h 3723310"/>
              <a:gd name="connsiteX28" fmla="*/ 2384187 w 5137691"/>
              <a:gd name="connsiteY28" fmla="*/ 1907493 h 3723310"/>
              <a:gd name="connsiteX29" fmla="*/ 2466566 w 5137691"/>
              <a:gd name="connsiteY29" fmla="*/ 1413263 h 3723310"/>
              <a:gd name="connsiteX30" fmla="*/ 2384254 w 5137691"/>
              <a:gd name="connsiteY30" fmla="*/ 1364070 h 3723310"/>
              <a:gd name="connsiteX31" fmla="*/ 2286288 w 5137691"/>
              <a:gd name="connsiteY31" fmla="*/ 1925023 h 3723310"/>
              <a:gd name="connsiteX32" fmla="*/ 2384254 w 5137691"/>
              <a:gd name="connsiteY32" fmla="*/ 1364070 h 3723310"/>
              <a:gd name="connsiteX33" fmla="*/ 2728377 w 5137691"/>
              <a:gd name="connsiteY33" fmla="*/ 1165380 h 3723310"/>
              <a:gd name="connsiteX34" fmla="*/ 3003048 w 5137691"/>
              <a:gd name="connsiteY34" fmla="*/ 1736253 h 3723310"/>
              <a:gd name="connsiteX35" fmla="*/ 2948375 w 5137691"/>
              <a:gd name="connsiteY35" fmla="*/ 1498255 h 3723310"/>
              <a:gd name="connsiteX36" fmla="*/ 2914601 w 5137691"/>
              <a:gd name="connsiteY36" fmla="*/ 1460919 h 3723310"/>
              <a:gd name="connsiteX37" fmla="*/ 2852040 w 5137691"/>
              <a:gd name="connsiteY37" fmla="*/ 1382206 h 3723310"/>
              <a:gd name="connsiteX38" fmla="*/ 2728377 w 5137691"/>
              <a:gd name="connsiteY38" fmla="*/ 1165380 h 3723310"/>
              <a:gd name="connsiteX39" fmla="*/ 2806912 w 5137691"/>
              <a:gd name="connsiteY39" fmla="*/ 1118837 h 3723310"/>
              <a:gd name="connsiteX40" fmla="*/ 2783682 w 5137691"/>
              <a:gd name="connsiteY40" fmla="*/ 1138236 h 3723310"/>
              <a:gd name="connsiteX41" fmla="*/ 2889384 w 5137691"/>
              <a:gd name="connsiteY41" fmla="*/ 1270224 h 3723310"/>
              <a:gd name="connsiteX42" fmla="*/ 2994783 w 5137691"/>
              <a:gd name="connsiteY42" fmla="*/ 1447738 h 3723310"/>
              <a:gd name="connsiteX43" fmla="*/ 3056463 w 5137691"/>
              <a:gd name="connsiteY43" fmla="*/ 1668888 h 3723310"/>
              <a:gd name="connsiteX44" fmla="*/ 3083513 w 5137691"/>
              <a:gd name="connsiteY44" fmla="*/ 1738721 h 3723310"/>
              <a:gd name="connsiteX45" fmla="*/ 3025360 w 5137691"/>
              <a:gd name="connsiteY45" fmla="*/ 1292428 h 3723310"/>
              <a:gd name="connsiteX46" fmla="*/ 2806912 w 5137691"/>
              <a:gd name="connsiteY46" fmla="*/ 1118837 h 3723310"/>
              <a:gd name="connsiteX47" fmla="*/ 2211503 w 5137691"/>
              <a:gd name="connsiteY47" fmla="*/ 1091728 h 3723310"/>
              <a:gd name="connsiteX48" fmla="*/ 2023347 w 5137691"/>
              <a:gd name="connsiteY48" fmla="*/ 1305252 h 3723310"/>
              <a:gd name="connsiteX49" fmla="*/ 2041522 w 5137691"/>
              <a:gd name="connsiteY49" fmla="*/ 1324054 h 3723310"/>
              <a:gd name="connsiteX50" fmla="*/ 2211503 w 5137691"/>
              <a:gd name="connsiteY50" fmla="*/ 1091728 h 3723310"/>
              <a:gd name="connsiteX51" fmla="*/ 2168237 w 5137691"/>
              <a:gd name="connsiteY51" fmla="*/ 1042670 h 3723310"/>
              <a:gd name="connsiteX52" fmla="*/ 2005655 w 5137691"/>
              <a:gd name="connsiteY52" fmla="*/ 1233134 h 3723310"/>
              <a:gd name="connsiteX53" fmla="*/ 2168237 w 5137691"/>
              <a:gd name="connsiteY53" fmla="*/ 1042670 h 3723310"/>
              <a:gd name="connsiteX54" fmla="*/ 4080539 w 5137691"/>
              <a:gd name="connsiteY54" fmla="*/ 827257 h 3723310"/>
              <a:gd name="connsiteX55" fmla="*/ 4092849 w 5137691"/>
              <a:gd name="connsiteY55" fmla="*/ 1108381 h 3723310"/>
              <a:gd name="connsiteX56" fmla="*/ 4132014 w 5137691"/>
              <a:gd name="connsiteY56" fmla="*/ 1381869 h 3723310"/>
              <a:gd name="connsiteX57" fmla="*/ 4082492 w 5137691"/>
              <a:gd name="connsiteY57" fmla="*/ 1357873 h 3723310"/>
              <a:gd name="connsiteX58" fmla="*/ 4009383 w 5137691"/>
              <a:gd name="connsiteY58" fmla="*/ 893112 h 3723310"/>
              <a:gd name="connsiteX59" fmla="*/ 4072306 w 5137691"/>
              <a:gd name="connsiteY59" fmla="*/ 1761300 h 3723310"/>
              <a:gd name="connsiteX60" fmla="*/ 4080539 w 5137691"/>
              <a:gd name="connsiteY60" fmla="*/ 827257 h 3723310"/>
              <a:gd name="connsiteX61" fmla="*/ 4412492 w 5137691"/>
              <a:gd name="connsiteY61" fmla="*/ 559624 h 3723310"/>
              <a:gd name="connsiteX62" fmla="*/ 4617392 w 5137691"/>
              <a:gd name="connsiteY62" fmla="*/ 890611 h 3723310"/>
              <a:gd name="connsiteX63" fmla="*/ 4369105 w 5137691"/>
              <a:gd name="connsiteY63" fmla="*/ 630629 h 3723310"/>
              <a:gd name="connsiteX64" fmla="*/ 4810227 w 5137691"/>
              <a:gd name="connsiteY64" fmla="*/ 1127284 h 3723310"/>
              <a:gd name="connsiteX65" fmla="*/ 4412492 w 5137691"/>
              <a:gd name="connsiteY65" fmla="*/ 559624 h 3723310"/>
              <a:gd name="connsiteX66" fmla="*/ 3754486 w 5137691"/>
              <a:gd name="connsiteY66" fmla="*/ 313872 h 3723310"/>
              <a:gd name="connsiteX67" fmla="*/ 3673942 w 5137691"/>
              <a:gd name="connsiteY67" fmla="*/ 424963 h 3723310"/>
              <a:gd name="connsiteX68" fmla="*/ 3490493 w 5137691"/>
              <a:gd name="connsiteY68" fmla="*/ 701127 h 3723310"/>
              <a:gd name="connsiteX69" fmla="*/ 3439282 w 5137691"/>
              <a:gd name="connsiteY69" fmla="*/ 732600 h 3723310"/>
              <a:gd name="connsiteX70" fmla="*/ 3421532 w 5137691"/>
              <a:gd name="connsiteY70" fmla="*/ 712866 h 3723310"/>
              <a:gd name="connsiteX71" fmla="*/ 3590235 w 5137691"/>
              <a:gd name="connsiteY71" fmla="*/ 449820 h 3723310"/>
              <a:gd name="connsiteX72" fmla="*/ 3307188 w 5137691"/>
              <a:gd name="connsiteY72" fmla="*/ 911899 h 3723310"/>
              <a:gd name="connsiteX73" fmla="*/ 3393054 w 5137691"/>
              <a:gd name="connsiteY73" fmla="*/ 906465 h 3723310"/>
              <a:gd name="connsiteX74" fmla="*/ 3776927 w 5137691"/>
              <a:gd name="connsiteY74" fmla="*/ 442126 h 3723310"/>
              <a:gd name="connsiteX75" fmla="*/ 3754486 w 5137691"/>
              <a:gd name="connsiteY75" fmla="*/ 313872 h 3723310"/>
              <a:gd name="connsiteX76" fmla="*/ 1133888 w 5137691"/>
              <a:gd name="connsiteY76" fmla="*/ 214876 h 3723310"/>
              <a:gd name="connsiteX77" fmla="*/ 660639 w 5137691"/>
              <a:gd name="connsiteY77" fmla="*/ 863910 h 3723310"/>
              <a:gd name="connsiteX78" fmla="*/ 1108084 w 5137691"/>
              <a:gd name="connsiteY78" fmla="*/ 398665 h 3723310"/>
              <a:gd name="connsiteX79" fmla="*/ 975613 w 5137691"/>
              <a:gd name="connsiteY79" fmla="*/ 557099 h 3723310"/>
              <a:gd name="connsiteX80" fmla="*/ 811923 w 5137691"/>
              <a:gd name="connsiteY80" fmla="*/ 657310 h 3723310"/>
              <a:gd name="connsiteX81" fmla="*/ 998135 w 5137691"/>
              <a:gd name="connsiteY81" fmla="*/ 440657 h 3723310"/>
              <a:gd name="connsiteX82" fmla="*/ 1133888 w 5137691"/>
              <a:gd name="connsiteY82" fmla="*/ 214876 h 3723310"/>
              <a:gd name="connsiteX83" fmla="*/ 4685407 w 5137691"/>
              <a:gd name="connsiteY83" fmla="*/ 0 h 3723310"/>
              <a:gd name="connsiteX84" fmla="*/ 4770408 w 5137691"/>
              <a:gd name="connsiteY84" fmla="*/ 0 h 3723310"/>
              <a:gd name="connsiteX85" fmla="*/ 4810333 w 5137691"/>
              <a:gd name="connsiteY85" fmla="*/ 31801 h 3723310"/>
              <a:gd name="connsiteX86" fmla="*/ 5034638 w 5137691"/>
              <a:gd name="connsiteY86" fmla="*/ 141089 h 3723310"/>
              <a:gd name="connsiteX87" fmla="*/ 5039361 w 5137691"/>
              <a:gd name="connsiteY87" fmla="*/ 18254 h 3723310"/>
              <a:gd name="connsiteX88" fmla="*/ 5037438 w 5137691"/>
              <a:gd name="connsiteY88" fmla="*/ 0 h 3723310"/>
              <a:gd name="connsiteX89" fmla="*/ 5107568 w 5137691"/>
              <a:gd name="connsiteY89" fmla="*/ 0 h 3723310"/>
              <a:gd name="connsiteX90" fmla="*/ 5114876 w 5137691"/>
              <a:gd name="connsiteY90" fmla="*/ 38763 h 3723310"/>
              <a:gd name="connsiteX91" fmla="*/ 5127595 w 5137691"/>
              <a:gd name="connsiteY91" fmla="*/ 236940 h 3723310"/>
              <a:gd name="connsiteX92" fmla="*/ 5061109 w 5137691"/>
              <a:gd name="connsiteY92" fmla="*/ 225505 h 3723310"/>
              <a:gd name="connsiteX93" fmla="*/ 4727085 w 5137691"/>
              <a:gd name="connsiteY93" fmla="*/ 33775 h 3723310"/>
              <a:gd name="connsiteX94" fmla="*/ 4003152 w 5137691"/>
              <a:gd name="connsiteY94" fmla="*/ 0 h 3723310"/>
              <a:gd name="connsiteX95" fmla="*/ 4132176 w 5137691"/>
              <a:gd name="connsiteY95" fmla="*/ 0 h 3723310"/>
              <a:gd name="connsiteX96" fmla="*/ 4123986 w 5137691"/>
              <a:gd name="connsiteY96" fmla="*/ 63465 h 3723310"/>
              <a:gd name="connsiteX97" fmla="*/ 4104583 w 5137691"/>
              <a:gd name="connsiteY97" fmla="*/ 239130 h 3723310"/>
              <a:gd name="connsiteX98" fmla="*/ 4153843 w 5137691"/>
              <a:gd name="connsiteY98" fmla="*/ 350960 h 3723310"/>
              <a:gd name="connsiteX99" fmla="*/ 4411323 w 5137691"/>
              <a:gd name="connsiteY99" fmla="*/ 488238 h 3723310"/>
              <a:gd name="connsiteX100" fmla="*/ 4864485 w 5137691"/>
              <a:gd name="connsiteY100" fmla="*/ 991020 h 3723310"/>
              <a:gd name="connsiteX101" fmla="*/ 4905378 w 5137691"/>
              <a:gd name="connsiteY101" fmla="*/ 1217830 h 3723310"/>
              <a:gd name="connsiteX102" fmla="*/ 4640632 w 5137691"/>
              <a:gd name="connsiteY102" fmla="*/ 1136420 h 3723310"/>
              <a:gd name="connsiteX103" fmla="*/ 4377015 w 5137691"/>
              <a:gd name="connsiteY103" fmla="*/ 870623 h 3723310"/>
              <a:gd name="connsiteX104" fmla="*/ 4304571 w 5137691"/>
              <a:gd name="connsiteY104" fmla="*/ 640549 h 3723310"/>
              <a:gd name="connsiteX105" fmla="*/ 4193118 w 5137691"/>
              <a:gd name="connsiteY105" fmla="*/ 452646 h 3723310"/>
              <a:gd name="connsiteX106" fmla="*/ 4094850 w 5137691"/>
              <a:gd name="connsiteY106" fmla="*/ 385207 h 3723310"/>
              <a:gd name="connsiteX107" fmla="*/ 4089643 w 5137691"/>
              <a:gd name="connsiteY107" fmla="*/ 684043 h 3723310"/>
              <a:gd name="connsiteX108" fmla="*/ 4140489 w 5137691"/>
              <a:gd name="connsiteY108" fmla="*/ 765775 h 3723310"/>
              <a:gd name="connsiteX109" fmla="*/ 4328143 w 5137691"/>
              <a:gd name="connsiteY109" fmla="*/ 1340660 h 3723310"/>
              <a:gd name="connsiteX110" fmla="*/ 4211174 w 5137691"/>
              <a:gd name="connsiteY110" fmla="*/ 1692363 h 3723310"/>
              <a:gd name="connsiteX111" fmla="*/ 4096384 w 5137691"/>
              <a:gd name="connsiteY111" fmla="*/ 1871176 h 3723310"/>
              <a:gd name="connsiteX112" fmla="*/ 4073915 w 5137691"/>
              <a:gd name="connsiteY112" fmla="*/ 1868200 h 3723310"/>
              <a:gd name="connsiteX113" fmla="*/ 3830235 w 5137691"/>
              <a:gd name="connsiteY113" fmla="*/ 1467468 h 3723310"/>
              <a:gd name="connsiteX114" fmla="*/ 3928554 w 5137691"/>
              <a:gd name="connsiteY114" fmla="*/ 872709 h 3723310"/>
              <a:gd name="connsiteX115" fmla="*/ 4041572 w 5137691"/>
              <a:gd name="connsiteY115" fmla="*/ 368957 h 3723310"/>
              <a:gd name="connsiteX116" fmla="*/ 3976315 w 5137691"/>
              <a:gd name="connsiteY116" fmla="*/ 278901 h 3723310"/>
              <a:gd name="connsiteX117" fmla="*/ 4052764 w 5137691"/>
              <a:gd name="connsiteY117" fmla="*/ 245809 h 3723310"/>
              <a:gd name="connsiteX118" fmla="*/ 4077058 w 5137691"/>
              <a:gd name="connsiteY118" fmla="*/ 27371 h 3723310"/>
              <a:gd name="connsiteX119" fmla="*/ 3902474 w 5137691"/>
              <a:gd name="connsiteY119" fmla="*/ 171686 h 3723310"/>
              <a:gd name="connsiteX120" fmla="*/ 3839430 w 5137691"/>
              <a:gd name="connsiteY120" fmla="*/ 359757 h 3723310"/>
              <a:gd name="connsiteX121" fmla="*/ 3511342 w 5137691"/>
              <a:gd name="connsiteY121" fmla="*/ 923585 h 3723310"/>
              <a:gd name="connsiteX122" fmla="*/ 3345310 w 5137691"/>
              <a:gd name="connsiteY122" fmla="*/ 978648 h 3723310"/>
              <a:gd name="connsiteX123" fmla="*/ 3251411 w 5137691"/>
              <a:gd name="connsiteY123" fmla="*/ 912962 h 3723310"/>
              <a:gd name="connsiteX124" fmla="*/ 3294880 w 5137691"/>
              <a:gd name="connsiteY124" fmla="*/ 713104 h 3723310"/>
              <a:gd name="connsiteX125" fmla="*/ 3641287 w 5137691"/>
              <a:gd name="connsiteY125" fmla="*/ 316153 h 3723310"/>
              <a:gd name="connsiteX126" fmla="*/ 3873337 w 5137691"/>
              <a:gd name="connsiteY126" fmla="*/ 115305 h 3723310"/>
              <a:gd name="connsiteX127" fmla="*/ 3954827 w 5137691"/>
              <a:gd name="connsiteY127" fmla="*/ 41083 h 3723310"/>
              <a:gd name="connsiteX128" fmla="*/ 3231589 w 5137691"/>
              <a:gd name="connsiteY128" fmla="*/ 0 h 3723310"/>
              <a:gd name="connsiteX129" fmla="*/ 3312011 w 5137691"/>
              <a:gd name="connsiteY129" fmla="*/ 0 h 3723310"/>
              <a:gd name="connsiteX130" fmla="*/ 3310368 w 5137691"/>
              <a:gd name="connsiteY130" fmla="*/ 16057 h 3723310"/>
              <a:gd name="connsiteX131" fmla="*/ 3356599 w 5137691"/>
              <a:gd name="connsiteY131" fmla="*/ 11189 h 3723310"/>
              <a:gd name="connsiteX132" fmla="*/ 3398860 w 5137691"/>
              <a:gd name="connsiteY132" fmla="*/ 0 h 3723310"/>
              <a:gd name="connsiteX133" fmla="*/ 3521426 w 5137691"/>
              <a:gd name="connsiteY133" fmla="*/ 0 h 3723310"/>
              <a:gd name="connsiteX134" fmla="*/ 3450288 w 5137691"/>
              <a:gd name="connsiteY134" fmla="*/ 40946 h 3723310"/>
              <a:gd name="connsiteX135" fmla="*/ 3224898 w 5137691"/>
              <a:gd name="connsiteY135" fmla="*/ 112320 h 3723310"/>
              <a:gd name="connsiteX136" fmla="*/ 3223079 w 5137691"/>
              <a:gd name="connsiteY136" fmla="*/ 40542 h 3723310"/>
              <a:gd name="connsiteX137" fmla="*/ 2713325 w 5137691"/>
              <a:gd name="connsiteY137" fmla="*/ 0 h 3723310"/>
              <a:gd name="connsiteX138" fmla="*/ 2801116 w 5137691"/>
              <a:gd name="connsiteY138" fmla="*/ 0 h 3723310"/>
              <a:gd name="connsiteX139" fmla="*/ 2771239 w 5137691"/>
              <a:gd name="connsiteY139" fmla="*/ 53358 h 3723310"/>
              <a:gd name="connsiteX140" fmla="*/ 2671323 w 5137691"/>
              <a:gd name="connsiteY140" fmla="*/ 281854 h 3723310"/>
              <a:gd name="connsiteX141" fmla="*/ 2609018 w 5137691"/>
              <a:gd name="connsiteY141" fmla="*/ 557536 h 3723310"/>
              <a:gd name="connsiteX142" fmla="*/ 2606274 w 5137691"/>
              <a:gd name="connsiteY142" fmla="*/ 567991 h 3723310"/>
              <a:gd name="connsiteX143" fmla="*/ 2661306 w 5137691"/>
              <a:gd name="connsiteY143" fmla="*/ 921545 h 3723310"/>
              <a:gd name="connsiteX144" fmla="*/ 2755651 w 5137691"/>
              <a:gd name="connsiteY144" fmla="*/ 1007451 h 3723310"/>
              <a:gd name="connsiteX145" fmla="*/ 2854694 w 5137691"/>
              <a:gd name="connsiteY145" fmla="*/ 1055446 h 3723310"/>
              <a:gd name="connsiteX146" fmla="*/ 3129406 w 5137691"/>
              <a:gd name="connsiteY146" fmla="*/ 1372830 h 3723310"/>
              <a:gd name="connsiteX147" fmla="*/ 3143254 w 5137691"/>
              <a:gd name="connsiteY147" fmla="*/ 1892637 h 3723310"/>
              <a:gd name="connsiteX148" fmla="*/ 2672087 w 5137691"/>
              <a:gd name="connsiteY148" fmla="*/ 1393850 h 3723310"/>
              <a:gd name="connsiteX149" fmla="*/ 2645908 w 5137691"/>
              <a:gd name="connsiteY149" fmla="*/ 1047511 h 3723310"/>
              <a:gd name="connsiteX150" fmla="*/ 2570535 w 5137691"/>
              <a:gd name="connsiteY150" fmla="*/ 1015633 h 3723310"/>
              <a:gd name="connsiteX151" fmla="*/ 2610208 w 5137691"/>
              <a:gd name="connsiteY151" fmla="*/ 945870 h 3723310"/>
              <a:gd name="connsiteX152" fmla="*/ 2538036 w 5137691"/>
              <a:gd name="connsiteY152" fmla="*/ 844360 h 3723310"/>
              <a:gd name="connsiteX153" fmla="*/ 2512867 w 5137691"/>
              <a:gd name="connsiteY153" fmla="*/ 1354598 h 3723310"/>
              <a:gd name="connsiteX154" fmla="*/ 2518702 w 5137691"/>
              <a:gd name="connsiteY154" fmla="*/ 1742111 h 3723310"/>
              <a:gd name="connsiteX155" fmla="*/ 2275616 w 5137691"/>
              <a:gd name="connsiteY155" fmla="*/ 2134783 h 3723310"/>
              <a:gd name="connsiteX156" fmla="*/ 2241266 w 5137691"/>
              <a:gd name="connsiteY156" fmla="*/ 2096736 h 3723310"/>
              <a:gd name="connsiteX157" fmla="*/ 2231827 w 5137691"/>
              <a:gd name="connsiteY157" fmla="*/ 1456335 h 3723310"/>
              <a:gd name="connsiteX158" fmla="*/ 2348810 w 5137691"/>
              <a:gd name="connsiteY158" fmla="*/ 1272217 h 3723310"/>
              <a:gd name="connsiteX159" fmla="*/ 2416218 w 5137691"/>
              <a:gd name="connsiteY159" fmla="*/ 1150005 h 3723310"/>
              <a:gd name="connsiteX160" fmla="*/ 2493456 w 5137691"/>
              <a:gd name="connsiteY160" fmla="*/ 706982 h 3723310"/>
              <a:gd name="connsiteX161" fmla="*/ 2313690 w 5137691"/>
              <a:gd name="connsiteY161" fmla="*/ 991337 h 3723310"/>
              <a:gd name="connsiteX162" fmla="*/ 1985609 w 5137691"/>
              <a:gd name="connsiteY162" fmla="*/ 1408731 h 3723310"/>
              <a:gd name="connsiteX163" fmla="*/ 1918730 w 5137691"/>
              <a:gd name="connsiteY163" fmla="*/ 1208846 h 3723310"/>
              <a:gd name="connsiteX164" fmla="*/ 2213019 w 5137691"/>
              <a:gd name="connsiteY164" fmla="*/ 897616 h 3723310"/>
              <a:gd name="connsiteX165" fmla="*/ 2517219 w 5137691"/>
              <a:gd name="connsiteY165" fmla="*/ 563658 h 3723310"/>
              <a:gd name="connsiteX166" fmla="*/ 2539459 w 5137691"/>
              <a:gd name="connsiteY166" fmla="*/ 513894 h 3723310"/>
              <a:gd name="connsiteX167" fmla="*/ 2702456 w 5137691"/>
              <a:gd name="connsiteY167" fmla="*/ 57291 h 3723310"/>
              <a:gd name="connsiteX168" fmla="*/ 2713671 w 5137691"/>
              <a:gd name="connsiteY168" fmla="*/ 17409 h 3723310"/>
              <a:gd name="connsiteX169" fmla="*/ 2615215 w 5137691"/>
              <a:gd name="connsiteY169" fmla="*/ 0 h 3723310"/>
              <a:gd name="connsiteX170" fmla="*/ 2683886 w 5137691"/>
              <a:gd name="connsiteY170" fmla="*/ 0 h 3723310"/>
              <a:gd name="connsiteX171" fmla="*/ 2615765 w 5137691"/>
              <a:gd name="connsiteY171" fmla="*/ 70449 h 3723310"/>
              <a:gd name="connsiteX172" fmla="*/ 2101714 w 5137691"/>
              <a:gd name="connsiteY172" fmla="*/ 677840 h 3723310"/>
              <a:gd name="connsiteX173" fmla="*/ 1647883 w 5137691"/>
              <a:gd name="connsiteY173" fmla="*/ 1269985 h 3723310"/>
              <a:gd name="connsiteX174" fmla="*/ 1520717 w 5137691"/>
              <a:gd name="connsiteY174" fmla="*/ 1759907 h 3723310"/>
              <a:gd name="connsiteX175" fmla="*/ 1543766 w 5137691"/>
              <a:gd name="connsiteY175" fmla="*/ 1830628 h 3723310"/>
              <a:gd name="connsiteX176" fmla="*/ 1614449 w 5137691"/>
              <a:gd name="connsiteY176" fmla="*/ 2214437 h 3723310"/>
              <a:gd name="connsiteX177" fmla="*/ 1518347 w 5137691"/>
              <a:gd name="connsiteY177" fmla="*/ 2480439 h 3723310"/>
              <a:gd name="connsiteX178" fmla="*/ 1333958 w 5137691"/>
              <a:gd name="connsiteY178" fmla="*/ 2228696 h 3723310"/>
              <a:gd name="connsiteX179" fmla="*/ 1393891 w 5137691"/>
              <a:gd name="connsiteY179" fmla="*/ 1917299 h 3723310"/>
              <a:gd name="connsiteX180" fmla="*/ 1444276 w 5137691"/>
              <a:gd name="connsiteY180" fmla="*/ 1597756 h 3723310"/>
              <a:gd name="connsiteX181" fmla="*/ 1398976 w 5137691"/>
              <a:gd name="connsiteY181" fmla="*/ 1656198 h 3723310"/>
              <a:gd name="connsiteX182" fmla="*/ 1126020 w 5137691"/>
              <a:gd name="connsiteY182" fmla="*/ 2136568 h 3723310"/>
              <a:gd name="connsiteX183" fmla="*/ 1129825 w 5137691"/>
              <a:gd name="connsiteY183" fmla="*/ 2320491 h 3723310"/>
              <a:gd name="connsiteX184" fmla="*/ 1143273 w 5137691"/>
              <a:gd name="connsiteY184" fmla="*/ 2337828 h 3723310"/>
              <a:gd name="connsiteX185" fmla="*/ 1156978 w 5137691"/>
              <a:gd name="connsiteY185" fmla="*/ 3218822 h 3723310"/>
              <a:gd name="connsiteX186" fmla="*/ 1116365 w 5137691"/>
              <a:gd name="connsiteY186" fmla="*/ 3269939 h 3723310"/>
              <a:gd name="connsiteX187" fmla="*/ 883236 w 5137691"/>
              <a:gd name="connsiteY187" fmla="*/ 2779510 h 3723310"/>
              <a:gd name="connsiteX188" fmla="*/ 808845 w 5137691"/>
              <a:gd name="connsiteY188" fmla="*/ 3104380 h 3723310"/>
              <a:gd name="connsiteX189" fmla="*/ 488550 w 5137691"/>
              <a:gd name="connsiteY189" fmla="*/ 3634846 h 3723310"/>
              <a:gd name="connsiteX190" fmla="*/ 328509 w 5137691"/>
              <a:gd name="connsiteY190" fmla="*/ 3719164 h 3723310"/>
              <a:gd name="connsiteX191" fmla="*/ 318672 w 5137691"/>
              <a:gd name="connsiteY191" fmla="*/ 3594817 h 3723310"/>
              <a:gd name="connsiteX192" fmla="*/ 358291 w 5137691"/>
              <a:gd name="connsiteY192" fmla="*/ 3266349 h 3723310"/>
              <a:gd name="connsiteX193" fmla="*/ 517362 w 5137691"/>
              <a:gd name="connsiteY193" fmla="*/ 2959353 h 3723310"/>
              <a:gd name="connsiteX194" fmla="*/ 735958 w 5137691"/>
              <a:gd name="connsiteY194" fmla="*/ 2756462 h 3723310"/>
              <a:gd name="connsiteX195" fmla="*/ 772369 w 5137691"/>
              <a:gd name="connsiteY195" fmla="*/ 2692870 h 3723310"/>
              <a:gd name="connsiteX196" fmla="*/ 156545 w 5137691"/>
              <a:gd name="connsiteY196" fmla="*/ 2921045 h 3723310"/>
              <a:gd name="connsiteX197" fmla="*/ 15585 w 5137691"/>
              <a:gd name="connsiteY197" fmla="*/ 2908337 h 3723310"/>
              <a:gd name="connsiteX198" fmla="*/ 0 w 5137691"/>
              <a:gd name="connsiteY198" fmla="*/ 2902697 h 3723310"/>
              <a:gd name="connsiteX199" fmla="*/ 0 w 5137691"/>
              <a:gd name="connsiteY199" fmla="*/ 2765873 h 3723310"/>
              <a:gd name="connsiteX200" fmla="*/ 29795 w 5137691"/>
              <a:gd name="connsiteY200" fmla="*/ 2717847 h 3723310"/>
              <a:gd name="connsiteX201" fmla="*/ 59962 w 5137691"/>
              <a:gd name="connsiteY201" fmla="*/ 2682291 h 3723310"/>
              <a:gd name="connsiteX202" fmla="*/ 645405 w 5137691"/>
              <a:gd name="connsiteY202" fmla="*/ 2342287 h 3723310"/>
              <a:gd name="connsiteX203" fmla="*/ 1059274 w 5137691"/>
              <a:gd name="connsiteY203" fmla="*/ 2164156 h 3723310"/>
              <a:gd name="connsiteX204" fmla="*/ 1341155 w 5137691"/>
              <a:gd name="connsiteY204" fmla="*/ 1664208 h 3723310"/>
              <a:gd name="connsiteX205" fmla="*/ 1766505 w 5137691"/>
              <a:gd name="connsiteY205" fmla="*/ 1018678 h 3723310"/>
              <a:gd name="connsiteX206" fmla="*/ 1793256 w 5137691"/>
              <a:gd name="connsiteY206" fmla="*/ 954087 h 3723310"/>
              <a:gd name="connsiteX207" fmla="*/ 1622366 w 5137691"/>
              <a:gd name="connsiteY207" fmla="*/ 1076005 h 3723310"/>
              <a:gd name="connsiteX208" fmla="*/ 1088015 w 5137691"/>
              <a:gd name="connsiteY208" fmla="*/ 1538117 h 3723310"/>
              <a:gd name="connsiteX209" fmla="*/ 1047011 w 5137691"/>
              <a:gd name="connsiteY209" fmla="*/ 1614249 h 3723310"/>
              <a:gd name="connsiteX210" fmla="*/ 545270 w 5137691"/>
              <a:gd name="connsiteY210" fmla="*/ 1944692 h 3723310"/>
              <a:gd name="connsiteX211" fmla="*/ 470627 w 5137691"/>
              <a:gd name="connsiteY211" fmla="*/ 1817545 h 3723310"/>
              <a:gd name="connsiteX212" fmla="*/ 879648 w 5137691"/>
              <a:gd name="connsiteY212" fmla="*/ 1544544 h 3723310"/>
              <a:gd name="connsiteX213" fmla="*/ 1100842 w 5137691"/>
              <a:gd name="connsiteY213" fmla="*/ 1445401 h 3723310"/>
              <a:gd name="connsiteX214" fmla="*/ 1437652 w 5137691"/>
              <a:gd name="connsiteY214" fmla="*/ 1110911 h 3723310"/>
              <a:gd name="connsiteX215" fmla="*/ 1208853 w 5137691"/>
              <a:gd name="connsiteY215" fmla="*/ 1171520 h 3723310"/>
              <a:gd name="connsiteX216" fmla="*/ 902537 w 5137691"/>
              <a:gd name="connsiteY216" fmla="*/ 1266085 h 3723310"/>
              <a:gd name="connsiteX217" fmla="*/ 781831 w 5137691"/>
              <a:gd name="connsiteY217" fmla="*/ 1350894 h 3723310"/>
              <a:gd name="connsiteX218" fmla="*/ 429373 w 5137691"/>
              <a:gd name="connsiteY218" fmla="*/ 1606317 h 3723310"/>
              <a:gd name="connsiteX219" fmla="*/ 81275 w 5137691"/>
              <a:gd name="connsiteY219" fmla="*/ 1598286 h 3723310"/>
              <a:gd name="connsiteX220" fmla="*/ 96005 w 5137691"/>
              <a:gd name="connsiteY220" fmla="*/ 1548721 h 3723310"/>
              <a:gd name="connsiteX221" fmla="*/ 587023 w 5137691"/>
              <a:gd name="connsiteY221" fmla="*/ 1202853 h 3723310"/>
              <a:gd name="connsiteX222" fmla="*/ 756337 w 5137691"/>
              <a:gd name="connsiteY222" fmla="*/ 1211585 h 3723310"/>
              <a:gd name="connsiteX223" fmla="*/ 870149 w 5137691"/>
              <a:gd name="connsiteY223" fmla="*/ 1218805 h 3723310"/>
              <a:gd name="connsiteX224" fmla="*/ 1590533 w 5137691"/>
              <a:gd name="connsiteY224" fmla="*/ 1008282 h 3723310"/>
              <a:gd name="connsiteX225" fmla="*/ 1747291 w 5137691"/>
              <a:gd name="connsiteY225" fmla="*/ 908980 h 3723310"/>
              <a:gd name="connsiteX226" fmla="*/ 2359623 w 5137691"/>
              <a:gd name="connsiteY226" fmla="*/ 289630 h 3723310"/>
              <a:gd name="connsiteX227" fmla="*/ 2068468 w 5137691"/>
              <a:gd name="connsiteY227" fmla="*/ 400733 h 3723310"/>
              <a:gd name="connsiteX228" fmla="*/ 1585301 w 5137691"/>
              <a:gd name="connsiteY228" fmla="*/ 660856 h 3723310"/>
              <a:gd name="connsiteX229" fmla="*/ 1332281 w 5137691"/>
              <a:gd name="connsiteY229" fmla="*/ 676980 h 3723310"/>
              <a:gd name="connsiteX230" fmla="*/ 1249799 w 5137691"/>
              <a:gd name="connsiteY230" fmla="*/ 638509 h 3723310"/>
              <a:gd name="connsiteX231" fmla="*/ 1271498 w 5137691"/>
              <a:gd name="connsiteY231" fmla="*/ 563307 h 3723310"/>
              <a:gd name="connsiteX232" fmla="*/ 1416744 w 5137691"/>
              <a:gd name="connsiteY232" fmla="*/ 431576 h 3723310"/>
              <a:gd name="connsiteX233" fmla="*/ 2139805 w 5137691"/>
              <a:gd name="connsiteY233" fmla="*/ 244759 h 3723310"/>
              <a:gd name="connsiteX234" fmla="*/ 2367937 w 5137691"/>
              <a:gd name="connsiteY234" fmla="*/ 211741 h 3723310"/>
              <a:gd name="connsiteX235" fmla="*/ 2480293 w 5137691"/>
              <a:gd name="connsiteY235" fmla="*/ 147221 h 3723310"/>
              <a:gd name="connsiteX236" fmla="*/ 1279469 w 5137691"/>
              <a:gd name="connsiteY236" fmla="*/ 0 h 3723310"/>
              <a:gd name="connsiteX237" fmla="*/ 1426070 w 5137691"/>
              <a:gd name="connsiteY237" fmla="*/ 0 h 3723310"/>
              <a:gd name="connsiteX238" fmla="*/ 1350504 w 5137691"/>
              <a:gd name="connsiteY238" fmla="*/ 33583 h 3723310"/>
              <a:gd name="connsiteX239" fmla="*/ 1284284 w 5137691"/>
              <a:gd name="connsiteY239" fmla="*/ 214818 h 3723310"/>
              <a:gd name="connsiteX240" fmla="*/ 900440 w 5137691"/>
              <a:gd name="connsiteY240" fmla="*/ 800862 h 3723310"/>
              <a:gd name="connsiteX241" fmla="*/ 658158 w 5137691"/>
              <a:gd name="connsiteY241" fmla="*/ 951189 h 3723310"/>
              <a:gd name="connsiteX242" fmla="*/ 598449 w 5137691"/>
              <a:gd name="connsiteY242" fmla="*/ 952495 h 3723310"/>
              <a:gd name="connsiteX243" fmla="*/ 583851 w 5137691"/>
              <a:gd name="connsiteY243" fmla="*/ 884927 h 3723310"/>
              <a:gd name="connsiteX244" fmla="*/ 821592 w 5137691"/>
              <a:gd name="connsiteY244" fmla="*/ 414254 h 3723310"/>
              <a:gd name="connsiteX245" fmla="*/ 1021039 w 5137691"/>
              <a:gd name="connsiteY245" fmla="*/ 198645 h 3723310"/>
              <a:gd name="connsiteX246" fmla="*/ 807695 w 5137691"/>
              <a:gd name="connsiteY246" fmla="*/ 343180 h 3723310"/>
              <a:gd name="connsiteX247" fmla="*/ 581023 w 5137691"/>
              <a:gd name="connsiteY247" fmla="*/ 563784 h 3723310"/>
              <a:gd name="connsiteX248" fmla="*/ 231835 w 5137691"/>
              <a:gd name="connsiteY248" fmla="*/ 748932 h 3723310"/>
              <a:gd name="connsiteX249" fmla="*/ 46357 w 5137691"/>
              <a:gd name="connsiteY249" fmla="*/ 772696 h 3723310"/>
              <a:gd name="connsiteX250" fmla="*/ 0 w 5137691"/>
              <a:gd name="connsiteY250" fmla="*/ 772842 h 3723310"/>
              <a:gd name="connsiteX251" fmla="*/ 0 w 5137691"/>
              <a:gd name="connsiteY251" fmla="*/ 708052 h 3723310"/>
              <a:gd name="connsiteX252" fmla="*/ 89067 w 5137691"/>
              <a:gd name="connsiteY252" fmla="*/ 704930 h 3723310"/>
              <a:gd name="connsiteX253" fmla="*/ 710775 w 5137691"/>
              <a:gd name="connsiteY253" fmla="*/ 339334 h 3723310"/>
              <a:gd name="connsiteX254" fmla="*/ 585997 w 5137691"/>
              <a:gd name="connsiteY254" fmla="*/ 392158 h 3723310"/>
              <a:gd name="connsiteX255" fmla="*/ 527576 w 5137691"/>
              <a:gd name="connsiteY255" fmla="*/ 393598 h 3723310"/>
              <a:gd name="connsiteX256" fmla="*/ 425698 w 5137691"/>
              <a:gd name="connsiteY256" fmla="*/ 384358 h 3723310"/>
              <a:gd name="connsiteX257" fmla="*/ 278288 w 5137691"/>
              <a:gd name="connsiteY257" fmla="*/ 429633 h 3723310"/>
              <a:gd name="connsiteX258" fmla="*/ 43518 w 5137691"/>
              <a:gd name="connsiteY258" fmla="*/ 533227 h 3723310"/>
              <a:gd name="connsiteX259" fmla="*/ 0 w 5137691"/>
              <a:gd name="connsiteY259" fmla="*/ 563132 h 3723310"/>
              <a:gd name="connsiteX260" fmla="*/ 0 w 5137691"/>
              <a:gd name="connsiteY260" fmla="*/ 500322 h 3723310"/>
              <a:gd name="connsiteX261" fmla="*/ 116366 w 5137691"/>
              <a:gd name="connsiteY261" fmla="*/ 435129 h 3723310"/>
              <a:gd name="connsiteX262" fmla="*/ 495997 w 5137691"/>
              <a:gd name="connsiteY262" fmla="*/ 302145 h 3723310"/>
              <a:gd name="connsiteX263" fmla="*/ 876112 w 5137691"/>
              <a:gd name="connsiteY263" fmla="*/ 190158 h 3723310"/>
              <a:gd name="connsiteX264" fmla="*/ 1091828 w 5137691"/>
              <a:gd name="connsiteY264" fmla="*/ 81338 h 3723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Lst>
            <a:rect l="l" t="t" r="r" b="b"/>
            <a:pathLst>
              <a:path w="5137691" h="3723310">
                <a:moveTo>
                  <a:pt x="659084" y="2921625"/>
                </a:moveTo>
                <a:cubicBezTo>
                  <a:pt x="558607" y="2987700"/>
                  <a:pt x="461032" y="3063187"/>
                  <a:pt x="431178" y="3187332"/>
                </a:cubicBezTo>
                <a:cubicBezTo>
                  <a:pt x="402231" y="3306039"/>
                  <a:pt x="390750" y="3428832"/>
                  <a:pt x="371969" y="3549893"/>
                </a:cubicBezTo>
                <a:cubicBezTo>
                  <a:pt x="379271" y="3551625"/>
                  <a:pt x="386573" y="3553356"/>
                  <a:pt x="393875" y="3555088"/>
                </a:cubicBezTo>
                <a:cubicBezTo>
                  <a:pt x="517397" y="3361559"/>
                  <a:pt x="596137" y="3148430"/>
                  <a:pt x="659084" y="2921625"/>
                </a:cubicBezTo>
                <a:close/>
                <a:moveTo>
                  <a:pt x="773656" y="2824142"/>
                </a:moveTo>
                <a:cubicBezTo>
                  <a:pt x="742422" y="2894127"/>
                  <a:pt x="699379" y="2961915"/>
                  <a:pt x="683107" y="3035075"/>
                </a:cubicBezTo>
                <a:cubicBezTo>
                  <a:pt x="651273" y="3180817"/>
                  <a:pt x="583685" y="3310821"/>
                  <a:pt x="523193" y="3444488"/>
                </a:cubicBezTo>
                <a:cubicBezTo>
                  <a:pt x="509661" y="3473675"/>
                  <a:pt x="481606" y="3501687"/>
                  <a:pt x="493950" y="3544616"/>
                </a:cubicBezTo>
                <a:cubicBezTo>
                  <a:pt x="645605" y="3422985"/>
                  <a:pt x="806238" y="3031218"/>
                  <a:pt x="773656" y="2824142"/>
                </a:cubicBezTo>
                <a:close/>
                <a:moveTo>
                  <a:pt x="906895" y="2579229"/>
                </a:moveTo>
                <a:cubicBezTo>
                  <a:pt x="866845" y="2628127"/>
                  <a:pt x="847366" y="2655072"/>
                  <a:pt x="896608" y="2696939"/>
                </a:cubicBezTo>
                <a:cubicBezTo>
                  <a:pt x="900018" y="2658893"/>
                  <a:pt x="902398" y="2630504"/>
                  <a:pt x="906895" y="2579229"/>
                </a:cubicBezTo>
                <a:close/>
                <a:moveTo>
                  <a:pt x="1003958" y="2517682"/>
                </a:moveTo>
                <a:cubicBezTo>
                  <a:pt x="932650" y="2713033"/>
                  <a:pt x="918244" y="2902882"/>
                  <a:pt x="1054389" y="3079021"/>
                </a:cubicBezTo>
                <a:cubicBezTo>
                  <a:pt x="1094458" y="2886620"/>
                  <a:pt x="1051674" y="2701918"/>
                  <a:pt x="1003958" y="2517682"/>
                </a:cubicBezTo>
                <a:close/>
                <a:moveTo>
                  <a:pt x="744142" y="2402290"/>
                </a:moveTo>
                <a:cubicBezTo>
                  <a:pt x="490541" y="2432998"/>
                  <a:pt x="123652" y="2658944"/>
                  <a:pt x="99596" y="2734878"/>
                </a:cubicBezTo>
                <a:cubicBezTo>
                  <a:pt x="185767" y="2717435"/>
                  <a:pt x="533003" y="2510933"/>
                  <a:pt x="744142" y="2402290"/>
                </a:cubicBezTo>
                <a:close/>
                <a:moveTo>
                  <a:pt x="1068601" y="2384771"/>
                </a:moveTo>
                <a:cubicBezTo>
                  <a:pt x="1096774" y="2630113"/>
                  <a:pt x="1122050" y="2850752"/>
                  <a:pt x="1147707" y="3076961"/>
                </a:cubicBezTo>
                <a:cubicBezTo>
                  <a:pt x="1252303" y="2856418"/>
                  <a:pt x="1223713" y="2547903"/>
                  <a:pt x="1068601" y="2384771"/>
                </a:cubicBezTo>
                <a:close/>
                <a:moveTo>
                  <a:pt x="934540" y="2375130"/>
                </a:moveTo>
                <a:cubicBezTo>
                  <a:pt x="740562" y="2417539"/>
                  <a:pt x="81585" y="2802976"/>
                  <a:pt x="84219" y="2833186"/>
                </a:cubicBezTo>
                <a:cubicBezTo>
                  <a:pt x="160319" y="2818607"/>
                  <a:pt x="205959" y="2854569"/>
                  <a:pt x="269550" y="2841297"/>
                </a:cubicBezTo>
                <a:cubicBezTo>
                  <a:pt x="421737" y="2809209"/>
                  <a:pt x="567559" y="2760516"/>
                  <a:pt x="695816" y="2669005"/>
                </a:cubicBezTo>
                <a:cubicBezTo>
                  <a:pt x="800830" y="2593963"/>
                  <a:pt x="892710" y="2507798"/>
                  <a:pt x="934540" y="2375130"/>
                </a:cubicBezTo>
                <a:close/>
                <a:moveTo>
                  <a:pt x="2466566" y="1413263"/>
                </a:moveTo>
                <a:cubicBezTo>
                  <a:pt x="2409592" y="1517029"/>
                  <a:pt x="2360285" y="1805120"/>
                  <a:pt x="2384187" y="1907493"/>
                </a:cubicBezTo>
                <a:cubicBezTo>
                  <a:pt x="2461718" y="1745326"/>
                  <a:pt x="2525710" y="1594125"/>
                  <a:pt x="2466566" y="1413263"/>
                </a:cubicBezTo>
                <a:close/>
                <a:moveTo>
                  <a:pt x="2384254" y="1364070"/>
                </a:moveTo>
                <a:cubicBezTo>
                  <a:pt x="2255273" y="1486746"/>
                  <a:pt x="2209761" y="1775879"/>
                  <a:pt x="2286288" y="1925023"/>
                </a:cubicBezTo>
                <a:cubicBezTo>
                  <a:pt x="2320549" y="1729094"/>
                  <a:pt x="2352079" y="1546548"/>
                  <a:pt x="2384254" y="1364070"/>
                </a:cubicBezTo>
                <a:close/>
                <a:moveTo>
                  <a:pt x="2728377" y="1165380"/>
                </a:moveTo>
                <a:cubicBezTo>
                  <a:pt x="2703165" y="1468655"/>
                  <a:pt x="2783295" y="1657220"/>
                  <a:pt x="3003048" y="1736253"/>
                </a:cubicBezTo>
                <a:cubicBezTo>
                  <a:pt x="2983797" y="1651282"/>
                  <a:pt x="2967944" y="1574148"/>
                  <a:pt x="2948375" y="1498255"/>
                </a:cubicBezTo>
                <a:cubicBezTo>
                  <a:pt x="2944448" y="1483206"/>
                  <a:pt x="2927767" y="1462606"/>
                  <a:pt x="2914601" y="1460919"/>
                </a:cubicBezTo>
                <a:cubicBezTo>
                  <a:pt x="2865087" y="1455145"/>
                  <a:pt x="2864197" y="1414703"/>
                  <a:pt x="2852040" y="1382206"/>
                </a:cubicBezTo>
                <a:cubicBezTo>
                  <a:pt x="2822951" y="1304027"/>
                  <a:pt x="2795931" y="1224761"/>
                  <a:pt x="2728377" y="1165380"/>
                </a:cubicBezTo>
                <a:close/>
                <a:moveTo>
                  <a:pt x="2806912" y="1118837"/>
                </a:moveTo>
                <a:cubicBezTo>
                  <a:pt x="2799361" y="1125540"/>
                  <a:pt x="2791522" y="1131888"/>
                  <a:pt x="2783682" y="1138236"/>
                </a:cubicBezTo>
                <a:cubicBezTo>
                  <a:pt x="2819346" y="1182277"/>
                  <a:pt x="2857859" y="1224009"/>
                  <a:pt x="2889384" y="1270224"/>
                </a:cubicBezTo>
                <a:cubicBezTo>
                  <a:pt x="2927893" y="1327250"/>
                  <a:pt x="2968978" y="1384542"/>
                  <a:pt x="2994783" y="1447738"/>
                </a:cubicBezTo>
                <a:cubicBezTo>
                  <a:pt x="3023409" y="1518060"/>
                  <a:pt x="3035688" y="1595149"/>
                  <a:pt x="3056463" y="1668888"/>
                </a:cubicBezTo>
                <a:cubicBezTo>
                  <a:pt x="3062346" y="1689998"/>
                  <a:pt x="3072233" y="1710219"/>
                  <a:pt x="3083513" y="1738721"/>
                </a:cubicBezTo>
                <a:cubicBezTo>
                  <a:pt x="3137166" y="1611180"/>
                  <a:pt x="3091191" y="1465523"/>
                  <a:pt x="3025360" y="1292428"/>
                </a:cubicBezTo>
                <a:cubicBezTo>
                  <a:pt x="2986728" y="1190809"/>
                  <a:pt x="2910047" y="1137644"/>
                  <a:pt x="2806912" y="1118837"/>
                </a:cubicBezTo>
                <a:close/>
                <a:moveTo>
                  <a:pt x="2211503" y="1091728"/>
                </a:moveTo>
                <a:cubicBezTo>
                  <a:pt x="2148880" y="1163020"/>
                  <a:pt x="2085901" y="1234603"/>
                  <a:pt x="2023347" y="1305252"/>
                </a:cubicBezTo>
                <a:cubicBezTo>
                  <a:pt x="2029524" y="1311423"/>
                  <a:pt x="2035344" y="1317883"/>
                  <a:pt x="2041522" y="1324054"/>
                </a:cubicBezTo>
                <a:cubicBezTo>
                  <a:pt x="2123089" y="1267411"/>
                  <a:pt x="2189944" y="1199160"/>
                  <a:pt x="2211503" y="1091728"/>
                </a:cubicBezTo>
                <a:close/>
                <a:moveTo>
                  <a:pt x="2168237" y="1042670"/>
                </a:moveTo>
                <a:cubicBezTo>
                  <a:pt x="2064027" y="1088835"/>
                  <a:pt x="1975743" y="1196196"/>
                  <a:pt x="2005655" y="1233134"/>
                </a:cubicBezTo>
                <a:cubicBezTo>
                  <a:pt x="2059945" y="1169764"/>
                  <a:pt x="2113948" y="1106040"/>
                  <a:pt x="2168237" y="1042670"/>
                </a:cubicBezTo>
                <a:close/>
                <a:moveTo>
                  <a:pt x="4080539" y="827257"/>
                </a:moveTo>
                <a:cubicBezTo>
                  <a:pt x="4084837" y="927276"/>
                  <a:pt x="4086520" y="1018239"/>
                  <a:pt x="4092849" y="1108381"/>
                </a:cubicBezTo>
                <a:cubicBezTo>
                  <a:pt x="4098739" y="1196525"/>
                  <a:pt x="4139226" y="1280764"/>
                  <a:pt x="4132014" y="1381869"/>
                </a:cubicBezTo>
                <a:cubicBezTo>
                  <a:pt x="4106287" y="1369772"/>
                  <a:pt x="4083600" y="1365797"/>
                  <a:pt x="4082492" y="1357873"/>
                </a:cubicBezTo>
                <a:cubicBezTo>
                  <a:pt x="4056497" y="1201916"/>
                  <a:pt x="4032572" y="1044872"/>
                  <a:pt x="4009383" y="893112"/>
                </a:cubicBezTo>
                <a:cubicBezTo>
                  <a:pt x="3803072" y="1026659"/>
                  <a:pt x="3783229" y="1462605"/>
                  <a:pt x="4072306" y="1761300"/>
                </a:cubicBezTo>
                <a:cubicBezTo>
                  <a:pt x="4323615" y="1532508"/>
                  <a:pt x="4336833" y="987842"/>
                  <a:pt x="4080539" y="827257"/>
                </a:cubicBezTo>
                <a:close/>
                <a:moveTo>
                  <a:pt x="4412492" y="559624"/>
                </a:moveTo>
                <a:cubicBezTo>
                  <a:pt x="4471574" y="677026"/>
                  <a:pt x="4612948" y="740139"/>
                  <a:pt x="4617392" y="890611"/>
                </a:cubicBezTo>
                <a:cubicBezTo>
                  <a:pt x="4535846" y="803751"/>
                  <a:pt x="4473401" y="702597"/>
                  <a:pt x="4369105" y="630629"/>
                </a:cubicBezTo>
                <a:cubicBezTo>
                  <a:pt x="4414386" y="929157"/>
                  <a:pt x="4538645" y="1085518"/>
                  <a:pt x="4810227" y="1127284"/>
                </a:cubicBezTo>
                <a:cubicBezTo>
                  <a:pt x="4805222" y="799081"/>
                  <a:pt x="4657265" y="587227"/>
                  <a:pt x="4412492" y="559624"/>
                </a:cubicBezTo>
                <a:close/>
                <a:moveTo>
                  <a:pt x="3754486" y="313872"/>
                </a:moveTo>
                <a:cubicBezTo>
                  <a:pt x="3725125" y="354113"/>
                  <a:pt x="3698314" y="388762"/>
                  <a:pt x="3673942" y="424963"/>
                </a:cubicBezTo>
                <a:cubicBezTo>
                  <a:pt x="3612340" y="517188"/>
                  <a:pt x="3553245" y="610323"/>
                  <a:pt x="3490493" y="701127"/>
                </a:cubicBezTo>
                <a:cubicBezTo>
                  <a:pt x="3480117" y="715999"/>
                  <a:pt x="3456974" y="722390"/>
                  <a:pt x="3439282" y="732600"/>
                </a:cubicBezTo>
                <a:cubicBezTo>
                  <a:pt x="3433461" y="726140"/>
                  <a:pt x="3427353" y="719325"/>
                  <a:pt x="3421532" y="712866"/>
                </a:cubicBezTo>
                <a:cubicBezTo>
                  <a:pt x="3477433" y="625258"/>
                  <a:pt x="3533978" y="537716"/>
                  <a:pt x="3590235" y="449820"/>
                </a:cubicBezTo>
                <a:cubicBezTo>
                  <a:pt x="3445501" y="567611"/>
                  <a:pt x="3321917" y="697678"/>
                  <a:pt x="3307188" y="911899"/>
                </a:cubicBezTo>
                <a:cubicBezTo>
                  <a:pt x="3350443" y="909215"/>
                  <a:pt x="3372692" y="911193"/>
                  <a:pt x="3393054" y="906465"/>
                </a:cubicBezTo>
                <a:cubicBezTo>
                  <a:pt x="3586019" y="861349"/>
                  <a:pt x="3761528" y="650421"/>
                  <a:pt x="3776927" y="442126"/>
                </a:cubicBezTo>
                <a:cubicBezTo>
                  <a:pt x="3779544" y="402372"/>
                  <a:pt x="3797794" y="356426"/>
                  <a:pt x="3754486" y="313872"/>
                </a:cubicBezTo>
                <a:close/>
                <a:moveTo>
                  <a:pt x="1133888" y="214876"/>
                </a:moveTo>
                <a:cubicBezTo>
                  <a:pt x="887880" y="363516"/>
                  <a:pt x="748401" y="587609"/>
                  <a:pt x="660639" y="863910"/>
                </a:cubicBezTo>
                <a:cubicBezTo>
                  <a:pt x="834432" y="833731"/>
                  <a:pt x="1048293" y="611152"/>
                  <a:pt x="1108084" y="398665"/>
                </a:cubicBezTo>
                <a:cubicBezTo>
                  <a:pt x="1059427" y="458062"/>
                  <a:pt x="1022910" y="513507"/>
                  <a:pt x="975613" y="557099"/>
                </a:cubicBezTo>
                <a:cubicBezTo>
                  <a:pt x="933375" y="596008"/>
                  <a:pt x="912619" y="674562"/>
                  <a:pt x="811923" y="657310"/>
                </a:cubicBezTo>
                <a:cubicBezTo>
                  <a:pt x="880947" y="577893"/>
                  <a:pt x="943595" y="512460"/>
                  <a:pt x="998135" y="440657"/>
                </a:cubicBezTo>
                <a:cubicBezTo>
                  <a:pt x="1051468" y="371005"/>
                  <a:pt x="1111390" y="303663"/>
                  <a:pt x="1133888" y="214876"/>
                </a:cubicBezTo>
                <a:close/>
                <a:moveTo>
                  <a:pt x="4685407" y="0"/>
                </a:moveTo>
                <a:lnTo>
                  <a:pt x="4770408" y="0"/>
                </a:lnTo>
                <a:lnTo>
                  <a:pt x="4810333" y="31801"/>
                </a:lnTo>
                <a:cubicBezTo>
                  <a:pt x="4876282" y="76585"/>
                  <a:pt x="4951954" y="113661"/>
                  <a:pt x="5034638" y="141089"/>
                </a:cubicBezTo>
                <a:cubicBezTo>
                  <a:pt x="5039118" y="98355"/>
                  <a:pt x="5040613" y="57376"/>
                  <a:pt x="5039361" y="18254"/>
                </a:cubicBezTo>
                <a:lnTo>
                  <a:pt x="5037438" y="0"/>
                </a:lnTo>
                <a:lnTo>
                  <a:pt x="5107568" y="0"/>
                </a:lnTo>
                <a:lnTo>
                  <a:pt x="5114876" y="38763"/>
                </a:lnTo>
                <a:cubicBezTo>
                  <a:pt x="5131015" y="116852"/>
                  <a:pt x="5149658" y="204078"/>
                  <a:pt x="5127595" y="236940"/>
                </a:cubicBezTo>
                <a:cubicBezTo>
                  <a:pt x="5104066" y="253053"/>
                  <a:pt x="5080177" y="235939"/>
                  <a:pt x="5061109" y="225505"/>
                </a:cubicBezTo>
                <a:cubicBezTo>
                  <a:pt x="4948205" y="164036"/>
                  <a:pt x="4831175" y="107673"/>
                  <a:pt x="4727085" y="33775"/>
                </a:cubicBezTo>
                <a:close/>
                <a:moveTo>
                  <a:pt x="4003152" y="0"/>
                </a:moveTo>
                <a:lnTo>
                  <a:pt x="4132176" y="0"/>
                </a:lnTo>
                <a:lnTo>
                  <a:pt x="4123986" y="63465"/>
                </a:lnTo>
                <a:cubicBezTo>
                  <a:pt x="4116445" y="121909"/>
                  <a:pt x="4114343" y="181241"/>
                  <a:pt x="4104583" y="239130"/>
                </a:cubicBezTo>
                <a:cubicBezTo>
                  <a:pt x="4096291" y="289362"/>
                  <a:pt x="4114806" y="320238"/>
                  <a:pt x="4153843" y="350960"/>
                </a:cubicBezTo>
                <a:cubicBezTo>
                  <a:pt x="4231988" y="411761"/>
                  <a:pt x="4309231" y="462707"/>
                  <a:pt x="4411323" y="488238"/>
                </a:cubicBezTo>
                <a:cubicBezTo>
                  <a:pt x="4669771" y="552400"/>
                  <a:pt x="4834954" y="712670"/>
                  <a:pt x="4864485" y="991020"/>
                </a:cubicBezTo>
                <a:cubicBezTo>
                  <a:pt x="4872093" y="1063071"/>
                  <a:pt x="4919109" y="1168486"/>
                  <a:pt x="4905378" y="1217830"/>
                </a:cubicBezTo>
                <a:cubicBezTo>
                  <a:pt x="4862796" y="1259957"/>
                  <a:pt x="4723238" y="1170674"/>
                  <a:pt x="4640632" y="1136420"/>
                </a:cubicBezTo>
                <a:cubicBezTo>
                  <a:pt x="4517477" y="1085606"/>
                  <a:pt x="4422352" y="1000920"/>
                  <a:pt x="4377015" y="870623"/>
                </a:cubicBezTo>
                <a:cubicBezTo>
                  <a:pt x="4350652" y="794353"/>
                  <a:pt x="4311848" y="718748"/>
                  <a:pt x="4304571" y="640549"/>
                </a:cubicBezTo>
                <a:cubicBezTo>
                  <a:pt x="4296254" y="553781"/>
                  <a:pt x="4253045" y="501149"/>
                  <a:pt x="4193118" y="452646"/>
                </a:cubicBezTo>
                <a:cubicBezTo>
                  <a:pt x="4167929" y="432468"/>
                  <a:pt x="4140395" y="415952"/>
                  <a:pt x="4094850" y="385207"/>
                </a:cubicBezTo>
                <a:cubicBezTo>
                  <a:pt x="4091977" y="497501"/>
                  <a:pt x="4085233" y="591171"/>
                  <a:pt x="4089643" y="684043"/>
                </a:cubicBezTo>
                <a:cubicBezTo>
                  <a:pt x="4091196" y="712189"/>
                  <a:pt x="4119287" y="741779"/>
                  <a:pt x="4140489" y="765775"/>
                </a:cubicBezTo>
                <a:cubicBezTo>
                  <a:pt x="4286309" y="930549"/>
                  <a:pt x="4318661" y="1133697"/>
                  <a:pt x="4328143" y="1340660"/>
                </a:cubicBezTo>
                <a:cubicBezTo>
                  <a:pt x="4334062" y="1468181"/>
                  <a:pt x="4280576" y="1585001"/>
                  <a:pt x="4211174" y="1692363"/>
                </a:cubicBezTo>
                <a:cubicBezTo>
                  <a:pt x="4173738" y="1750318"/>
                  <a:pt x="4136658" y="1807983"/>
                  <a:pt x="4096384" y="1871176"/>
                </a:cubicBezTo>
                <a:cubicBezTo>
                  <a:pt x="4093808" y="1870909"/>
                  <a:pt x="4078517" y="1873883"/>
                  <a:pt x="4073915" y="1868200"/>
                </a:cubicBezTo>
                <a:cubicBezTo>
                  <a:pt x="3975404" y="1745092"/>
                  <a:pt x="3876742" y="1620340"/>
                  <a:pt x="3830235" y="1467468"/>
                </a:cubicBezTo>
                <a:cubicBezTo>
                  <a:pt x="3765307" y="1255419"/>
                  <a:pt x="3782431" y="1049255"/>
                  <a:pt x="3928554" y="872709"/>
                </a:cubicBezTo>
                <a:cubicBezTo>
                  <a:pt x="4054117" y="721044"/>
                  <a:pt x="4039186" y="543779"/>
                  <a:pt x="4041572" y="368957"/>
                </a:cubicBezTo>
                <a:cubicBezTo>
                  <a:pt x="4041882" y="341654"/>
                  <a:pt x="4002857" y="313862"/>
                  <a:pt x="3976315" y="278901"/>
                </a:cubicBezTo>
                <a:cubicBezTo>
                  <a:pt x="3999514" y="268935"/>
                  <a:pt x="4020644" y="260059"/>
                  <a:pt x="4052764" y="245809"/>
                </a:cubicBezTo>
                <a:cubicBezTo>
                  <a:pt x="4059291" y="184658"/>
                  <a:pt x="4067206" y="113561"/>
                  <a:pt x="4077058" y="27371"/>
                </a:cubicBezTo>
                <a:cubicBezTo>
                  <a:pt x="3993827" y="63016"/>
                  <a:pt x="3954978" y="125053"/>
                  <a:pt x="3902474" y="171686"/>
                </a:cubicBezTo>
                <a:cubicBezTo>
                  <a:pt x="3842063" y="225311"/>
                  <a:pt x="3836398" y="287528"/>
                  <a:pt x="3839430" y="359757"/>
                </a:cubicBezTo>
                <a:cubicBezTo>
                  <a:pt x="3851062" y="616730"/>
                  <a:pt x="3707776" y="788039"/>
                  <a:pt x="3511342" y="923585"/>
                </a:cubicBezTo>
                <a:cubicBezTo>
                  <a:pt x="3465283" y="955591"/>
                  <a:pt x="3401736" y="962357"/>
                  <a:pt x="3345310" y="978648"/>
                </a:cubicBezTo>
                <a:cubicBezTo>
                  <a:pt x="3288240" y="994870"/>
                  <a:pt x="3262562" y="960974"/>
                  <a:pt x="3251411" y="912962"/>
                </a:cubicBezTo>
                <a:cubicBezTo>
                  <a:pt x="3234431" y="840266"/>
                  <a:pt x="3259676" y="774543"/>
                  <a:pt x="3294880" y="713104"/>
                </a:cubicBezTo>
                <a:cubicBezTo>
                  <a:pt x="3383739" y="557641"/>
                  <a:pt x="3496940" y="424222"/>
                  <a:pt x="3641287" y="316153"/>
                </a:cubicBezTo>
                <a:cubicBezTo>
                  <a:pt x="3722690" y="254938"/>
                  <a:pt x="3796466" y="182847"/>
                  <a:pt x="3873337" y="115305"/>
                </a:cubicBezTo>
                <a:cubicBezTo>
                  <a:pt x="3900980" y="91156"/>
                  <a:pt x="3924089" y="60682"/>
                  <a:pt x="3954827" y="41083"/>
                </a:cubicBezTo>
                <a:close/>
                <a:moveTo>
                  <a:pt x="3231589" y="0"/>
                </a:moveTo>
                <a:lnTo>
                  <a:pt x="3312011" y="0"/>
                </a:lnTo>
                <a:lnTo>
                  <a:pt x="3310368" y="16057"/>
                </a:lnTo>
                <a:cubicBezTo>
                  <a:pt x="3325242" y="15847"/>
                  <a:pt x="3340695" y="14192"/>
                  <a:pt x="3356599" y="11189"/>
                </a:cubicBezTo>
                <a:lnTo>
                  <a:pt x="3398860" y="0"/>
                </a:lnTo>
                <a:lnTo>
                  <a:pt x="3521426" y="0"/>
                </a:lnTo>
                <a:lnTo>
                  <a:pt x="3450288" y="40946"/>
                </a:lnTo>
                <a:cubicBezTo>
                  <a:pt x="3387281" y="73151"/>
                  <a:pt x="3245717" y="130745"/>
                  <a:pt x="3224898" y="112320"/>
                </a:cubicBezTo>
                <a:cubicBezTo>
                  <a:pt x="3217386" y="103408"/>
                  <a:pt x="3217289" y="77060"/>
                  <a:pt x="3223079" y="40542"/>
                </a:cubicBezTo>
                <a:close/>
                <a:moveTo>
                  <a:pt x="2713325" y="0"/>
                </a:moveTo>
                <a:lnTo>
                  <a:pt x="2801116" y="0"/>
                </a:lnTo>
                <a:lnTo>
                  <a:pt x="2771239" y="53358"/>
                </a:lnTo>
                <a:cubicBezTo>
                  <a:pt x="2734532" y="127500"/>
                  <a:pt x="2701305" y="203767"/>
                  <a:pt x="2671323" y="281854"/>
                </a:cubicBezTo>
                <a:cubicBezTo>
                  <a:pt x="2637809" y="370152"/>
                  <a:pt x="2589485" y="456917"/>
                  <a:pt x="2609018" y="557536"/>
                </a:cubicBezTo>
                <a:cubicBezTo>
                  <a:pt x="2609317" y="560821"/>
                  <a:pt x="2608193" y="565261"/>
                  <a:pt x="2606274" y="567991"/>
                </a:cubicBezTo>
                <a:cubicBezTo>
                  <a:pt x="2516682" y="702877"/>
                  <a:pt x="2589179" y="813532"/>
                  <a:pt x="2661306" y="921545"/>
                </a:cubicBezTo>
                <a:cubicBezTo>
                  <a:pt x="2683985" y="956107"/>
                  <a:pt x="2721146" y="983055"/>
                  <a:pt x="2755651" y="1007451"/>
                </a:cubicBezTo>
                <a:cubicBezTo>
                  <a:pt x="2785348" y="1028096"/>
                  <a:pt x="2819609" y="1045633"/>
                  <a:pt x="2854694" y="1055446"/>
                </a:cubicBezTo>
                <a:cubicBezTo>
                  <a:pt x="3017803" y="1100958"/>
                  <a:pt x="3079430" y="1228060"/>
                  <a:pt x="3129406" y="1372830"/>
                </a:cubicBezTo>
                <a:cubicBezTo>
                  <a:pt x="3189306" y="1546613"/>
                  <a:pt x="3179580" y="1875569"/>
                  <a:pt x="3143254" y="1892637"/>
                </a:cubicBezTo>
                <a:cubicBezTo>
                  <a:pt x="2972655" y="1917289"/>
                  <a:pt x="2701922" y="1626674"/>
                  <a:pt x="2672087" y="1393850"/>
                </a:cubicBezTo>
                <a:cubicBezTo>
                  <a:pt x="2657724" y="1281400"/>
                  <a:pt x="2654295" y="1167153"/>
                  <a:pt x="2645908" y="1047511"/>
                </a:cubicBezTo>
                <a:cubicBezTo>
                  <a:pt x="2627207" y="1039719"/>
                  <a:pt x="2601987" y="1028974"/>
                  <a:pt x="2570535" y="1015633"/>
                </a:cubicBezTo>
                <a:cubicBezTo>
                  <a:pt x="2585724" y="989219"/>
                  <a:pt x="2597362" y="968621"/>
                  <a:pt x="2610208" y="945870"/>
                </a:cubicBezTo>
                <a:cubicBezTo>
                  <a:pt x="2591281" y="918855"/>
                  <a:pt x="2572287" y="892485"/>
                  <a:pt x="2538036" y="844360"/>
                </a:cubicBezTo>
                <a:cubicBezTo>
                  <a:pt x="2514095" y="1028992"/>
                  <a:pt x="2431526" y="1183478"/>
                  <a:pt x="2512867" y="1354598"/>
                </a:cubicBezTo>
                <a:cubicBezTo>
                  <a:pt x="2572125" y="1479502"/>
                  <a:pt x="2561684" y="1610863"/>
                  <a:pt x="2518702" y="1742111"/>
                </a:cubicBezTo>
                <a:cubicBezTo>
                  <a:pt x="2469933" y="1890983"/>
                  <a:pt x="2406097" y="2028534"/>
                  <a:pt x="2275616" y="2134783"/>
                </a:cubicBezTo>
                <a:cubicBezTo>
                  <a:pt x="2256225" y="2148722"/>
                  <a:pt x="2245263" y="2111142"/>
                  <a:pt x="2241266" y="2096736"/>
                </a:cubicBezTo>
                <a:cubicBezTo>
                  <a:pt x="2179626" y="1884376"/>
                  <a:pt x="2162240" y="1669110"/>
                  <a:pt x="2231827" y="1456335"/>
                </a:cubicBezTo>
                <a:cubicBezTo>
                  <a:pt x="2253633" y="1389279"/>
                  <a:pt x="2309962" y="1334256"/>
                  <a:pt x="2348810" y="1272217"/>
                </a:cubicBezTo>
                <a:cubicBezTo>
                  <a:pt x="2373883" y="1232508"/>
                  <a:pt x="2406038" y="1193533"/>
                  <a:pt x="2416218" y="1150005"/>
                </a:cubicBezTo>
                <a:cubicBezTo>
                  <a:pt x="2450271" y="1004817"/>
                  <a:pt x="2476378" y="857831"/>
                  <a:pt x="2493456" y="706982"/>
                </a:cubicBezTo>
                <a:cubicBezTo>
                  <a:pt x="2411430" y="789284"/>
                  <a:pt x="2314735" y="853472"/>
                  <a:pt x="2313690" y="991337"/>
                </a:cubicBezTo>
                <a:cubicBezTo>
                  <a:pt x="2311990" y="1208533"/>
                  <a:pt x="2147439" y="1341195"/>
                  <a:pt x="1985609" y="1408731"/>
                </a:cubicBezTo>
                <a:cubicBezTo>
                  <a:pt x="1934853" y="1429839"/>
                  <a:pt x="1817778" y="1346461"/>
                  <a:pt x="1918730" y="1208846"/>
                </a:cubicBezTo>
                <a:cubicBezTo>
                  <a:pt x="1993345" y="1083149"/>
                  <a:pt x="2096531" y="982536"/>
                  <a:pt x="2213019" y="897616"/>
                </a:cubicBezTo>
                <a:cubicBezTo>
                  <a:pt x="2338343" y="806128"/>
                  <a:pt x="2409619" y="669020"/>
                  <a:pt x="2517219" y="563658"/>
                </a:cubicBezTo>
                <a:cubicBezTo>
                  <a:pt x="2529540" y="551917"/>
                  <a:pt x="2533383" y="531163"/>
                  <a:pt x="2539459" y="513894"/>
                </a:cubicBezTo>
                <a:cubicBezTo>
                  <a:pt x="2594147" y="361404"/>
                  <a:pt x="2648124" y="209492"/>
                  <a:pt x="2702456" y="57291"/>
                </a:cubicBezTo>
                <a:cubicBezTo>
                  <a:pt x="2707084" y="44428"/>
                  <a:pt x="2711390" y="31532"/>
                  <a:pt x="2713671" y="17409"/>
                </a:cubicBezTo>
                <a:close/>
                <a:moveTo>
                  <a:pt x="2615215" y="0"/>
                </a:moveTo>
                <a:lnTo>
                  <a:pt x="2683886" y="0"/>
                </a:lnTo>
                <a:lnTo>
                  <a:pt x="2615765" y="70449"/>
                </a:lnTo>
                <a:cubicBezTo>
                  <a:pt x="2443506" y="272276"/>
                  <a:pt x="2268590" y="471551"/>
                  <a:pt x="2101714" y="677840"/>
                </a:cubicBezTo>
                <a:cubicBezTo>
                  <a:pt x="1945364" y="870900"/>
                  <a:pt x="1795836" y="1070198"/>
                  <a:pt x="1647883" y="1269985"/>
                </a:cubicBezTo>
                <a:cubicBezTo>
                  <a:pt x="1540599" y="1415080"/>
                  <a:pt x="1501415" y="1580889"/>
                  <a:pt x="1520717" y="1759907"/>
                </a:cubicBezTo>
                <a:cubicBezTo>
                  <a:pt x="1523326" y="1784258"/>
                  <a:pt x="1527823" y="1815311"/>
                  <a:pt x="1543766" y="1830628"/>
                </a:cubicBezTo>
                <a:cubicBezTo>
                  <a:pt x="1658106" y="1942683"/>
                  <a:pt x="1640044" y="2081390"/>
                  <a:pt x="1614449" y="2214437"/>
                </a:cubicBezTo>
                <a:cubicBezTo>
                  <a:pt x="1596540" y="2305976"/>
                  <a:pt x="1553273" y="2470386"/>
                  <a:pt x="1518347" y="2480439"/>
                </a:cubicBezTo>
                <a:cubicBezTo>
                  <a:pt x="1419917" y="2441945"/>
                  <a:pt x="1340337" y="2330558"/>
                  <a:pt x="1333958" y="2228696"/>
                </a:cubicBezTo>
                <a:cubicBezTo>
                  <a:pt x="1327047" y="2119620"/>
                  <a:pt x="1351988" y="2017093"/>
                  <a:pt x="1393891" y="1917299"/>
                </a:cubicBezTo>
                <a:cubicBezTo>
                  <a:pt x="1435587" y="1819435"/>
                  <a:pt x="1480215" y="1721549"/>
                  <a:pt x="1444276" y="1597756"/>
                </a:cubicBezTo>
                <a:cubicBezTo>
                  <a:pt x="1426211" y="1620618"/>
                  <a:pt x="1409833" y="1636820"/>
                  <a:pt x="1398976" y="1656198"/>
                </a:cubicBezTo>
                <a:cubicBezTo>
                  <a:pt x="1307990" y="1816321"/>
                  <a:pt x="1221595" y="1979197"/>
                  <a:pt x="1126020" y="2136568"/>
                </a:cubicBezTo>
                <a:cubicBezTo>
                  <a:pt x="1084909" y="2204555"/>
                  <a:pt x="1102743" y="2260093"/>
                  <a:pt x="1129825" y="2320491"/>
                </a:cubicBezTo>
                <a:cubicBezTo>
                  <a:pt x="1132714" y="2326973"/>
                  <a:pt x="1139384" y="2331569"/>
                  <a:pt x="1143273" y="2337828"/>
                </a:cubicBezTo>
                <a:cubicBezTo>
                  <a:pt x="1331962" y="2640780"/>
                  <a:pt x="1296787" y="2906252"/>
                  <a:pt x="1156978" y="3218822"/>
                </a:cubicBezTo>
                <a:cubicBezTo>
                  <a:pt x="1147627" y="3239331"/>
                  <a:pt x="1135596" y="3284945"/>
                  <a:pt x="1116365" y="3269939"/>
                </a:cubicBezTo>
                <a:cubicBezTo>
                  <a:pt x="984182" y="3132933"/>
                  <a:pt x="898820" y="2975065"/>
                  <a:pt x="883236" y="2779510"/>
                </a:cubicBezTo>
                <a:cubicBezTo>
                  <a:pt x="858965" y="2887963"/>
                  <a:pt x="842858" y="2999213"/>
                  <a:pt x="808845" y="3104380"/>
                </a:cubicBezTo>
                <a:cubicBezTo>
                  <a:pt x="744139" y="3304970"/>
                  <a:pt x="661597" y="3498832"/>
                  <a:pt x="488550" y="3634846"/>
                </a:cubicBezTo>
                <a:cubicBezTo>
                  <a:pt x="446643" y="3667606"/>
                  <a:pt x="346628" y="3741539"/>
                  <a:pt x="328509" y="3719164"/>
                </a:cubicBezTo>
                <a:cubicBezTo>
                  <a:pt x="308952" y="3695012"/>
                  <a:pt x="315042" y="3631863"/>
                  <a:pt x="318672" y="3594817"/>
                </a:cubicBezTo>
                <a:cubicBezTo>
                  <a:pt x="329065" y="3485254"/>
                  <a:pt x="343678" y="3375801"/>
                  <a:pt x="358291" y="3266349"/>
                </a:cubicBezTo>
                <a:cubicBezTo>
                  <a:pt x="375072" y="3145733"/>
                  <a:pt x="425539" y="3041943"/>
                  <a:pt x="517362" y="2959353"/>
                </a:cubicBezTo>
                <a:cubicBezTo>
                  <a:pt x="591164" y="2893121"/>
                  <a:pt x="664171" y="2825180"/>
                  <a:pt x="735958" y="2756462"/>
                </a:cubicBezTo>
                <a:cubicBezTo>
                  <a:pt x="752980" y="2740327"/>
                  <a:pt x="764113" y="2718374"/>
                  <a:pt x="772369" y="2692870"/>
                </a:cubicBezTo>
                <a:cubicBezTo>
                  <a:pt x="587814" y="2829971"/>
                  <a:pt x="370516" y="2871268"/>
                  <a:pt x="156545" y="2921045"/>
                </a:cubicBezTo>
                <a:cubicBezTo>
                  <a:pt x="135273" y="2925922"/>
                  <a:pt x="71447" y="2922918"/>
                  <a:pt x="15585" y="2908337"/>
                </a:cubicBezTo>
                <a:lnTo>
                  <a:pt x="0" y="2902697"/>
                </a:lnTo>
                <a:lnTo>
                  <a:pt x="0" y="2765873"/>
                </a:lnTo>
                <a:lnTo>
                  <a:pt x="29795" y="2717847"/>
                </a:lnTo>
                <a:cubicBezTo>
                  <a:pt x="40849" y="2702583"/>
                  <a:pt x="51469" y="2690198"/>
                  <a:pt x="59962" y="2682291"/>
                </a:cubicBezTo>
                <a:cubicBezTo>
                  <a:pt x="228768" y="2525013"/>
                  <a:pt x="418389" y="2401453"/>
                  <a:pt x="645405" y="2342287"/>
                </a:cubicBezTo>
                <a:cubicBezTo>
                  <a:pt x="879032" y="2306584"/>
                  <a:pt x="1032240" y="2213098"/>
                  <a:pt x="1059274" y="2164156"/>
                </a:cubicBezTo>
                <a:cubicBezTo>
                  <a:pt x="1151084" y="1996307"/>
                  <a:pt x="1239879" y="1826195"/>
                  <a:pt x="1341155" y="1664208"/>
                </a:cubicBezTo>
                <a:cubicBezTo>
                  <a:pt x="1477441" y="1445642"/>
                  <a:pt x="1624124" y="1233359"/>
                  <a:pt x="1766505" y="1018678"/>
                </a:cubicBezTo>
                <a:cubicBezTo>
                  <a:pt x="1778156" y="1001010"/>
                  <a:pt x="1791027" y="984119"/>
                  <a:pt x="1793256" y="954087"/>
                </a:cubicBezTo>
                <a:cubicBezTo>
                  <a:pt x="1736220" y="994393"/>
                  <a:pt x="1675663" y="1031081"/>
                  <a:pt x="1622366" y="1076005"/>
                </a:cubicBezTo>
                <a:cubicBezTo>
                  <a:pt x="1442738" y="1227933"/>
                  <a:pt x="1264479" y="1382281"/>
                  <a:pt x="1088015" y="1538117"/>
                </a:cubicBezTo>
                <a:cubicBezTo>
                  <a:pt x="1067855" y="1556206"/>
                  <a:pt x="1060774" y="1588991"/>
                  <a:pt x="1047011" y="1614249"/>
                </a:cubicBezTo>
                <a:cubicBezTo>
                  <a:pt x="939107" y="1813950"/>
                  <a:pt x="771972" y="1928122"/>
                  <a:pt x="545270" y="1944692"/>
                </a:cubicBezTo>
                <a:cubicBezTo>
                  <a:pt x="441606" y="1952189"/>
                  <a:pt x="416671" y="1908283"/>
                  <a:pt x="470627" y="1817545"/>
                </a:cubicBezTo>
                <a:cubicBezTo>
                  <a:pt x="562706" y="1662415"/>
                  <a:pt x="679164" y="1538119"/>
                  <a:pt x="879648" y="1544544"/>
                </a:cubicBezTo>
                <a:cubicBezTo>
                  <a:pt x="970485" y="1547433"/>
                  <a:pt x="1036974" y="1510057"/>
                  <a:pt x="1100842" y="1445401"/>
                </a:cubicBezTo>
                <a:cubicBezTo>
                  <a:pt x="1210992" y="1334445"/>
                  <a:pt x="1329909" y="1232856"/>
                  <a:pt x="1437652" y="1110911"/>
                </a:cubicBezTo>
                <a:cubicBezTo>
                  <a:pt x="1361289" y="1130996"/>
                  <a:pt x="1284490" y="1149082"/>
                  <a:pt x="1208853" y="1171520"/>
                </a:cubicBezTo>
                <a:cubicBezTo>
                  <a:pt x="1106003" y="1201880"/>
                  <a:pt x="1005248" y="1237013"/>
                  <a:pt x="902537" y="1266085"/>
                </a:cubicBezTo>
                <a:cubicBezTo>
                  <a:pt x="850537" y="1280555"/>
                  <a:pt x="815167" y="1303904"/>
                  <a:pt x="781831" y="1350894"/>
                </a:cubicBezTo>
                <a:cubicBezTo>
                  <a:pt x="694187" y="1473616"/>
                  <a:pt x="568919" y="1561531"/>
                  <a:pt x="429373" y="1606317"/>
                </a:cubicBezTo>
                <a:cubicBezTo>
                  <a:pt x="322179" y="1640784"/>
                  <a:pt x="200254" y="1642487"/>
                  <a:pt x="81275" y="1598286"/>
                </a:cubicBezTo>
                <a:cubicBezTo>
                  <a:pt x="88037" y="1574581"/>
                  <a:pt x="87604" y="1557289"/>
                  <a:pt x="96005" y="1548721"/>
                </a:cubicBezTo>
                <a:cubicBezTo>
                  <a:pt x="237899" y="1402652"/>
                  <a:pt x="389584" y="1271587"/>
                  <a:pt x="587023" y="1202853"/>
                </a:cubicBezTo>
                <a:cubicBezTo>
                  <a:pt x="647862" y="1181814"/>
                  <a:pt x="704352" y="1180174"/>
                  <a:pt x="756337" y="1211585"/>
                </a:cubicBezTo>
                <a:cubicBezTo>
                  <a:pt x="796419" y="1235581"/>
                  <a:pt x="829151" y="1230833"/>
                  <a:pt x="870149" y="1218805"/>
                </a:cubicBezTo>
                <a:cubicBezTo>
                  <a:pt x="1110131" y="1147964"/>
                  <a:pt x="1351782" y="1082828"/>
                  <a:pt x="1590533" y="1008282"/>
                </a:cubicBezTo>
                <a:cubicBezTo>
                  <a:pt x="1647452" y="990416"/>
                  <a:pt x="1692710" y="938477"/>
                  <a:pt x="1747291" y="908980"/>
                </a:cubicBezTo>
                <a:cubicBezTo>
                  <a:pt x="2010423" y="767643"/>
                  <a:pt x="2156926" y="514341"/>
                  <a:pt x="2359623" y="289630"/>
                </a:cubicBezTo>
                <a:cubicBezTo>
                  <a:pt x="2236423" y="294129"/>
                  <a:pt x="2139898" y="298787"/>
                  <a:pt x="2068468" y="400733"/>
                </a:cubicBezTo>
                <a:cubicBezTo>
                  <a:pt x="1952834" y="566116"/>
                  <a:pt x="1774030" y="627991"/>
                  <a:pt x="1585301" y="660856"/>
                </a:cubicBezTo>
                <a:cubicBezTo>
                  <a:pt x="1502406" y="675057"/>
                  <a:pt x="1416597" y="676917"/>
                  <a:pt x="1332281" y="676980"/>
                </a:cubicBezTo>
                <a:cubicBezTo>
                  <a:pt x="1303960" y="676978"/>
                  <a:pt x="1266699" y="660107"/>
                  <a:pt x="1249799" y="638509"/>
                </a:cubicBezTo>
                <a:cubicBezTo>
                  <a:pt x="1239732" y="626078"/>
                  <a:pt x="1254627" y="581086"/>
                  <a:pt x="1271498" y="563307"/>
                </a:cubicBezTo>
                <a:cubicBezTo>
                  <a:pt x="1315987" y="515520"/>
                  <a:pt x="1364996" y="471128"/>
                  <a:pt x="1416744" y="431576"/>
                </a:cubicBezTo>
                <a:cubicBezTo>
                  <a:pt x="1631217" y="267308"/>
                  <a:pt x="1881706" y="244413"/>
                  <a:pt x="2139805" y="244759"/>
                </a:cubicBezTo>
                <a:cubicBezTo>
                  <a:pt x="2215969" y="244830"/>
                  <a:pt x="2293713" y="230095"/>
                  <a:pt x="2367937" y="211741"/>
                </a:cubicBezTo>
                <a:cubicBezTo>
                  <a:pt x="2408728" y="201645"/>
                  <a:pt x="2451963" y="177807"/>
                  <a:pt x="2480293" y="147221"/>
                </a:cubicBezTo>
                <a:close/>
                <a:moveTo>
                  <a:pt x="1279469" y="0"/>
                </a:moveTo>
                <a:lnTo>
                  <a:pt x="1426070" y="0"/>
                </a:lnTo>
                <a:lnTo>
                  <a:pt x="1350504" y="33583"/>
                </a:lnTo>
                <a:cubicBezTo>
                  <a:pt x="1327260" y="98863"/>
                  <a:pt x="1310717" y="159304"/>
                  <a:pt x="1284284" y="214818"/>
                </a:cubicBezTo>
                <a:cubicBezTo>
                  <a:pt x="1183157" y="427258"/>
                  <a:pt x="1090002" y="647358"/>
                  <a:pt x="900440" y="800862"/>
                </a:cubicBezTo>
                <a:cubicBezTo>
                  <a:pt x="827038" y="860301"/>
                  <a:pt x="740694" y="903758"/>
                  <a:pt x="658158" y="951189"/>
                </a:cubicBezTo>
                <a:cubicBezTo>
                  <a:pt x="642179" y="960600"/>
                  <a:pt x="606501" y="962440"/>
                  <a:pt x="598449" y="952495"/>
                </a:cubicBezTo>
                <a:cubicBezTo>
                  <a:pt x="585218" y="936157"/>
                  <a:pt x="576639" y="903706"/>
                  <a:pt x="583851" y="884927"/>
                </a:cubicBezTo>
                <a:cubicBezTo>
                  <a:pt x="646997" y="720296"/>
                  <a:pt x="702254" y="550293"/>
                  <a:pt x="821592" y="414254"/>
                </a:cubicBezTo>
                <a:cubicBezTo>
                  <a:pt x="883927" y="342607"/>
                  <a:pt x="950426" y="274644"/>
                  <a:pt x="1021039" y="198645"/>
                </a:cubicBezTo>
                <a:cubicBezTo>
                  <a:pt x="925878" y="221015"/>
                  <a:pt x="852512" y="255727"/>
                  <a:pt x="807695" y="343180"/>
                </a:cubicBezTo>
                <a:cubicBezTo>
                  <a:pt x="757627" y="440178"/>
                  <a:pt x="677425" y="514533"/>
                  <a:pt x="581023" y="563784"/>
                </a:cubicBezTo>
                <a:cubicBezTo>
                  <a:pt x="463285" y="623842"/>
                  <a:pt x="365880" y="722125"/>
                  <a:pt x="231835" y="748932"/>
                </a:cubicBezTo>
                <a:cubicBezTo>
                  <a:pt x="170601" y="761470"/>
                  <a:pt x="108423" y="770657"/>
                  <a:pt x="46357" y="772696"/>
                </a:cubicBezTo>
                <a:lnTo>
                  <a:pt x="0" y="772842"/>
                </a:lnTo>
                <a:lnTo>
                  <a:pt x="0" y="708052"/>
                </a:lnTo>
                <a:lnTo>
                  <a:pt x="89067" y="704930"/>
                </a:lnTo>
                <a:cubicBezTo>
                  <a:pt x="352860" y="675038"/>
                  <a:pt x="632363" y="525002"/>
                  <a:pt x="710775" y="339334"/>
                </a:cubicBezTo>
                <a:cubicBezTo>
                  <a:pt x="664377" y="359265"/>
                  <a:pt x="626200" y="378419"/>
                  <a:pt x="585997" y="392158"/>
                </a:cubicBezTo>
                <a:cubicBezTo>
                  <a:pt x="568074" y="398439"/>
                  <a:pt x="536629" y="403320"/>
                  <a:pt x="527576" y="393598"/>
                </a:cubicBezTo>
                <a:cubicBezTo>
                  <a:pt x="494376" y="356971"/>
                  <a:pt x="459131" y="376102"/>
                  <a:pt x="425698" y="384358"/>
                </a:cubicBezTo>
                <a:cubicBezTo>
                  <a:pt x="375905" y="396453"/>
                  <a:pt x="327713" y="414896"/>
                  <a:pt x="278288" y="429633"/>
                </a:cubicBezTo>
                <a:cubicBezTo>
                  <a:pt x="194259" y="454455"/>
                  <a:pt x="116406" y="489273"/>
                  <a:pt x="43518" y="533227"/>
                </a:cubicBezTo>
                <a:lnTo>
                  <a:pt x="0" y="563132"/>
                </a:lnTo>
                <a:lnTo>
                  <a:pt x="0" y="500322"/>
                </a:lnTo>
                <a:lnTo>
                  <a:pt x="116366" y="435129"/>
                </a:lnTo>
                <a:cubicBezTo>
                  <a:pt x="236099" y="377351"/>
                  <a:pt x="362902" y="333769"/>
                  <a:pt x="495997" y="302145"/>
                </a:cubicBezTo>
                <a:cubicBezTo>
                  <a:pt x="624522" y="272163"/>
                  <a:pt x="751940" y="234257"/>
                  <a:pt x="876112" y="190158"/>
                </a:cubicBezTo>
                <a:cubicBezTo>
                  <a:pt x="951230" y="163437"/>
                  <a:pt x="1018312" y="114407"/>
                  <a:pt x="1091828" y="81338"/>
                </a:cubicBezTo>
                <a:close/>
              </a:path>
            </a:pathLst>
          </a:custGeom>
          <a:solidFill>
            <a:schemeClr val="tx1">
              <a:alpha val="17000"/>
            </a:schemeClr>
          </a:solidFill>
          <a:ln w="4569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Tree>
    <p:extLst>
      <p:ext uri="{BB962C8B-B14F-4D97-AF65-F5344CB8AC3E}">
        <p14:creationId xmlns:p14="http://schemas.microsoft.com/office/powerpoint/2010/main" val="15480650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pPr rtl="0"/>
            <a:r>
              <a:rPr lang="en-GB"/>
              <a:t>20XX</a:t>
            </a:r>
          </a:p>
        </p:txBody>
      </p:sp>
      <p:sp>
        <p:nvSpPr>
          <p:cNvPr id="5" name="Footer Placeholder 4"/>
          <p:cNvSpPr>
            <a:spLocks noGrp="1"/>
          </p:cNvSpPr>
          <p:nvPr>
            <p:ph type="ftr" sz="quarter" idx="11"/>
          </p:nvPr>
        </p:nvSpPr>
        <p:spPr/>
        <p:txBody>
          <a:bodyPr/>
          <a:lstStyle/>
          <a:p>
            <a:pPr rtl="0"/>
            <a:r>
              <a:rPr lang="en-GB"/>
              <a:t>presentation title</a:t>
            </a:r>
          </a:p>
        </p:txBody>
      </p:sp>
      <p:sp>
        <p:nvSpPr>
          <p:cNvPr id="6" name="Slide Number Placeholder 5"/>
          <p:cNvSpPr>
            <a:spLocks noGrp="1"/>
          </p:cNvSpPr>
          <p:nvPr>
            <p:ph type="sldNum" sz="quarter" idx="12"/>
          </p:nvPr>
        </p:nvSpPr>
        <p:spPr/>
        <p:txBody>
          <a:bodyPr/>
          <a:lstStyle/>
          <a:p>
            <a:pPr rtl="0"/>
            <a:fld id="{58FB4751-880F-D840-AAA9-3A15815CC996}" type="slidenum">
              <a:rPr lang="en-GB" smtClean="0"/>
              <a:t>‹#›</a:t>
            </a:fld>
            <a:endParaRPr lang="en-GB" dirty="0"/>
          </a:p>
        </p:txBody>
      </p:sp>
      <p:sp>
        <p:nvSpPr>
          <p:cNvPr id="4" name="Freeform: Shape 3">
            <a:extLst>
              <a:ext uri="{FF2B5EF4-FFF2-40B4-BE49-F238E27FC236}">
                <a16:creationId xmlns:a16="http://schemas.microsoft.com/office/drawing/2014/main" id="{FB5ABD66-23DB-A7AE-959F-8E7F41C4D663}"/>
              </a:ext>
            </a:extLst>
          </p:cNvPr>
          <p:cNvSpPr/>
          <p:nvPr userDrawn="1"/>
        </p:nvSpPr>
        <p:spPr>
          <a:xfrm>
            <a:off x="8645826" y="0"/>
            <a:ext cx="3546175" cy="4669896"/>
          </a:xfrm>
          <a:custGeom>
            <a:avLst/>
            <a:gdLst>
              <a:gd name="connsiteX0" fmla="*/ 196669 w 3546175"/>
              <a:gd name="connsiteY0" fmla="*/ 0 h 4669896"/>
              <a:gd name="connsiteX1" fmla="*/ 3546175 w 3546175"/>
              <a:gd name="connsiteY1" fmla="*/ 0 h 4669896"/>
              <a:gd name="connsiteX2" fmla="*/ 3546175 w 3546175"/>
              <a:gd name="connsiteY2" fmla="*/ 4669896 h 4669896"/>
              <a:gd name="connsiteX3" fmla="*/ 3301022 w 3546175"/>
              <a:gd name="connsiteY3" fmla="*/ 4559120 h 4669896"/>
              <a:gd name="connsiteX4" fmla="*/ 294600 w 3546175"/>
              <a:gd name="connsiteY4" fmla="*/ 2329081 h 4669896"/>
              <a:gd name="connsiteX5" fmla="*/ 758 w 3546175"/>
              <a:gd name="connsiteY5" fmla="*/ 920518 h 4669896"/>
              <a:gd name="connsiteX6" fmla="*/ 124987 w 3546175"/>
              <a:gd name="connsiteY6" fmla="*/ 162828 h 4669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46175" h="4669896">
                <a:moveTo>
                  <a:pt x="196669" y="0"/>
                </a:moveTo>
                <a:lnTo>
                  <a:pt x="3546175" y="0"/>
                </a:lnTo>
                <a:lnTo>
                  <a:pt x="3546175" y="4669896"/>
                </a:lnTo>
                <a:lnTo>
                  <a:pt x="3301022" y="4559120"/>
                </a:lnTo>
                <a:cubicBezTo>
                  <a:pt x="1737541" y="3850476"/>
                  <a:pt x="786681" y="3370244"/>
                  <a:pt x="294600" y="2329081"/>
                </a:cubicBezTo>
                <a:cubicBezTo>
                  <a:pt x="26188" y="1761108"/>
                  <a:pt x="-5879" y="1237338"/>
                  <a:pt x="758" y="920518"/>
                </a:cubicBezTo>
                <a:cubicBezTo>
                  <a:pt x="-1092" y="722283"/>
                  <a:pt x="18818" y="445104"/>
                  <a:pt x="124987" y="162828"/>
                </a:cubicBezTo>
                <a:close/>
              </a:path>
            </a:pathLst>
          </a:custGeom>
          <a:solidFill>
            <a:schemeClr val="accent2">
              <a:lumMod val="60000"/>
              <a:lumOff val="40000"/>
              <a:alpha val="30000"/>
            </a:schemeClr>
          </a:solidFill>
          <a:ln w="762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
        <p:nvSpPr>
          <p:cNvPr id="8" name="Freeform: Shape 7">
            <a:extLst>
              <a:ext uri="{FF2B5EF4-FFF2-40B4-BE49-F238E27FC236}">
                <a16:creationId xmlns:a16="http://schemas.microsoft.com/office/drawing/2014/main" id="{8B6DE5F8-6F75-3A93-0611-68422360713F}"/>
              </a:ext>
            </a:extLst>
          </p:cNvPr>
          <p:cNvSpPr/>
          <p:nvPr userDrawn="1"/>
        </p:nvSpPr>
        <p:spPr>
          <a:xfrm>
            <a:off x="9843584" y="1681979"/>
            <a:ext cx="2357774" cy="5185045"/>
          </a:xfrm>
          <a:custGeom>
            <a:avLst/>
            <a:gdLst>
              <a:gd name="connsiteX0" fmla="*/ 1569604 w 2355896"/>
              <a:gd name="connsiteY0" fmla="*/ 930 h 5176020"/>
              <a:gd name="connsiteX1" fmla="*/ 2294545 w 2355896"/>
              <a:gd name="connsiteY1" fmla="*/ 262206 h 5176020"/>
              <a:gd name="connsiteX2" fmla="*/ 2355896 w 2355896"/>
              <a:gd name="connsiteY2" fmla="*/ 305299 h 5176020"/>
              <a:gd name="connsiteX3" fmla="*/ 2355896 w 2355896"/>
              <a:gd name="connsiteY3" fmla="*/ 5176020 h 5176020"/>
              <a:gd name="connsiteX4" fmla="*/ 1257259 w 2355896"/>
              <a:gd name="connsiteY4" fmla="*/ 5176020 h 5176020"/>
              <a:gd name="connsiteX5" fmla="*/ 1235764 w 2355896"/>
              <a:gd name="connsiteY5" fmla="*/ 5150921 h 5176020"/>
              <a:gd name="connsiteX6" fmla="*/ 706756 w 2355896"/>
              <a:gd name="connsiteY6" fmla="*/ 4186633 h 5176020"/>
              <a:gd name="connsiteX7" fmla="*/ 87362 w 2355896"/>
              <a:gd name="connsiteY7" fmla="*/ 1347390 h 5176020"/>
              <a:gd name="connsiteX8" fmla="*/ 604815 w 2355896"/>
              <a:gd name="connsiteY8" fmla="*/ 465087 h 5176020"/>
              <a:gd name="connsiteX9" fmla="*/ 1426482 w 2355896"/>
              <a:gd name="connsiteY9" fmla="*/ 5354 h 5176020"/>
              <a:gd name="connsiteX10" fmla="*/ 1569604 w 2355896"/>
              <a:gd name="connsiteY10" fmla="*/ 930 h 5176020"/>
              <a:gd name="connsiteX0" fmla="*/ 2355896 w 2445269"/>
              <a:gd name="connsiteY0" fmla="*/ 305299 h 5176020"/>
              <a:gd name="connsiteX1" fmla="*/ 2355896 w 2445269"/>
              <a:gd name="connsiteY1" fmla="*/ 5176020 h 5176020"/>
              <a:gd name="connsiteX2" fmla="*/ 1257259 w 2445269"/>
              <a:gd name="connsiteY2" fmla="*/ 5176020 h 5176020"/>
              <a:gd name="connsiteX3" fmla="*/ 1235764 w 2445269"/>
              <a:gd name="connsiteY3" fmla="*/ 5150921 h 5176020"/>
              <a:gd name="connsiteX4" fmla="*/ 706756 w 2445269"/>
              <a:gd name="connsiteY4" fmla="*/ 4186633 h 5176020"/>
              <a:gd name="connsiteX5" fmla="*/ 87362 w 2445269"/>
              <a:gd name="connsiteY5" fmla="*/ 1347390 h 5176020"/>
              <a:gd name="connsiteX6" fmla="*/ 604815 w 2445269"/>
              <a:gd name="connsiteY6" fmla="*/ 465087 h 5176020"/>
              <a:gd name="connsiteX7" fmla="*/ 1426482 w 2445269"/>
              <a:gd name="connsiteY7" fmla="*/ 5354 h 5176020"/>
              <a:gd name="connsiteX8" fmla="*/ 1569604 w 2445269"/>
              <a:gd name="connsiteY8" fmla="*/ 930 h 5176020"/>
              <a:gd name="connsiteX9" fmla="*/ 2294545 w 2445269"/>
              <a:gd name="connsiteY9" fmla="*/ 262206 h 5176020"/>
              <a:gd name="connsiteX10" fmla="*/ 2445269 w 2445269"/>
              <a:gd name="connsiteY10" fmla="*/ 396137 h 5176020"/>
              <a:gd name="connsiteX0" fmla="*/ 2355896 w 2445269"/>
              <a:gd name="connsiteY0" fmla="*/ 5176020 h 5176020"/>
              <a:gd name="connsiteX1" fmla="*/ 1257259 w 2445269"/>
              <a:gd name="connsiteY1" fmla="*/ 5176020 h 5176020"/>
              <a:gd name="connsiteX2" fmla="*/ 1235764 w 2445269"/>
              <a:gd name="connsiteY2" fmla="*/ 5150921 h 5176020"/>
              <a:gd name="connsiteX3" fmla="*/ 706756 w 2445269"/>
              <a:gd name="connsiteY3" fmla="*/ 4186633 h 5176020"/>
              <a:gd name="connsiteX4" fmla="*/ 87362 w 2445269"/>
              <a:gd name="connsiteY4" fmla="*/ 1347390 h 5176020"/>
              <a:gd name="connsiteX5" fmla="*/ 604815 w 2445269"/>
              <a:gd name="connsiteY5" fmla="*/ 465087 h 5176020"/>
              <a:gd name="connsiteX6" fmla="*/ 1426482 w 2445269"/>
              <a:gd name="connsiteY6" fmla="*/ 5354 h 5176020"/>
              <a:gd name="connsiteX7" fmla="*/ 1569604 w 2445269"/>
              <a:gd name="connsiteY7" fmla="*/ 930 h 5176020"/>
              <a:gd name="connsiteX8" fmla="*/ 2294545 w 2445269"/>
              <a:gd name="connsiteY8" fmla="*/ 262206 h 5176020"/>
              <a:gd name="connsiteX9" fmla="*/ 2445269 w 2445269"/>
              <a:gd name="connsiteY9" fmla="*/ 396137 h 5176020"/>
              <a:gd name="connsiteX0" fmla="*/ 2355896 w 2440304"/>
              <a:gd name="connsiteY0" fmla="*/ 5176020 h 5176020"/>
              <a:gd name="connsiteX1" fmla="*/ 1257259 w 2440304"/>
              <a:gd name="connsiteY1" fmla="*/ 5176020 h 5176020"/>
              <a:gd name="connsiteX2" fmla="*/ 1235764 w 2440304"/>
              <a:gd name="connsiteY2" fmla="*/ 5150921 h 5176020"/>
              <a:gd name="connsiteX3" fmla="*/ 706756 w 2440304"/>
              <a:gd name="connsiteY3" fmla="*/ 4186633 h 5176020"/>
              <a:gd name="connsiteX4" fmla="*/ 87362 w 2440304"/>
              <a:gd name="connsiteY4" fmla="*/ 1347390 h 5176020"/>
              <a:gd name="connsiteX5" fmla="*/ 604815 w 2440304"/>
              <a:gd name="connsiteY5" fmla="*/ 465087 h 5176020"/>
              <a:gd name="connsiteX6" fmla="*/ 1426482 w 2440304"/>
              <a:gd name="connsiteY6" fmla="*/ 5354 h 5176020"/>
              <a:gd name="connsiteX7" fmla="*/ 1569604 w 2440304"/>
              <a:gd name="connsiteY7" fmla="*/ 930 h 5176020"/>
              <a:gd name="connsiteX8" fmla="*/ 2294545 w 2440304"/>
              <a:gd name="connsiteY8" fmla="*/ 262206 h 5176020"/>
              <a:gd name="connsiteX9" fmla="*/ 2440304 w 2440304"/>
              <a:gd name="connsiteY9" fmla="*/ 396137 h 5176020"/>
              <a:gd name="connsiteX0" fmla="*/ 2355896 w 2440304"/>
              <a:gd name="connsiteY0" fmla="*/ 5176020 h 5176020"/>
              <a:gd name="connsiteX1" fmla="*/ 1257259 w 2440304"/>
              <a:gd name="connsiteY1" fmla="*/ 5176020 h 5176020"/>
              <a:gd name="connsiteX2" fmla="*/ 1235764 w 2440304"/>
              <a:gd name="connsiteY2" fmla="*/ 5150921 h 5176020"/>
              <a:gd name="connsiteX3" fmla="*/ 706756 w 2440304"/>
              <a:gd name="connsiteY3" fmla="*/ 4186633 h 5176020"/>
              <a:gd name="connsiteX4" fmla="*/ 87362 w 2440304"/>
              <a:gd name="connsiteY4" fmla="*/ 1347390 h 5176020"/>
              <a:gd name="connsiteX5" fmla="*/ 604815 w 2440304"/>
              <a:gd name="connsiteY5" fmla="*/ 465087 h 5176020"/>
              <a:gd name="connsiteX6" fmla="*/ 1426482 w 2440304"/>
              <a:gd name="connsiteY6" fmla="*/ 5354 h 5176020"/>
              <a:gd name="connsiteX7" fmla="*/ 1569604 w 2440304"/>
              <a:gd name="connsiteY7" fmla="*/ 930 h 5176020"/>
              <a:gd name="connsiteX8" fmla="*/ 2304475 w 2440304"/>
              <a:gd name="connsiteY8" fmla="*/ 274822 h 5176020"/>
              <a:gd name="connsiteX9" fmla="*/ 2440304 w 2440304"/>
              <a:gd name="connsiteY9" fmla="*/ 396137 h 5176020"/>
              <a:gd name="connsiteX0" fmla="*/ 2355896 w 2355896"/>
              <a:gd name="connsiteY0" fmla="*/ 5176020 h 5176020"/>
              <a:gd name="connsiteX1" fmla="*/ 1257259 w 2355896"/>
              <a:gd name="connsiteY1" fmla="*/ 5176020 h 5176020"/>
              <a:gd name="connsiteX2" fmla="*/ 1235764 w 2355896"/>
              <a:gd name="connsiteY2" fmla="*/ 5150921 h 5176020"/>
              <a:gd name="connsiteX3" fmla="*/ 706756 w 2355896"/>
              <a:gd name="connsiteY3" fmla="*/ 4186633 h 5176020"/>
              <a:gd name="connsiteX4" fmla="*/ 87362 w 2355896"/>
              <a:gd name="connsiteY4" fmla="*/ 1347390 h 5176020"/>
              <a:gd name="connsiteX5" fmla="*/ 604815 w 2355896"/>
              <a:gd name="connsiteY5" fmla="*/ 465087 h 5176020"/>
              <a:gd name="connsiteX6" fmla="*/ 1426482 w 2355896"/>
              <a:gd name="connsiteY6" fmla="*/ 5354 h 5176020"/>
              <a:gd name="connsiteX7" fmla="*/ 1569604 w 2355896"/>
              <a:gd name="connsiteY7" fmla="*/ 930 h 5176020"/>
              <a:gd name="connsiteX8" fmla="*/ 2304475 w 2355896"/>
              <a:gd name="connsiteY8" fmla="*/ 274822 h 5176020"/>
              <a:gd name="connsiteX0" fmla="*/ 1257259 w 2304475"/>
              <a:gd name="connsiteY0" fmla="*/ 5176020 h 5176020"/>
              <a:gd name="connsiteX1" fmla="*/ 1235764 w 2304475"/>
              <a:gd name="connsiteY1" fmla="*/ 5150921 h 5176020"/>
              <a:gd name="connsiteX2" fmla="*/ 706756 w 2304475"/>
              <a:gd name="connsiteY2" fmla="*/ 4186633 h 5176020"/>
              <a:gd name="connsiteX3" fmla="*/ 87362 w 2304475"/>
              <a:gd name="connsiteY3" fmla="*/ 1347390 h 5176020"/>
              <a:gd name="connsiteX4" fmla="*/ 604815 w 2304475"/>
              <a:gd name="connsiteY4" fmla="*/ 465087 h 5176020"/>
              <a:gd name="connsiteX5" fmla="*/ 1426482 w 2304475"/>
              <a:gd name="connsiteY5" fmla="*/ 5354 h 5176020"/>
              <a:gd name="connsiteX6" fmla="*/ 1569604 w 2304475"/>
              <a:gd name="connsiteY6" fmla="*/ 930 h 5176020"/>
              <a:gd name="connsiteX7" fmla="*/ 2304475 w 2304475"/>
              <a:gd name="connsiteY7" fmla="*/ 274822 h 5176020"/>
              <a:gd name="connsiteX0" fmla="*/ 1235764 w 2304475"/>
              <a:gd name="connsiteY0" fmla="*/ 5150921 h 5150921"/>
              <a:gd name="connsiteX1" fmla="*/ 706756 w 2304475"/>
              <a:gd name="connsiteY1" fmla="*/ 4186633 h 5150921"/>
              <a:gd name="connsiteX2" fmla="*/ 87362 w 2304475"/>
              <a:gd name="connsiteY2" fmla="*/ 1347390 h 5150921"/>
              <a:gd name="connsiteX3" fmla="*/ 604815 w 2304475"/>
              <a:gd name="connsiteY3" fmla="*/ 465087 h 5150921"/>
              <a:gd name="connsiteX4" fmla="*/ 1426482 w 2304475"/>
              <a:gd name="connsiteY4" fmla="*/ 5354 h 5150921"/>
              <a:gd name="connsiteX5" fmla="*/ 1569604 w 2304475"/>
              <a:gd name="connsiteY5" fmla="*/ 930 h 5150921"/>
              <a:gd name="connsiteX6" fmla="*/ 2304475 w 2304475"/>
              <a:gd name="connsiteY6" fmla="*/ 274822 h 5150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04475" h="5150921">
                <a:moveTo>
                  <a:pt x="1235764" y="5150921"/>
                </a:moveTo>
                <a:cubicBezTo>
                  <a:pt x="1089744" y="4970003"/>
                  <a:pt x="919633" y="4675268"/>
                  <a:pt x="706756" y="4186633"/>
                </a:cubicBezTo>
                <a:cubicBezTo>
                  <a:pt x="159927" y="2931459"/>
                  <a:pt x="-166151" y="2182975"/>
                  <a:pt x="87362" y="1347390"/>
                </a:cubicBezTo>
                <a:cubicBezTo>
                  <a:pt x="217029" y="920066"/>
                  <a:pt x="450111" y="628826"/>
                  <a:pt x="604815" y="465087"/>
                </a:cubicBezTo>
                <a:cubicBezTo>
                  <a:pt x="754631" y="296578"/>
                  <a:pt x="1030250" y="48187"/>
                  <a:pt x="1426482" y="5354"/>
                </a:cubicBezTo>
                <a:cubicBezTo>
                  <a:pt x="1473780" y="240"/>
                  <a:pt x="1521538" y="-1153"/>
                  <a:pt x="1569604" y="930"/>
                </a:cubicBezTo>
                <a:cubicBezTo>
                  <a:pt x="1809933" y="11345"/>
                  <a:pt x="2067880" y="121265"/>
                  <a:pt x="2304475" y="274822"/>
                </a:cubicBezTo>
              </a:path>
            </a:pathLst>
          </a:custGeom>
          <a:noFill/>
          <a:ln w="69850" cap="flat">
            <a:solidFill>
              <a:schemeClr val="accent1">
                <a:alpha val="50000"/>
              </a:schemeClr>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Tree>
    <p:extLst>
      <p:ext uri="{BB962C8B-B14F-4D97-AF65-F5344CB8AC3E}">
        <p14:creationId xmlns:p14="http://schemas.microsoft.com/office/powerpoint/2010/main" val="419544906"/>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133D3C5-C513-43F4-A4D6-A2D1D297FCB0}" type="datetimeFigureOut">
              <a:rPr lang="en-GB" smtClean="0"/>
              <a:t>20/03/2026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D28BE21A-0860-4DF1-B29E-E3B1418E0AF4}" type="slidenum">
              <a:rPr lang="en-GB" smtClean="0"/>
              <a:t>‹#›</a:t>
            </a:fld>
            <a:endParaRPr lang="en-GB"/>
          </a:p>
        </p:txBody>
      </p:sp>
      <p:sp>
        <p:nvSpPr>
          <p:cNvPr id="7" name="Freeform: Shape 6">
            <a:extLst>
              <a:ext uri="{FF2B5EF4-FFF2-40B4-BE49-F238E27FC236}">
                <a16:creationId xmlns:a16="http://schemas.microsoft.com/office/drawing/2014/main" id="{01354E6D-E1F4-CCC1-CE42-79916D03C780}"/>
              </a:ext>
            </a:extLst>
          </p:cNvPr>
          <p:cNvSpPr/>
          <p:nvPr userDrawn="1"/>
        </p:nvSpPr>
        <p:spPr>
          <a:xfrm>
            <a:off x="1" y="1454554"/>
            <a:ext cx="7279953" cy="5403446"/>
          </a:xfrm>
          <a:custGeom>
            <a:avLst/>
            <a:gdLst>
              <a:gd name="connsiteX0" fmla="*/ 2849225 w 7279953"/>
              <a:gd name="connsiteY0" fmla="*/ 1991 h 5403446"/>
              <a:gd name="connsiteX1" fmla="*/ 5787175 w 7279953"/>
              <a:gd name="connsiteY1" fmla="*/ 802235 h 5403446"/>
              <a:gd name="connsiteX2" fmla="*/ 7222098 w 7279953"/>
              <a:gd name="connsiteY2" fmla="*/ 5257058 h 5403446"/>
              <a:gd name="connsiteX3" fmla="*/ 7198134 w 7279953"/>
              <a:gd name="connsiteY3" fmla="*/ 5403446 h 5403446"/>
              <a:gd name="connsiteX4" fmla="*/ 0 w 7279953"/>
              <a:gd name="connsiteY4" fmla="*/ 5403446 h 5403446"/>
              <a:gd name="connsiteX5" fmla="*/ 0 w 7279953"/>
              <a:gd name="connsiteY5" fmla="*/ 593527 h 5403446"/>
              <a:gd name="connsiteX6" fmla="*/ 151492 w 7279953"/>
              <a:gd name="connsiteY6" fmla="*/ 533307 h 5403446"/>
              <a:gd name="connsiteX7" fmla="*/ 2849225 w 7279953"/>
              <a:gd name="connsiteY7" fmla="*/ 1991 h 54034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79953" h="5403446">
                <a:moveTo>
                  <a:pt x="2849225" y="1991"/>
                </a:moveTo>
                <a:cubicBezTo>
                  <a:pt x="3990388" y="-25010"/>
                  <a:pt x="5049890" y="221659"/>
                  <a:pt x="5787175" y="802235"/>
                </a:cubicBezTo>
                <a:cubicBezTo>
                  <a:pt x="6927689" y="1700322"/>
                  <a:pt x="7466345" y="3530716"/>
                  <a:pt x="7222098" y="5257058"/>
                </a:cubicBezTo>
                <a:lnTo>
                  <a:pt x="7198134" y="5403446"/>
                </a:lnTo>
                <a:lnTo>
                  <a:pt x="0" y="5403446"/>
                </a:lnTo>
                <a:lnTo>
                  <a:pt x="0" y="593527"/>
                </a:lnTo>
                <a:lnTo>
                  <a:pt x="151492" y="533307"/>
                </a:lnTo>
                <a:cubicBezTo>
                  <a:pt x="1024681" y="209544"/>
                  <a:pt x="1961653" y="22991"/>
                  <a:pt x="2849225" y="1991"/>
                </a:cubicBezTo>
                <a:close/>
              </a:path>
            </a:pathLst>
          </a:custGeom>
          <a:solidFill>
            <a:schemeClr val="accent2">
              <a:lumMod val="75000"/>
              <a:alpha val="58000"/>
            </a:schemeClr>
          </a:solidFill>
          <a:ln w="377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
        <p:nvSpPr>
          <p:cNvPr id="8" name="Freeform: Shape 7">
            <a:extLst>
              <a:ext uri="{FF2B5EF4-FFF2-40B4-BE49-F238E27FC236}">
                <a16:creationId xmlns:a16="http://schemas.microsoft.com/office/drawing/2014/main" id="{3C57BD73-8DAD-5762-B57C-177ECEEACFC6}"/>
              </a:ext>
            </a:extLst>
          </p:cNvPr>
          <p:cNvSpPr/>
          <p:nvPr userDrawn="1"/>
        </p:nvSpPr>
        <p:spPr>
          <a:xfrm>
            <a:off x="1" y="1"/>
            <a:ext cx="5306847" cy="4114703"/>
          </a:xfrm>
          <a:custGeom>
            <a:avLst/>
            <a:gdLst>
              <a:gd name="connsiteX0" fmla="*/ 1128214 w 5306847"/>
              <a:gd name="connsiteY0" fmla="*/ 3116019 h 4114703"/>
              <a:gd name="connsiteX1" fmla="*/ 835809 w 5306847"/>
              <a:gd name="connsiteY1" fmla="*/ 3193860 h 4114703"/>
              <a:gd name="connsiteX2" fmla="*/ 1244658 w 5306847"/>
              <a:gd name="connsiteY2" fmla="*/ 3132653 h 4114703"/>
              <a:gd name="connsiteX3" fmla="*/ 1128214 w 5306847"/>
              <a:gd name="connsiteY3" fmla="*/ 3116019 h 4114703"/>
              <a:gd name="connsiteX4" fmla="*/ 593382 w 5306847"/>
              <a:gd name="connsiteY4" fmla="*/ 3062082 h 4114703"/>
              <a:gd name="connsiteX5" fmla="*/ 746859 w 5306847"/>
              <a:gd name="connsiteY5" fmla="*/ 3073079 h 4114703"/>
              <a:gd name="connsiteX6" fmla="*/ 593382 w 5306847"/>
              <a:gd name="connsiteY6" fmla="*/ 3062082 h 4114703"/>
              <a:gd name="connsiteX7" fmla="*/ 0 w 5306847"/>
              <a:gd name="connsiteY7" fmla="*/ 2705805 h 4114703"/>
              <a:gd name="connsiteX8" fmla="*/ 793045 w 5306847"/>
              <a:gd name="connsiteY8" fmla="*/ 2775067 h 4114703"/>
              <a:gd name="connsiteX9" fmla="*/ 1031840 w 5306847"/>
              <a:gd name="connsiteY9" fmla="*/ 2810847 h 4114703"/>
              <a:gd name="connsiteX10" fmla="*/ 1026371 w 5306847"/>
              <a:gd name="connsiteY10" fmla="*/ 2848980 h 4114703"/>
              <a:gd name="connsiteX11" fmla="*/ 59068 w 5306847"/>
              <a:gd name="connsiteY11" fmla="*/ 2811901 h 4114703"/>
              <a:gd name="connsiteX12" fmla="*/ 50283 w 5306847"/>
              <a:gd name="connsiteY12" fmla="*/ 2852290 h 4114703"/>
              <a:gd name="connsiteX13" fmla="*/ 316347 w 5306847"/>
              <a:gd name="connsiteY13" fmla="*/ 2928972 h 4114703"/>
              <a:gd name="connsiteX14" fmla="*/ 1075878 w 5306847"/>
              <a:gd name="connsiteY14" fmla="*/ 2984948 h 4114703"/>
              <a:gd name="connsiteX15" fmla="*/ 1383585 w 5306847"/>
              <a:gd name="connsiteY15" fmla="*/ 2941791 h 4114703"/>
              <a:gd name="connsiteX16" fmla="*/ 1495153 w 5306847"/>
              <a:gd name="connsiteY16" fmla="*/ 3004988 h 4114703"/>
              <a:gd name="connsiteX17" fmla="*/ 1311595 w 5306847"/>
              <a:gd name="connsiteY17" fmla="*/ 3096004 h 4114703"/>
              <a:gd name="connsiteX18" fmla="*/ 1793219 w 5306847"/>
              <a:gd name="connsiteY18" fmla="*/ 3146904 h 4114703"/>
              <a:gd name="connsiteX19" fmla="*/ 1246095 w 5306847"/>
              <a:gd name="connsiteY19" fmla="*/ 3233913 h 4114703"/>
              <a:gd name="connsiteX20" fmla="*/ 1243573 w 5306847"/>
              <a:gd name="connsiteY20" fmla="*/ 3281681 h 4114703"/>
              <a:gd name="connsiteX21" fmla="*/ 1569927 w 5306847"/>
              <a:gd name="connsiteY21" fmla="*/ 3348255 h 4114703"/>
              <a:gd name="connsiteX22" fmla="*/ 1898220 w 5306847"/>
              <a:gd name="connsiteY22" fmla="*/ 3518678 h 4114703"/>
              <a:gd name="connsiteX23" fmla="*/ 1379583 w 5306847"/>
              <a:gd name="connsiteY23" fmla="*/ 3393314 h 4114703"/>
              <a:gd name="connsiteX24" fmla="*/ 1365854 w 5306847"/>
              <a:gd name="connsiteY24" fmla="*/ 3430365 h 4114703"/>
              <a:gd name="connsiteX25" fmla="*/ 1899877 w 5306847"/>
              <a:gd name="connsiteY25" fmla="*/ 3756354 h 4114703"/>
              <a:gd name="connsiteX26" fmla="*/ 1390394 w 5306847"/>
              <a:gd name="connsiteY26" fmla="*/ 3559368 h 4114703"/>
              <a:gd name="connsiteX27" fmla="*/ 1652019 w 5306847"/>
              <a:gd name="connsiteY27" fmla="*/ 3834080 h 4114703"/>
              <a:gd name="connsiteX28" fmla="*/ 1277598 w 5306847"/>
              <a:gd name="connsiteY28" fmla="*/ 3652747 h 4114703"/>
              <a:gd name="connsiteX29" fmla="*/ 1363636 w 5306847"/>
              <a:gd name="connsiteY29" fmla="*/ 4114703 h 4114703"/>
              <a:gd name="connsiteX30" fmla="*/ 1003785 w 5306847"/>
              <a:gd name="connsiteY30" fmla="*/ 3536203 h 4114703"/>
              <a:gd name="connsiteX31" fmla="*/ 1137175 w 5306847"/>
              <a:gd name="connsiteY31" fmla="*/ 3932544 h 4114703"/>
              <a:gd name="connsiteX32" fmla="*/ 1092633 w 5306847"/>
              <a:gd name="connsiteY32" fmla="*/ 3954634 h 4114703"/>
              <a:gd name="connsiteX33" fmla="*/ 981708 w 5306847"/>
              <a:gd name="connsiteY33" fmla="*/ 3767746 h 4114703"/>
              <a:gd name="connsiteX34" fmla="*/ 816353 w 5306847"/>
              <a:gd name="connsiteY34" fmla="*/ 3458203 h 4114703"/>
              <a:gd name="connsiteX35" fmla="*/ 612237 w 5306847"/>
              <a:gd name="connsiteY35" fmla="*/ 3330261 h 4114703"/>
              <a:gd name="connsiteX36" fmla="*/ 782209 w 5306847"/>
              <a:gd name="connsiteY36" fmla="*/ 3785035 h 4114703"/>
              <a:gd name="connsiteX37" fmla="*/ 359536 w 5306847"/>
              <a:gd name="connsiteY37" fmla="*/ 3187049 h 4114703"/>
              <a:gd name="connsiteX38" fmla="*/ 316861 w 5306847"/>
              <a:gd name="connsiteY38" fmla="*/ 3207700 h 4114703"/>
              <a:gd name="connsiteX39" fmla="*/ 519543 w 5306847"/>
              <a:gd name="connsiteY39" fmla="*/ 3770012 h 4114703"/>
              <a:gd name="connsiteX40" fmla="*/ 119870 w 5306847"/>
              <a:gd name="connsiteY40" fmla="*/ 3080521 h 4114703"/>
              <a:gd name="connsiteX41" fmla="*/ 155937 w 5306847"/>
              <a:gd name="connsiteY41" fmla="*/ 3674683 h 4114703"/>
              <a:gd name="connsiteX42" fmla="*/ 39600 w 5306847"/>
              <a:gd name="connsiteY42" fmla="*/ 3316729 h 4114703"/>
              <a:gd name="connsiteX43" fmla="*/ 0 w 5306847"/>
              <a:gd name="connsiteY43" fmla="*/ 3138695 h 4114703"/>
              <a:gd name="connsiteX44" fmla="*/ 0 w 5306847"/>
              <a:gd name="connsiteY44" fmla="*/ 2448197 h 4114703"/>
              <a:gd name="connsiteX45" fmla="*/ 55485 w 5306847"/>
              <a:gd name="connsiteY45" fmla="*/ 2448349 h 4114703"/>
              <a:gd name="connsiteX46" fmla="*/ 127415 w 5306847"/>
              <a:gd name="connsiteY46" fmla="*/ 2484330 h 4114703"/>
              <a:gd name="connsiteX47" fmla="*/ 35102 w 5306847"/>
              <a:gd name="connsiteY47" fmla="*/ 2503119 h 4114703"/>
              <a:gd name="connsiteX48" fmla="*/ 0 w 5306847"/>
              <a:gd name="connsiteY48" fmla="*/ 2507241 h 4114703"/>
              <a:gd name="connsiteX49" fmla="*/ 0 w 5306847"/>
              <a:gd name="connsiteY49" fmla="*/ 1951810 h 4114703"/>
              <a:gd name="connsiteX50" fmla="*/ 65069 w 5306847"/>
              <a:gd name="connsiteY50" fmla="*/ 1993449 h 4114703"/>
              <a:gd name="connsiteX51" fmla="*/ 541335 w 5306847"/>
              <a:gd name="connsiteY51" fmla="*/ 2322212 h 4114703"/>
              <a:gd name="connsiteX52" fmla="*/ 95359 w 5306847"/>
              <a:gd name="connsiteY52" fmla="*/ 2112344 h 4114703"/>
              <a:gd name="connsiteX53" fmla="*/ 0 w 5306847"/>
              <a:gd name="connsiteY53" fmla="*/ 2070199 h 4114703"/>
              <a:gd name="connsiteX54" fmla="*/ 1493216 w 5306847"/>
              <a:gd name="connsiteY54" fmla="*/ 1252887 h 4114703"/>
              <a:gd name="connsiteX55" fmla="*/ 774195 w 5306847"/>
              <a:gd name="connsiteY55" fmla="*/ 1512992 h 4114703"/>
              <a:gd name="connsiteX56" fmla="*/ 1493216 w 5306847"/>
              <a:gd name="connsiteY56" fmla="*/ 1252887 h 4114703"/>
              <a:gd name="connsiteX57" fmla="*/ 76255 w 5306847"/>
              <a:gd name="connsiteY57" fmla="*/ 1097450 h 4114703"/>
              <a:gd name="connsiteX58" fmla="*/ 33618 w 5306847"/>
              <a:gd name="connsiteY58" fmla="*/ 1349175 h 4114703"/>
              <a:gd name="connsiteX59" fmla="*/ 0 w 5306847"/>
              <a:gd name="connsiteY59" fmla="*/ 1432332 h 4114703"/>
              <a:gd name="connsiteX60" fmla="*/ 0 w 5306847"/>
              <a:gd name="connsiteY60" fmla="*/ 1189112 h 4114703"/>
              <a:gd name="connsiteX61" fmla="*/ 2029776 w 5306847"/>
              <a:gd name="connsiteY61" fmla="*/ 932082 h 4114703"/>
              <a:gd name="connsiteX62" fmla="*/ 1584547 w 5306847"/>
              <a:gd name="connsiteY62" fmla="*/ 1035281 h 4114703"/>
              <a:gd name="connsiteX63" fmla="*/ 1855741 w 5306847"/>
              <a:gd name="connsiteY63" fmla="*/ 1119025 h 4114703"/>
              <a:gd name="connsiteX64" fmla="*/ 2029776 w 5306847"/>
              <a:gd name="connsiteY64" fmla="*/ 932082 h 4114703"/>
              <a:gd name="connsiteX65" fmla="*/ 2172757 w 5306847"/>
              <a:gd name="connsiteY65" fmla="*/ 756549 h 4114703"/>
              <a:gd name="connsiteX66" fmla="*/ 1449360 w 5306847"/>
              <a:gd name="connsiteY66" fmla="*/ 944440 h 4114703"/>
              <a:gd name="connsiteX67" fmla="*/ 1465019 w 5306847"/>
              <a:gd name="connsiteY67" fmla="*/ 953215 h 4114703"/>
              <a:gd name="connsiteX68" fmla="*/ 2108011 w 5306847"/>
              <a:gd name="connsiteY68" fmla="*/ 848645 h 4114703"/>
              <a:gd name="connsiteX69" fmla="*/ 2172757 w 5306847"/>
              <a:gd name="connsiteY69" fmla="*/ 756549 h 4114703"/>
              <a:gd name="connsiteX70" fmla="*/ 4252658 w 5306847"/>
              <a:gd name="connsiteY70" fmla="*/ 150792 h 4114703"/>
              <a:gd name="connsiteX71" fmla="*/ 3931686 w 5306847"/>
              <a:gd name="connsiteY71" fmla="*/ 459776 h 4114703"/>
              <a:gd name="connsiteX72" fmla="*/ 4132278 w 5306847"/>
              <a:gd name="connsiteY72" fmla="*/ 351481 h 4114703"/>
              <a:gd name="connsiteX73" fmla="*/ 4283202 w 5306847"/>
              <a:gd name="connsiteY73" fmla="*/ 178164 h 4114703"/>
              <a:gd name="connsiteX74" fmla="*/ 4252658 w 5306847"/>
              <a:gd name="connsiteY74" fmla="*/ 150792 h 4114703"/>
              <a:gd name="connsiteX75" fmla="*/ 3325439 w 5306847"/>
              <a:gd name="connsiteY75" fmla="*/ 0 h 4114703"/>
              <a:gd name="connsiteX76" fmla="*/ 3418746 w 5306847"/>
              <a:gd name="connsiteY76" fmla="*/ 0 h 4114703"/>
              <a:gd name="connsiteX77" fmla="*/ 3419677 w 5306847"/>
              <a:gd name="connsiteY77" fmla="*/ 8956 h 4114703"/>
              <a:gd name="connsiteX78" fmla="*/ 3293135 w 5306847"/>
              <a:gd name="connsiteY78" fmla="*/ 286266 h 4114703"/>
              <a:gd name="connsiteX79" fmla="*/ 3118350 w 5306847"/>
              <a:gd name="connsiteY79" fmla="*/ 657091 h 4114703"/>
              <a:gd name="connsiteX80" fmla="*/ 3329162 w 5306847"/>
              <a:gd name="connsiteY80" fmla="*/ 590326 h 4114703"/>
              <a:gd name="connsiteX81" fmla="*/ 3639279 w 5306847"/>
              <a:gd name="connsiteY81" fmla="*/ 4623 h 4114703"/>
              <a:gd name="connsiteX82" fmla="*/ 3642347 w 5306847"/>
              <a:gd name="connsiteY82" fmla="*/ 0 h 4114703"/>
              <a:gd name="connsiteX83" fmla="*/ 3767243 w 5306847"/>
              <a:gd name="connsiteY83" fmla="*/ 0 h 4114703"/>
              <a:gd name="connsiteX84" fmla="*/ 3613382 w 5306847"/>
              <a:gd name="connsiteY84" fmla="*/ 253431 h 4114703"/>
              <a:gd name="connsiteX85" fmla="*/ 3417993 w 5306847"/>
              <a:gd name="connsiteY85" fmla="*/ 575207 h 4114703"/>
              <a:gd name="connsiteX86" fmla="*/ 3686405 w 5306847"/>
              <a:gd name="connsiteY86" fmla="*/ 478980 h 4114703"/>
              <a:gd name="connsiteX87" fmla="*/ 3866549 w 5306847"/>
              <a:gd name="connsiteY87" fmla="*/ 110874 h 4114703"/>
              <a:gd name="connsiteX88" fmla="*/ 3929931 w 5306847"/>
              <a:gd name="connsiteY88" fmla="*/ 0 h 4114703"/>
              <a:gd name="connsiteX89" fmla="*/ 4126959 w 5306847"/>
              <a:gd name="connsiteY89" fmla="*/ 0 h 4114703"/>
              <a:gd name="connsiteX90" fmla="*/ 4117244 w 5306847"/>
              <a:gd name="connsiteY90" fmla="*/ 13877 h 4114703"/>
              <a:gd name="connsiteX91" fmla="*/ 4042900 w 5306847"/>
              <a:gd name="connsiteY91" fmla="*/ 153958 h 4114703"/>
              <a:gd name="connsiteX92" fmla="*/ 4386860 w 5306847"/>
              <a:gd name="connsiteY92" fmla="*/ 73668 h 4114703"/>
              <a:gd name="connsiteX93" fmla="*/ 4454900 w 5306847"/>
              <a:gd name="connsiteY93" fmla="*/ 0 h 4114703"/>
              <a:gd name="connsiteX94" fmla="*/ 4550359 w 5306847"/>
              <a:gd name="connsiteY94" fmla="*/ 0 h 4114703"/>
              <a:gd name="connsiteX95" fmla="*/ 4527388 w 5306847"/>
              <a:gd name="connsiteY95" fmla="*/ 31847 h 4114703"/>
              <a:gd name="connsiteX96" fmla="*/ 4376382 w 5306847"/>
              <a:gd name="connsiteY96" fmla="*/ 240637 h 4114703"/>
              <a:gd name="connsiteX97" fmla="*/ 4663766 w 5306847"/>
              <a:gd name="connsiteY97" fmla="*/ 12858 h 4114703"/>
              <a:gd name="connsiteX98" fmla="*/ 4679372 w 5306847"/>
              <a:gd name="connsiteY98" fmla="*/ 0 h 4114703"/>
              <a:gd name="connsiteX99" fmla="*/ 4869273 w 5306847"/>
              <a:gd name="connsiteY99" fmla="*/ 0 h 4114703"/>
              <a:gd name="connsiteX100" fmla="*/ 4683376 w 5306847"/>
              <a:gd name="connsiteY100" fmla="*/ 138589 h 4114703"/>
              <a:gd name="connsiteX101" fmla="*/ 4443736 w 5306847"/>
              <a:gd name="connsiteY101" fmla="*/ 322099 h 4114703"/>
              <a:gd name="connsiteX102" fmla="*/ 4371506 w 5306847"/>
              <a:gd name="connsiteY102" fmla="*/ 403295 h 4114703"/>
              <a:gd name="connsiteX103" fmla="*/ 5289989 w 5306847"/>
              <a:gd name="connsiteY103" fmla="*/ 73257 h 4114703"/>
              <a:gd name="connsiteX104" fmla="*/ 5306847 w 5306847"/>
              <a:gd name="connsiteY104" fmla="*/ 129614 h 4114703"/>
              <a:gd name="connsiteX105" fmla="*/ 4722826 w 5306847"/>
              <a:gd name="connsiteY105" fmla="*/ 358107 h 4114703"/>
              <a:gd name="connsiteX106" fmla="*/ 4732656 w 5306847"/>
              <a:gd name="connsiteY106" fmla="*/ 394876 h 4114703"/>
              <a:gd name="connsiteX107" fmla="*/ 5154856 w 5306847"/>
              <a:gd name="connsiteY107" fmla="*/ 369219 h 4114703"/>
              <a:gd name="connsiteX108" fmla="*/ 5086105 w 5306847"/>
              <a:gd name="connsiteY108" fmla="*/ 476601 h 4114703"/>
              <a:gd name="connsiteX109" fmla="*/ 4749699 w 5306847"/>
              <a:gd name="connsiteY109" fmla="*/ 535007 h 4114703"/>
              <a:gd name="connsiteX110" fmla="*/ 5008733 w 5306847"/>
              <a:gd name="connsiteY110" fmla="*/ 672153 h 4114703"/>
              <a:gd name="connsiteX111" fmla="*/ 4655581 w 5306847"/>
              <a:gd name="connsiteY111" fmla="*/ 652691 h 4114703"/>
              <a:gd name="connsiteX112" fmla="*/ 4644466 w 5306847"/>
              <a:gd name="connsiteY112" fmla="*/ 683862 h 4114703"/>
              <a:gd name="connsiteX113" fmla="*/ 4964410 w 5306847"/>
              <a:gd name="connsiteY113" fmla="*/ 830658 h 4114703"/>
              <a:gd name="connsiteX114" fmla="*/ 4658386 w 5306847"/>
              <a:gd name="connsiteY114" fmla="*/ 788605 h 4114703"/>
              <a:gd name="connsiteX115" fmla="*/ 4333885 w 5306847"/>
              <a:gd name="connsiteY115" fmla="*/ 723281 h 4114703"/>
              <a:gd name="connsiteX116" fmla="*/ 4008791 w 5306847"/>
              <a:gd name="connsiteY116" fmla="*/ 732211 h 4114703"/>
              <a:gd name="connsiteX117" fmla="*/ 4598281 w 5306847"/>
              <a:gd name="connsiteY117" fmla="*/ 981875 h 4114703"/>
              <a:gd name="connsiteX118" fmla="*/ 4465159 w 5306847"/>
              <a:gd name="connsiteY118" fmla="*/ 970683 h 4114703"/>
              <a:gd name="connsiteX119" fmla="*/ 3747111 w 5306847"/>
              <a:gd name="connsiteY119" fmla="*/ 785763 h 4114703"/>
              <a:gd name="connsiteX120" fmla="*/ 3529957 w 5306847"/>
              <a:gd name="connsiteY120" fmla="*/ 800574 h 4114703"/>
              <a:gd name="connsiteX121" fmla="*/ 4239375 w 5306847"/>
              <a:gd name="connsiteY121" fmla="*/ 1115034 h 4114703"/>
              <a:gd name="connsiteX122" fmla="*/ 4280974 w 5306847"/>
              <a:gd name="connsiteY122" fmla="*/ 1202039 h 4114703"/>
              <a:gd name="connsiteX123" fmla="*/ 3849984 w 5306847"/>
              <a:gd name="connsiteY123" fmla="*/ 1030627 h 4114703"/>
              <a:gd name="connsiteX124" fmla="*/ 3409429 w 5306847"/>
              <a:gd name="connsiteY124" fmla="*/ 870743 h 4114703"/>
              <a:gd name="connsiteX125" fmla="*/ 3000741 w 5306847"/>
              <a:gd name="connsiteY125" fmla="*/ 841661 h 4114703"/>
              <a:gd name="connsiteX126" fmla="*/ 3001634 w 5306847"/>
              <a:gd name="connsiteY126" fmla="*/ 868350 h 4114703"/>
              <a:gd name="connsiteX127" fmla="*/ 3977926 w 5306847"/>
              <a:gd name="connsiteY127" fmla="*/ 1183583 h 4114703"/>
              <a:gd name="connsiteX128" fmla="*/ 3987416 w 5306847"/>
              <a:gd name="connsiteY128" fmla="*/ 1246207 h 4114703"/>
              <a:gd name="connsiteX129" fmla="*/ 2715015 w 5306847"/>
              <a:gd name="connsiteY129" fmla="*/ 1008947 h 4114703"/>
              <a:gd name="connsiteX130" fmla="*/ 3348065 w 5306847"/>
              <a:gd name="connsiteY130" fmla="*/ 1206626 h 4114703"/>
              <a:gd name="connsiteX131" fmla="*/ 3259910 w 5306847"/>
              <a:gd name="connsiteY131" fmla="*/ 1230747 h 4114703"/>
              <a:gd name="connsiteX132" fmla="*/ 3182468 w 5306847"/>
              <a:gd name="connsiteY132" fmla="*/ 1221624 h 4114703"/>
              <a:gd name="connsiteX133" fmla="*/ 2536035 w 5306847"/>
              <a:gd name="connsiteY133" fmla="*/ 1073823 h 4114703"/>
              <a:gd name="connsiteX134" fmla="*/ 2329567 w 5306847"/>
              <a:gd name="connsiteY134" fmla="*/ 1080109 h 4114703"/>
              <a:gd name="connsiteX135" fmla="*/ 1490638 w 5306847"/>
              <a:gd name="connsiteY135" fmla="*/ 1410800 h 4114703"/>
              <a:gd name="connsiteX136" fmla="*/ 1579656 w 5306847"/>
              <a:gd name="connsiteY136" fmla="*/ 1399406 h 4114703"/>
              <a:gd name="connsiteX137" fmla="*/ 2568862 w 5306847"/>
              <a:gd name="connsiteY137" fmla="*/ 1198528 h 4114703"/>
              <a:gd name="connsiteX138" fmla="*/ 2724042 w 5306847"/>
              <a:gd name="connsiteY138" fmla="*/ 1259695 h 4114703"/>
              <a:gd name="connsiteX139" fmla="*/ 2265993 w 5306847"/>
              <a:gd name="connsiteY139" fmla="*/ 1324555 h 4114703"/>
              <a:gd name="connsiteX140" fmla="*/ 3218786 w 5306847"/>
              <a:gd name="connsiteY140" fmla="*/ 1449876 h 4114703"/>
              <a:gd name="connsiteX141" fmla="*/ 2197564 w 5306847"/>
              <a:gd name="connsiteY141" fmla="*/ 1469480 h 4114703"/>
              <a:gd name="connsiteX142" fmla="*/ 3519100 w 5306847"/>
              <a:gd name="connsiteY142" fmla="*/ 1755212 h 4114703"/>
              <a:gd name="connsiteX143" fmla="*/ 3508692 w 5306847"/>
              <a:gd name="connsiteY143" fmla="*/ 1809348 h 4114703"/>
              <a:gd name="connsiteX144" fmla="*/ 2986339 w 5306847"/>
              <a:gd name="connsiteY144" fmla="*/ 1722848 h 4114703"/>
              <a:gd name="connsiteX145" fmla="*/ 2984790 w 5306847"/>
              <a:gd name="connsiteY145" fmla="*/ 1742491 h 4114703"/>
              <a:gd name="connsiteX146" fmla="*/ 3571283 w 5306847"/>
              <a:gd name="connsiteY146" fmla="*/ 2031955 h 4114703"/>
              <a:gd name="connsiteX147" fmla="*/ 3615118 w 5306847"/>
              <a:gd name="connsiteY147" fmla="*/ 2086291 h 4114703"/>
              <a:gd name="connsiteX148" fmla="*/ 2708513 w 5306847"/>
              <a:gd name="connsiteY148" fmla="*/ 1781688 h 4114703"/>
              <a:gd name="connsiteX149" fmla="*/ 3172418 w 5306847"/>
              <a:gd name="connsiteY149" fmla="*/ 2199742 h 4114703"/>
              <a:gd name="connsiteX150" fmla="*/ 2132197 w 5306847"/>
              <a:gd name="connsiteY150" fmla="*/ 1641209 h 4114703"/>
              <a:gd name="connsiteX151" fmla="*/ 2630167 w 5306847"/>
              <a:gd name="connsiteY151" fmla="*/ 2204145 h 4114703"/>
              <a:gd name="connsiteX152" fmla="*/ 2599847 w 5306847"/>
              <a:gd name="connsiteY152" fmla="*/ 2233140 h 4114703"/>
              <a:gd name="connsiteX153" fmla="*/ 2069682 w 5306847"/>
              <a:gd name="connsiteY153" fmla="*/ 1761346 h 4114703"/>
              <a:gd name="connsiteX154" fmla="*/ 2051614 w 5306847"/>
              <a:gd name="connsiteY154" fmla="*/ 1778826 h 4114703"/>
              <a:gd name="connsiteX155" fmla="*/ 2278737 w 5306847"/>
              <a:gd name="connsiteY155" fmla="*/ 2072065 h 4114703"/>
              <a:gd name="connsiteX156" fmla="*/ 2250256 w 5306847"/>
              <a:gd name="connsiteY156" fmla="*/ 2105001 h 4114703"/>
              <a:gd name="connsiteX157" fmla="*/ 2154719 w 5306847"/>
              <a:gd name="connsiteY157" fmla="*/ 2038687 h 4114703"/>
              <a:gd name="connsiteX158" fmla="*/ 1707849 w 5306847"/>
              <a:gd name="connsiteY158" fmla="*/ 1603352 h 4114703"/>
              <a:gd name="connsiteX159" fmla="*/ 1525666 w 5306847"/>
              <a:gd name="connsiteY159" fmla="*/ 1568923 h 4114703"/>
              <a:gd name="connsiteX160" fmla="*/ 1930439 w 5306847"/>
              <a:gd name="connsiteY160" fmla="*/ 2152124 h 4114703"/>
              <a:gd name="connsiteX161" fmla="*/ 1452634 w 5306847"/>
              <a:gd name="connsiteY161" fmla="*/ 1665318 h 4114703"/>
              <a:gd name="connsiteX162" fmla="*/ 1219821 w 5306847"/>
              <a:gd name="connsiteY162" fmla="*/ 1571963 h 4114703"/>
              <a:gd name="connsiteX163" fmla="*/ 1050195 w 5306847"/>
              <a:gd name="connsiteY163" fmla="*/ 1546914 h 4114703"/>
              <a:gd name="connsiteX164" fmla="*/ 1034486 w 5306847"/>
              <a:gd name="connsiteY164" fmla="*/ 1587574 h 4114703"/>
              <a:gd name="connsiteX165" fmla="*/ 1481611 w 5306847"/>
              <a:gd name="connsiteY165" fmla="*/ 1894459 h 4114703"/>
              <a:gd name="connsiteX166" fmla="*/ 1469161 w 5306847"/>
              <a:gd name="connsiteY166" fmla="*/ 1924278 h 4114703"/>
              <a:gd name="connsiteX167" fmla="*/ 1377537 w 5306847"/>
              <a:gd name="connsiteY167" fmla="*/ 1900183 h 4114703"/>
              <a:gd name="connsiteX168" fmla="*/ 999407 w 5306847"/>
              <a:gd name="connsiteY168" fmla="*/ 1697006 h 4114703"/>
              <a:gd name="connsiteX169" fmla="*/ 805960 w 5306847"/>
              <a:gd name="connsiteY169" fmla="*/ 1643277 h 4114703"/>
              <a:gd name="connsiteX170" fmla="*/ 793467 w 5306847"/>
              <a:gd name="connsiteY170" fmla="*/ 1681164 h 4114703"/>
              <a:gd name="connsiteX171" fmla="*/ 1024949 w 5306847"/>
              <a:gd name="connsiteY171" fmla="*/ 1811845 h 4114703"/>
              <a:gd name="connsiteX172" fmla="*/ 1212262 w 5306847"/>
              <a:gd name="connsiteY172" fmla="*/ 1972065 h 4114703"/>
              <a:gd name="connsiteX173" fmla="*/ 398553 w 5306847"/>
              <a:gd name="connsiteY173" fmla="*/ 1745032 h 4114703"/>
              <a:gd name="connsiteX174" fmla="*/ 824711 w 5306847"/>
              <a:gd name="connsiteY174" fmla="*/ 2090377 h 4114703"/>
              <a:gd name="connsiteX175" fmla="*/ 343018 w 5306847"/>
              <a:gd name="connsiteY175" fmla="*/ 1854143 h 4114703"/>
              <a:gd name="connsiteX176" fmla="*/ 17025 w 5306847"/>
              <a:gd name="connsiteY176" fmla="*/ 1831006 h 4114703"/>
              <a:gd name="connsiteX177" fmla="*/ 0 w 5306847"/>
              <a:gd name="connsiteY177" fmla="*/ 1837998 h 4114703"/>
              <a:gd name="connsiteX178" fmla="*/ 0 w 5306847"/>
              <a:gd name="connsiteY178" fmla="*/ 1569479 h 4114703"/>
              <a:gd name="connsiteX179" fmla="*/ 14353 w 5306847"/>
              <a:gd name="connsiteY179" fmla="*/ 1564248 h 4114703"/>
              <a:gd name="connsiteX180" fmla="*/ 94549 w 5306847"/>
              <a:gd name="connsiteY180" fmla="*/ 1453845 h 4114703"/>
              <a:gd name="connsiteX181" fmla="*/ 303185 w 5306847"/>
              <a:gd name="connsiteY181" fmla="*/ 713266 h 4114703"/>
              <a:gd name="connsiteX182" fmla="*/ 371403 w 5306847"/>
              <a:gd name="connsiteY182" fmla="*/ 807454 h 4114703"/>
              <a:gd name="connsiteX183" fmla="*/ 281093 w 5306847"/>
              <a:gd name="connsiteY183" fmla="*/ 1245667 h 4114703"/>
              <a:gd name="connsiteX184" fmla="*/ 235045 w 5306847"/>
              <a:gd name="connsiteY184" fmla="*/ 1398061 h 4114703"/>
              <a:gd name="connsiteX185" fmla="*/ 503757 w 5306847"/>
              <a:gd name="connsiteY185" fmla="*/ 1085268 h 4114703"/>
              <a:gd name="connsiteX186" fmla="*/ 543798 w 5306847"/>
              <a:gd name="connsiteY186" fmla="*/ 598266 h 4114703"/>
              <a:gd name="connsiteX187" fmla="*/ 585451 w 5306847"/>
              <a:gd name="connsiteY187" fmla="*/ 456397 h 4114703"/>
              <a:gd name="connsiteX188" fmla="*/ 630810 w 5306847"/>
              <a:gd name="connsiteY188" fmla="*/ 833318 h 4114703"/>
              <a:gd name="connsiteX189" fmla="*/ 605863 w 5306847"/>
              <a:gd name="connsiteY189" fmla="*/ 1179852 h 4114703"/>
              <a:gd name="connsiteX190" fmla="*/ 737759 w 5306847"/>
              <a:gd name="connsiteY190" fmla="*/ 1049453 h 4114703"/>
              <a:gd name="connsiteX191" fmla="*/ 860592 w 5306847"/>
              <a:gd name="connsiteY191" fmla="*/ 516272 h 4114703"/>
              <a:gd name="connsiteX192" fmla="*/ 919291 w 5306847"/>
              <a:gd name="connsiteY192" fmla="*/ 335094 h 4114703"/>
              <a:gd name="connsiteX193" fmla="*/ 935687 w 5306847"/>
              <a:gd name="connsiteY193" fmla="*/ 678965 h 4114703"/>
              <a:gd name="connsiteX194" fmla="*/ 843787 w 5306847"/>
              <a:gd name="connsiteY194" fmla="*/ 1045497 h 4114703"/>
              <a:gd name="connsiteX195" fmla="*/ 1055830 w 5306847"/>
              <a:gd name="connsiteY195" fmla="*/ 841497 h 4114703"/>
              <a:gd name="connsiteX196" fmla="*/ 1167925 w 5306847"/>
              <a:gd name="connsiteY196" fmla="*/ 148157 h 4114703"/>
              <a:gd name="connsiteX197" fmla="*/ 1224921 w 5306847"/>
              <a:gd name="connsiteY197" fmla="*/ 16199 h 4114703"/>
              <a:gd name="connsiteX198" fmla="*/ 1192163 w 5306847"/>
              <a:gd name="connsiteY198" fmla="*/ 811235 h 4114703"/>
              <a:gd name="connsiteX199" fmla="*/ 1288968 w 5306847"/>
              <a:gd name="connsiteY199" fmla="*/ 693566 h 4114703"/>
              <a:gd name="connsiteX200" fmla="*/ 1514227 w 5306847"/>
              <a:gd name="connsiteY200" fmla="*/ 173786 h 4114703"/>
              <a:gd name="connsiteX201" fmla="*/ 1591631 w 5306847"/>
              <a:gd name="connsiteY201" fmla="*/ 11535 h 4114703"/>
              <a:gd name="connsiteX202" fmla="*/ 1607996 w 5306847"/>
              <a:gd name="connsiteY202" fmla="*/ 242054 h 4114703"/>
              <a:gd name="connsiteX203" fmla="*/ 1512804 w 5306847"/>
              <a:gd name="connsiteY203" fmla="*/ 486736 h 4114703"/>
              <a:gd name="connsiteX204" fmla="*/ 2008275 w 5306847"/>
              <a:gd name="connsiteY204" fmla="*/ 120194 h 4114703"/>
              <a:gd name="connsiteX205" fmla="*/ 1694687 w 5306847"/>
              <a:gd name="connsiteY205" fmla="*/ 538951 h 4114703"/>
              <a:gd name="connsiteX206" fmla="*/ 1973612 w 5306847"/>
              <a:gd name="connsiteY206" fmla="*/ 427786 h 4114703"/>
              <a:gd name="connsiteX207" fmla="*/ 2252888 w 5306847"/>
              <a:gd name="connsiteY207" fmla="*/ 368128 h 4114703"/>
              <a:gd name="connsiteX208" fmla="*/ 1577384 w 5306847"/>
              <a:gd name="connsiteY208" fmla="*/ 763755 h 4114703"/>
              <a:gd name="connsiteX209" fmla="*/ 2290626 w 5306847"/>
              <a:gd name="connsiteY209" fmla="*/ 581598 h 4114703"/>
              <a:gd name="connsiteX210" fmla="*/ 2361773 w 5306847"/>
              <a:gd name="connsiteY210" fmla="*/ 450651 h 4114703"/>
              <a:gd name="connsiteX211" fmla="*/ 2428281 w 5306847"/>
              <a:gd name="connsiteY211" fmla="*/ 436648 h 4114703"/>
              <a:gd name="connsiteX212" fmla="*/ 2459792 w 5306847"/>
              <a:gd name="connsiteY212" fmla="*/ 496603 h 4114703"/>
              <a:gd name="connsiteX213" fmla="*/ 2342604 w 5306847"/>
              <a:gd name="connsiteY213" fmla="*/ 719236 h 4114703"/>
              <a:gd name="connsiteX214" fmla="*/ 2156442 w 5306847"/>
              <a:gd name="connsiteY214" fmla="*/ 992882 h 4114703"/>
              <a:gd name="connsiteX215" fmla="*/ 2377128 w 5306847"/>
              <a:gd name="connsiteY215" fmla="*/ 855431 h 4114703"/>
              <a:gd name="connsiteX216" fmla="*/ 2657869 w 5306847"/>
              <a:gd name="connsiteY216" fmla="*/ 275977 h 4114703"/>
              <a:gd name="connsiteX217" fmla="*/ 2717845 w 5306847"/>
              <a:gd name="connsiteY217" fmla="*/ 186956 h 4114703"/>
              <a:gd name="connsiteX218" fmla="*/ 2765311 w 5306847"/>
              <a:gd name="connsiteY218" fmla="*/ 317949 h 4114703"/>
              <a:gd name="connsiteX219" fmla="*/ 2594672 w 5306847"/>
              <a:gd name="connsiteY219" fmla="*/ 646600 h 4114703"/>
              <a:gd name="connsiteX220" fmla="*/ 2479362 w 5306847"/>
              <a:gd name="connsiteY220" fmla="*/ 845766 h 4114703"/>
              <a:gd name="connsiteX221" fmla="*/ 2760035 w 5306847"/>
              <a:gd name="connsiteY221" fmla="*/ 696655 h 4114703"/>
              <a:gd name="connsiteX222" fmla="*/ 3075725 w 5306847"/>
              <a:gd name="connsiteY222" fmla="*/ 112019 h 4114703"/>
              <a:gd name="connsiteX223" fmla="*/ 3201798 w 5306847"/>
              <a:gd name="connsiteY223" fmla="*/ 48294 h 4114703"/>
              <a:gd name="connsiteX224" fmla="*/ 2921347 w 5306847"/>
              <a:gd name="connsiteY224" fmla="*/ 651331 h 4114703"/>
              <a:gd name="connsiteX225" fmla="*/ 3060603 w 5306847"/>
              <a:gd name="connsiteY225" fmla="*/ 556032 h 4114703"/>
              <a:gd name="connsiteX226" fmla="*/ 3300399 w 5306847"/>
              <a:gd name="connsiteY226" fmla="*/ 42022 h 41147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Lst>
            <a:rect l="l" t="t" r="r" b="b"/>
            <a:pathLst>
              <a:path w="5306847" h="4114703">
                <a:moveTo>
                  <a:pt x="1128214" y="3116019"/>
                </a:moveTo>
                <a:cubicBezTo>
                  <a:pt x="1020407" y="3112849"/>
                  <a:pt x="934621" y="3147254"/>
                  <a:pt x="835809" y="3193860"/>
                </a:cubicBezTo>
                <a:cubicBezTo>
                  <a:pt x="991711" y="3275302"/>
                  <a:pt x="1093677" y="3197996"/>
                  <a:pt x="1244658" y="3132653"/>
                </a:cubicBezTo>
                <a:cubicBezTo>
                  <a:pt x="1202531" y="3122307"/>
                  <a:pt x="1164149" y="3117076"/>
                  <a:pt x="1128214" y="3116019"/>
                </a:cubicBezTo>
                <a:close/>
                <a:moveTo>
                  <a:pt x="593382" y="3062082"/>
                </a:moveTo>
                <a:cubicBezTo>
                  <a:pt x="666221" y="3122063"/>
                  <a:pt x="666221" y="3122063"/>
                  <a:pt x="746859" y="3073079"/>
                </a:cubicBezTo>
                <a:cubicBezTo>
                  <a:pt x="685821" y="3068289"/>
                  <a:pt x="639551" y="3064927"/>
                  <a:pt x="593382" y="3062082"/>
                </a:cubicBezTo>
                <a:close/>
                <a:moveTo>
                  <a:pt x="0" y="2705805"/>
                </a:moveTo>
                <a:lnTo>
                  <a:pt x="793045" y="2775067"/>
                </a:lnTo>
                <a:cubicBezTo>
                  <a:pt x="872771" y="2782134"/>
                  <a:pt x="952141" y="2798402"/>
                  <a:pt x="1031840" y="2810847"/>
                </a:cubicBezTo>
                <a:cubicBezTo>
                  <a:pt x="1030016" y="2823558"/>
                  <a:pt x="1028194" y="2836269"/>
                  <a:pt x="1026371" y="2848980"/>
                </a:cubicBezTo>
                <a:cubicBezTo>
                  <a:pt x="704076" y="2836414"/>
                  <a:pt x="381363" y="2824467"/>
                  <a:pt x="59068" y="2811901"/>
                </a:cubicBezTo>
                <a:cubicBezTo>
                  <a:pt x="56312" y="2825330"/>
                  <a:pt x="53039" y="2838860"/>
                  <a:pt x="50283" y="2852290"/>
                </a:cubicBezTo>
                <a:cubicBezTo>
                  <a:pt x="138689" y="2879159"/>
                  <a:pt x="225990" y="2919674"/>
                  <a:pt x="316347" y="2928972"/>
                </a:cubicBezTo>
                <a:cubicBezTo>
                  <a:pt x="568414" y="2955726"/>
                  <a:pt x="822478" y="2976182"/>
                  <a:pt x="1075878" y="2984948"/>
                </a:cubicBezTo>
                <a:cubicBezTo>
                  <a:pt x="1177425" y="2988311"/>
                  <a:pt x="1280417" y="2952174"/>
                  <a:pt x="1383585" y="2941791"/>
                </a:cubicBezTo>
                <a:cubicBezTo>
                  <a:pt x="1419871" y="2937961"/>
                  <a:pt x="1457682" y="2958548"/>
                  <a:pt x="1495153" y="3004988"/>
                </a:cubicBezTo>
                <a:cubicBezTo>
                  <a:pt x="1442322" y="3031375"/>
                  <a:pt x="1389908" y="3057143"/>
                  <a:pt x="1311595" y="3096004"/>
                </a:cubicBezTo>
                <a:cubicBezTo>
                  <a:pt x="1483118" y="3133579"/>
                  <a:pt x="1639406" y="3001661"/>
                  <a:pt x="1793219" y="3146904"/>
                </a:cubicBezTo>
                <a:cubicBezTo>
                  <a:pt x="1595919" y="3178271"/>
                  <a:pt x="1420957" y="3205833"/>
                  <a:pt x="1246095" y="3233913"/>
                </a:cubicBezTo>
                <a:cubicBezTo>
                  <a:pt x="1245393" y="3249629"/>
                  <a:pt x="1244275" y="3265964"/>
                  <a:pt x="1243573" y="3281681"/>
                </a:cubicBezTo>
                <a:cubicBezTo>
                  <a:pt x="1352463" y="3303493"/>
                  <a:pt x="1462717" y="3321280"/>
                  <a:pt x="1569927" y="3348255"/>
                </a:cubicBezTo>
                <a:cubicBezTo>
                  <a:pt x="1677755" y="3375648"/>
                  <a:pt x="1800706" y="3375924"/>
                  <a:pt x="1898220" y="3518678"/>
                </a:cubicBezTo>
                <a:cubicBezTo>
                  <a:pt x="1702261" y="3471349"/>
                  <a:pt x="1541180" y="3432280"/>
                  <a:pt x="1379583" y="3393314"/>
                </a:cubicBezTo>
                <a:cubicBezTo>
                  <a:pt x="1374974" y="3405492"/>
                  <a:pt x="1370464" y="3418188"/>
                  <a:pt x="1365854" y="3430365"/>
                </a:cubicBezTo>
                <a:cubicBezTo>
                  <a:pt x="1540506" y="3542009"/>
                  <a:pt x="1762365" y="3576246"/>
                  <a:pt x="1899877" y="3756354"/>
                </a:cubicBezTo>
                <a:cubicBezTo>
                  <a:pt x="1729844" y="3690553"/>
                  <a:pt x="1560427" y="3625170"/>
                  <a:pt x="1390394" y="3559368"/>
                </a:cubicBezTo>
                <a:cubicBezTo>
                  <a:pt x="1455755" y="3666468"/>
                  <a:pt x="1602337" y="3672359"/>
                  <a:pt x="1652019" y="3834080"/>
                </a:cubicBezTo>
                <a:cubicBezTo>
                  <a:pt x="1517524" y="3768894"/>
                  <a:pt x="1411475" y="3717517"/>
                  <a:pt x="1277598" y="3652747"/>
                </a:cubicBezTo>
                <a:cubicBezTo>
                  <a:pt x="1304152" y="3811443"/>
                  <a:pt x="1438682" y="3929273"/>
                  <a:pt x="1363636" y="4114703"/>
                </a:cubicBezTo>
                <a:cubicBezTo>
                  <a:pt x="1272875" y="3885215"/>
                  <a:pt x="1192331" y="3677917"/>
                  <a:pt x="1003785" y="3536203"/>
                </a:cubicBezTo>
                <a:cubicBezTo>
                  <a:pt x="1048248" y="3668317"/>
                  <a:pt x="1092712" y="3800431"/>
                  <a:pt x="1137175" y="3932544"/>
                </a:cubicBezTo>
                <a:cubicBezTo>
                  <a:pt x="1121949" y="3939802"/>
                  <a:pt x="1107341" y="3947477"/>
                  <a:pt x="1092633" y="3954634"/>
                </a:cubicBezTo>
                <a:cubicBezTo>
                  <a:pt x="1055347" y="3892578"/>
                  <a:pt x="1016610" y="3831341"/>
                  <a:pt x="981708" y="3767746"/>
                </a:cubicBezTo>
                <a:cubicBezTo>
                  <a:pt x="925311" y="3665351"/>
                  <a:pt x="872750" y="3560598"/>
                  <a:pt x="816353" y="3458203"/>
                </a:cubicBezTo>
                <a:cubicBezTo>
                  <a:pt x="777054" y="3385793"/>
                  <a:pt x="717247" y="3343158"/>
                  <a:pt x="612237" y="3330261"/>
                </a:cubicBezTo>
                <a:cubicBezTo>
                  <a:pt x="672664" y="3492043"/>
                  <a:pt x="727487" y="3638798"/>
                  <a:pt x="782209" y="3785035"/>
                </a:cubicBezTo>
                <a:cubicBezTo>
                  <a:pt x="572042" y="3628721"/>
                  <a:pt x="552638" y="3346680"/>
                  <a:pt x="359536" y="3187049"/>
                </a:cubicBezTo>
                <a:cubicBezTo>
                  <a:pt x="345345" y="3194105"/>
                  <a:pt x="331052" y="3200644"/>
                  <a:pt x="316861" y="3207700"/>
                </a:cubicBezTo>
                <a:cubicBezTo>
                  <a:pt x="384388" y="3394965"/>
                  <a:pt x="452015" y="3582747"/>
                  <a:pt x="519543" y="3770012"/>
                </a:cubicBezTo>
                <a:cubicBezTo>
                  <a:pt x="317129" y="3592849"/>
                  <a:pt x="270637" y="3334341"/>
                  <a:pt x="119870" y="3080521"/>
                </a:cubicBezTo>
                <a:cubicBezTo>
                  <a:pt x="133778" y="3306683"/>
                  <a:pt x="144807" y="3490424"/>
                  <a:pt x="155937" y="3674683"/>
                </a:cubicBezTo>
                <a:cubicBezTo>
                  <a:pt x="79119" y="3565244"/>
                  <a:pt x="60423" y="3440074"/>
                  <a:pt x="39600" y="3316729"/>
                </a:cubicBezTo>
                <a:lnTo>
                  <a:pt x="0" y="3138695"/>
                </a:lnTo>
                <a:close/>
                <a:moveTo>
                  <a:pt x="0" y="2448197"/>
                </a:moveTo>
                <a:lnTo>
                  <a:pt x="55485" y="2448349"/>
                </a:lnTo>
                <a:cubicBezTo>
                  <a:pt x="79143" y="2448585"/>
                  <a:pt x="102949" y="2460612"/>
                  <a:pt x="127415" y="2484330"/>
                </a:cubicBezTo>
                <a:cubicBezTo>
                  <a:pt x="96804" y="2492161"/>
                  <a:pt x="66039" y="2498292"/>
                  <a:pt x="35102" y="2503119"/>
                </a:cubicBezTo>
                <a:lnTo>
                  <a:pt x="0" y="2507241"/>
                </a:lnTo>
                <a:close/>
                <a:moveTo>
                  <a:pt x="0" y="1951810"/>
                </a:moveTo>
                <a:lnTo>
                  <a:pt x="65069" y="1993449"/>
                </a:lnTo>
                <a:cubicBezTo>
                  <a:pt x="234655" y="2093527"/>
                  <a:pt x="417878" y="2161264"/>
                  <a:pt x="541335" y="2322212"/>
                </a:cubicBezTo>
                <a:cubicBezTo>
                  <a:pt x="393021" y="2252189"/>
                  <a:pt x="244921" y="2180513"/>
                  <a:pt x="95359" y="2112344"/>
                </a:cubicBezTo>
                <a:lnTo>
                  <a:pt x="0" y="2070199"/>
                </a:lnTo>
                <a:close/>
                <a:moveTo>
                  <a:pt x="1493216" y="1252887"/>
                </a:moveTo>
                <a:cubicBezTo>
                  <a:pt x="1220896" y="1246187"/>
                  <a:pt x="976054" y="1320104"/>
                  <a:pt x="774195" y="1512992"/>
                </a:cubicBezTo>
                <a:cubicBezTo>
                  <a:pt x="1013835" y="1426118"/>
                  <a:pt x="1253575" y="1339762"/>
                  <a:pt x="1493216" y="1252887"/>
                </a:cubicBezTo>
                <a:close/>
                <a:moveTo>
                  <a:pt x="76255" y="1097450"/>
                </a:moveTo>
                <a:cubicBezTo>
                  <a:pt x="86992" y="1188574"/>
                  <a:pt x="64019" y="1269865"/>
                  <a:pt x="33618" y="1349175"/>
                </a:cubicBezTo>
                <a:lnTo>
                  <a:pt x="0" y="1432332"/>
                </a:lnTo>
                <a:lnTo>
                  <a:pt x="0" y="1189112"/>
                </a:lnTo>
                <a:close/>
                <a:moveTo>
                  <a:pt x="2029776" y="932082"/>
                </a:moveTo>
                <a:cubicBezTo>
                  <a:pt x="1883920" y="965807"/>
                  <a:pt x="1753992" y="995897"/>
                  <a:pt x="1584547" y="1035281"/>
                </a:cubicBezTo>
                <a:cubicBezTo>
                  <a:pt x="1704917" y="1074740"/>
                  <a:pt x="1779707" y="1117150"/>
                  <a:pt x="1855741" y="1119025"/>
                </a:cubicBezTo>
                <a:cubicBezTo>
                  <a:pt x="1949029" y="1121307"/>
                  <a:pt x="2015358" y="1062211"/>
                  <a:pt x="2029776" y="932082"/>
                </a:cubicBezTo>
                <a:close/>
                <a:moveTo>
                  <a:pt x="2172757" y="756549"/>
                </a:moveTo>
                <a:cubicBezTo>
                  <a:pt x="1970568" y="754483"/>
                  <a:pt x="1576148" y="862311"/>
                  <a:pt x="1449360" y="944440"/>
                </a:cubicBezTo>
                <a:cubicBezTo>
                  <a:pt x="1454818" y="947677"/>
                  <a:pt x="1460264" y="953603"/>
                  <a:pt x="1465019" y="953215"/>
                </a:cubicBezTo>
                <a:cubicBezTo>
                  <a:pt x="1681267" y="933746"/>
                  <a:pt x="1879501" y="802270"/>
                  <a:pt x="2108011" y="848645"/>
                </a:cubicBezTo>
                <a:cubicBezTo>
                  <a:pt x="2119676" y="850676"/>
                  <a:pt x="2142252" y="801159"/>
                  <a:pt x="2172757" y="756549"/>
                </a:cubicBezTo>
                <a:close/>
                <a:moveTo>
                  <a:pt x="4252658" y="150792"/>
                </a:moveTo>
                <a:cubicBezTo>
                  <a:pt x="4149128" y="250428"/>
                  <a:pt x="4046016" y="349445"/>
                  <a:pt x="3931686" y="459776"/>
                </a:cubicBezTo>
                <a:cubicBezTo>
                  <a:pt x="4064182" y="511921"/>
                  <a:pt x="4082927" y="404053"/>
                  <a:pt x="4132278" y="351481"/>
                </a:cubicBezTo>
                <a:cubicBezTo>
                  <a:pt x="4184746" y="295617"/>
                  <a:pt x="4233306" y="236214"/>
                  <a:pt x="4283202" y="178164"/>
                </a:cubicBezTo>
                <a:cubicBezTo>
                  <a:pt x="4272815" y="168900"/>
                  <a:pt x="4263045" y="160055"/>
                  <a:pt x="4252658" y="150792"/>
                </a:cubicBezTo>
                <a:close/>
                <a:moveTo>
                  <a:pt x="3325439" y="0"/>
                </a:moveTo>
                <a:lnTo>
                  <a:pt x="3418746" y="0"/>
                </a:lnTo>
                <a:lnTo>
                  <a:pt x="3419677" y="8956"/>
                </a:lnTo>
                <a:cubicBezTo>
                  <a:pt x="3407198" y="112089"/>
                  <a:pt x="3333136" y="193875"/>
                  <a:pt x="3293135" y="286266"/>
                </a:cubicBezTo>
                <a:cubicBezTo>
                  <a:pt x="3239068" y="411208"/>
                  <a:pt x="3176956" y="533415"/>
                  <a:pt x="3118350" y="657091"/>
                </a:cubicBezTo>
                <a:cubicBezTo>
                  <a:pt x="3259221" y="708146"/>
                  <a:pt x="3272278" y="700772"/>
                  <a:pt x="3329162" y="590326"/>
                </a:cubicBezTo>
                <a:cubicBezTo>
                  <a:pt x="3429991" y="393974"/>
                  <a:pt x="3533709" y="198674"/>
                  <a:pt x="3639279" y="4623"/>
                </a:cubicBezTo>
                <a:lnTo>
                  <a:pt x="3642347" y="0"/>
                </a:lnTo>
                <a:lnTo>
                  <a:pt x="3767243" y="0"/>
                </a:lnTo>
                <a:lnTo>
                  <a:pt x="3613382" y="253431"/>
                </a:lnTo>
                <a:cubicBezTo>
                  <a:pt x="3548391" y="360484"/>
                  <a:pt x="3483856" y="466776"/>
                  <a:pt x="3417993" y="575207"/>
                </a:cubicBezTo>
                <a:cubicBezTo>
                  <a:pt x="3606999" y="608847"/>
                  <a:pt x="3625945" y="601403"/>
                  <a:pt x="3686405" y="478980"/>
                </a:cubicBezTo>
                <a:cubicBezTo>
                  <a:pt x="3746865" y="356556"/>
                  <a:pt x="3795788" y="227242"/>
                  <a:pt x="3866549" y="110874"/>
                </a:cubicBezTo>
                <a:lnTo>
                  <a:pt x="3929931" y="0"/>
                </a:lnTo>
                <a:lnTo>
                  <a:pt x="4126959" y="0"/>
                </a:lnTo>
                <a:lnTo>
                  <a:pt x="4117244" y="13877"/>
                </a:lnTo>
                <a:cubicBezTo>
                  <a:pt x="4088992" y="57697"/>
                  <a:pt x="4063180" y="103679"/>
                  <a:pt x="4042900" y="153958"/>
                </a:cubicBezTo>
                <a:cubicBezTo>
                  <a:pt x="4165646" y="133859"/>
                  <a:pt x="4232472" y="-80058"/>
                  <a:pt x="4386860" y="73668"/>
                </a:cubicBezTo>
                <a:lnTo>
                  <a:pt x="4454900" y="0"/>
                </a:lnTo>
                <a:lnTo>
                  <a:pt x="4550359" y="0"/>
                </a:lnTo>
                <a:lnTo>
                  <a:pt x="4527388" y="31847"/>
                </a:lnTo>
                <a:cubicBezTo>
                  <a:pt x="4475179" y="97331"/>
                  <a:pt x="4414739" y="156356"/>
                  <a:pt x="4376382" y="240637"/>
                </a:cubicBezTo>
                <a:cubicBezTo>
                  <a:pt x="4472143" y="164539"/>
                  <a:pt x="4566568" y="87088"/>
                  <a:pt x="4663766" y="12858"/>
                </a:cubicBezTo>
                <a:lnTo>
                  <a:pt x="4679372" y="0"/>
                </a:lnTo>
                <a:lnTo>
                  <a:pt x="4869273" y="0"/>
                </a:lnTo>
                <a:lnTo>
                  <a:pt x="4683376" y="138589"/>
                </a:lnTo>
                <a:cubicBezTo>
                  <a:pt x="4603308" y="199482"/>
                  <a:pt x="4523612" y="260907"/>
                  <a:pt x="4443736" y="322099"/>
                </a:cubicBezTo>
                <a:cubicBezTo>
                  <a:pt x="4423613" y="337293"/>
                  <a:pt x="4409754" y="359865"/>
                  <a:pt x="4371506" y="403295"/>
                </a:cubicBezTo>
                <a:cubicBezTo>
                  <a:pt x="4705179" y="314259"/>
                  <a:pt x="4963400" y="71734"/>
                  <a:pt x="5289989" y="73257"/>
                </a:cubicBezTo>
                <a:cubicBezTo>
                  <a:pt x="5295781" y="92010"/>
                  <a:pt x="5301056" y="110862"/>
                  <a:pt x="5306847" y="129614"/>
                </a:cubicBezTo>
                <a:cubicBezTo>
                  <a:pt x="5111795" y="205673"/>
                  <a:pt x="4917360" y="282148"/>
                  <a:pt x="4722826" y="358107"/>
                </a:cubicBezTo>
                <a:cubicBezTo>
                  <a:pt x="4725758" y="370429"/>
                  <a:pt x="4729207" y="382653"/>
                  <a:pt x="4732656" y="394876"/>
                </a:cubicBezTo>
                <a:cubicBezTo>
                  <a:pt x="4874768" y="386056"/>
                  <a:pt x="5016981" y="377753"/>
                  <a:pt x="5154856" y="369219"/>
                </a:cubicBezTo>
                <a:cubicBezTo>
                  <a:pt x="5172895" y="456506"/>
                  <a:pt x="5142444" y="471022"/>
                  <a:pt x="5086105" y="476601"/>
                </a:cubicBezTo>
                <a:cubicBezTo>
                  <a:pt x="4973843" y="487140"/>
                  <a:pt x="4855128" y="467236"/>
                  <a:pt x="4749699" y="535007"/>
                </a:cubicBezTo>
                <a:cubicBezTo>
                  <a:pt x="4818316" y="611925"/>
                  <a:pt x="4965226" y="495261"/>
                  <a:pt x="5008733" y="672153"/>
                </a:cubicBezTo>
                <a:cubicBezTo>
                  <a:pt x="4879619" y="665016"/>
                  <a:pt x="4767341" y="658904"/>
                  <a:pt x="4655581" y="652691"/>
                </a:cubicBezTo>
                <a:cubicBezTo>
                  <a:pt x="4651703" y="663115"/>
                  <a:pt x="4648343" y="673438"/>
                  <a:pt x="4644466" y="683862"/>
                </a:cubicBezTo>
                <a:cubicBezTo>
                  <a:pt x="4742284" y="728780"/>
                  <a:pt x="4840720" y="774115"/>
                  <a:pt x="4964410" y="830658"/>
                </a:cubicBezTo>
                <a:cubicBezTo>
                  <a:pt x="4825152" y="906616"/>
                  <a:pt x="4748385" y="807106"/>
                  <a:pt x="4658386" y="788605"/>
                </a:cubicBezTo>
                <a:cubicBezTo>
                  <a:pt x="4550430" y="766073"/>
                  <a:pt x="4443019" y="738062"/>
                  <a:pt x="4333885" y="723281"/>
                </a:cubicBezTo>
                <a:cubicBezTo>
                  <a:pt x="4235282" y="710213"/>
                  <a:pt x="4133400" y="671995"/>
                  <a:pt x="4008791" y="732211"/>
                </a:cubicBezTo>
                <a:cubicBezTo>
                  <a:pt x="4212201" y="837191"/>
                  <a:pt x="4433679" y="825299"/>
                  <a:pt x="4598281" y="981875"/>
                </a:cubicBezTo>
                <a:cubicBezTo>
                  <a:pt x="4554179" y="978629"/>
                  <a:pt x="4507982" y="981161"/>
                  <a:pt x="4465159" y="970683"/>
                </a:cubicBezTo>
                <a:cubicBezTo>
                  <a:pt x="4225455" y="910902"/>
                  <a:pt x="3986498" y="846679"/>
                  <a:pt x="3747111" y="785763"/>
                </a:cubicBezTo>
                <a:cubicBezTo>
                  <a:pt x="3674263" y="767152"/>
                  <a:pt x="3598698" y="734563"/>
                  <a:pt x="3529957" y="800574"/>
                </a:cubicBezTo>
                <a:cubicBezTo>
                  <a:pt x="3767152" y="905433"/>
                  <a:pt x="4004046" y="1008738"/>
                  <a:pt x="4239375" y="1115034"/>
                </a:cubicBezTo>
                <a:cubicBezTo>
                  <a:pt x="4251744" y="1120688"/>
                  <a:pt x="4255022" y="1145839"/>
                  <a:pt x="4280974" y="1202039"/>
                </a:cubicBezTo>
                <a:cubicBezTo>
                  <a:pt x="4115795" y="1136369"/>
                  <a:pt x="3983414" y="1082053"/>
                  <a:pt x="3849984" y="1030627"/>
                </a:cubicBezTo>
                <a:cubicBezTo>
                  <a:pt x="3703769" y="974163"/>
                  <a:pt x="3560511" y="905307"/>
                  <a:pt x="3409429" y="870743"/>
                </a:cubicBezTo>
                <a:cubicBezTo>
                  <a:pt x="3277956" y="840425"/>
                  <a:pt x="3137597" y="849979"/>
                  <a:pt x="3000741" y="841661"/>
                </a:cubicBezTo>
                <a:cubicBezTo>
                  <a:pt x="3000583" y="851899"/>
                  <a:pt x="3001045" y="862555"/>
                  <a:pt x="3001634" y="868350"/>
                </a:cubicBezTo>
                <a:cubicBezTo>
                  <a:pt x="3327376" y="973188"/>
                  <a:pt x="3653018" y="1077509"/>
                  <a:pt x="3977926" y="1183583"/>
                </a:cubicBezTo>
                <a:cubicBezTo>
                  <a:pt x="3983083" y="1185267"/>
                  <a:pt x="3981736" y="1205944"/>
                  <a:pt x="3987416" y="1246207"/>
                </a:cubicBezTo>
                <a:cubicBezTo>
                  <a:pt x="3562053" y="1145154"/>
                  <a:pt x="3161932" y="958607"/>
                  <a:pt x="2715015" y="1008947"/>
                </a:cubicBezTo>
                <a:cubicBezTo>
                  <a:pt x="2913892" y="1071290"/>
                  <a:pt x="3112670" y="1133115"/>
                  <a:pt x="3348065" y="1206626"/>
                </a:cubicBezTo>
                <a:cubicBezTo>
                  <a:pt x="3297258" y="1221338"/>
                  <a:pt x="3278613" y="1230335"/>
                  <a:pt x="3259910" y="1230747"/>
                </a:cubicBezTo>
                <a:cubicBezTo>
                  <a:pt x="3234183" y="1230912"/>
                  <a:pt x="3207751" y="1227454"/>
                  <a:pt x="3182468" y="1221624"/>
                </a:cubicBezTo>
                <a:cubicBezTo>
                  <a:pt x="2967301" y="1172117"/>
                  <a:pt x="2752780" y="1117650"/>
                  <a:pt x="2536035" y="1073823"/>
                </a:cubicBezTo>
                <a:cubicBezTo>
                  <a:pt x="2469667" y="1060936"/>
                  <a:pt x="2391980" y="1058844"/>
                  <a:pt x="2329567" y="1080109"/>
                </a:cubicBezTo>
                <a:cubicBezTo>
                  <a:pt x="2046689" y="1176463"/>
                  <a:pt x="1767377" y="1282868"/>
                  <a:pt x="1490638" y="1410800"/>
                </a:cubicBezTo>
                <a:cubicBezTo>
                  <a:pt x="1520617" y="1407659"/>
                  <a:pt x="1553455" y="1410945"/>
                  <a:pt x="1579656" y="1399406"/>
                </a:cubicBezTo>
                <a:cubicBezTo>
                  <a:pt x="1895696" y="1263834"/>
                  <a:pt x="2231071" y="1224969"/>
                  <a:pt x="2568862" y="1198528"/>
                </a:cubicBezTo>
                <a:cubicBezTo>
                  <a:pt x="2620130" y="1194472"/>
                  <a:pt x="2673542" y="1215249"/>
                  <a:pt x="2724042" y="1259695"/>
                </a:cubicBezTo>
                <a:cubicBezTo>
                  <a:pt x="2571530" y="1281281"/>
                  <a:pt x="2418503" y="1302968"/>
                  <a:pt x="2265993" y="1324555"/>
                </a:cubicBezTo>
                <a:cubicBezTo>
                  <a:pt x="2569176" y="1396172"/>
                  <a:pt x="2881348" y="1329044"/>
                  <a:pt x="3218786" y="1449876"/>
                </a:cubicBezTo>
                <a:cubicBezTo>
                  <a:pt x="2848240" y="1456896"/>
                  <a:pt x="2523160" y="1463138"/>
                  <a:pt x="2197564" y="1469480"/>
                </a:cubicBezTo>
                <a:cubicBezTo>
                  <a:pt x="2634364" y="1596247"/>
                  <a:pt x="3093386" y="1602651"/>
                  <a:pt x="3519100" y="1755212"/>
                </a:cubicBezTo>
                <a:cubicBezTo>
                  <a:pt x="3515698" y="1773602"/>
                  <a:pt x="3512195" y="1791475"/>
                  <a:pt x="3508692" y="1809348"/>
                </a:cubicBezTo>
                <a:cubicBezTo>
                  <a:pt x="3334541" y="1780341"/>
                  <a:pt x="3160491" y="1751854"/>
                  <a:pt x="2986339" y="1722848"/>
                </a:cubicBezTo>
                <a:cubicBezTo>
                  <a:pt x="2985995" y="1729362"/>
                  <a:pt x="2985134" y="1735976"/>
                  <a:pt x="2984790" y="1742491"/>
                </a:cubicBezTo>
                <a:cubicBezTo>
                  <a:pt x="3180599" y="1838739"/>
                  <a:pt x="3376308" y="1934470"/>
                  <a:pt x="3571283" y="2031955"/>
                </a:cubicBezTo>
                <a:cubicBezTo>
                  <a:pt x="3590246" y="2041162"/>
                  <a:pt x="3604298" y="2060996"/>
                  <a:pt x="3615118" y="2086291"/>
                </a:cubicBezTo>
                <a:cubicBezTo>
                  <a:pt x="3315979" y="1971984"/>
                  <a:pt x="3021953" y="1848086"/>
                  <a:pt x="2708513" y="1781688"/>
                </a:cubicBezTo>
                <a:cubicBezTo>
                  <a:pt x="2851625" y="1938142"/>
                  <a:pt x="3056208" y="2016031"/>
                  <a:pt x="3172418" y="2199742"/>
                </a:cubicBezTo>
                <a:cubicBezTo>
                  <a:pt x="2837500" y="2011804"/>
                  <a:pt x="2530831" y="1775932"/>
                  <a:pt x="2132197" y="1641209"/>
                </a:cubicBezTo>
                <a:cubicBezTo>
                  <a:pt x="2297210" y="1857876"/>
                  <a:pt x="2515461" y="1989518"/>
                  <a:pt x="2630167" y="2204145"/>
                </a:cubicBezTo>
                <a:cubicBezTo>
                  <a:pt x="2620199" y="2213603"/>
                  <a:pt x="2609815" y="2223681"/>
                  <a:pt x="2599847" y="2233140"/>
                </a:cubicBezTo>
                <a:cubicBezTo>
                  <a:pt x="2423365" y="2076186"/>
                  <a:pt x="2246266" y="1918816"/>
                  <a:pt x="2069682" y="1761346"/>
                </a:cubicBezTo>
                <a:cubicBezTo>
                  <a:pt x="2063866" y="1767312"/>
                  <a:pt x="2057531" y="1773378"/>
                  <a:pt x="2051614" y="1778826"/>
                </a:cubicBezTo>
                <a:cubicBezTo>
                  <a:pt x="2127561" y="1876885"/>
                  <a:pt x="2202890" y="1974525"/>
                  <a:pt x="2278737" y="2072065"/>
                </a:cubicBezTo>
                <a:cubicBezTo>
                  <a:pt x="2269071" y="2083077"/>
                  <a:pt x="2259922" y="2093989"/>
                  <a:pt x="2250256" y="2105001"/>
                </a:cubicBezTo>
                <a:cubicBezTo>
                  <a:pt x="2218132" y="2083308"/>
                  <a:pt x="2182376" y="2065008"/>
                  <a:pt x="2154719" y="2038687"/>
                </a:cubicBezTo>
                <a:cubicBezTo>
                  <a:pt x="2004929" y="1894811"/>
                  <a:pt x="1856806" y="1748464"/>
                  <a:pt x="1707849" y="1603352"/>
                </a:cubicBezTo>
                <a:cubicBezTo>
                  <a:pt x="1660151" y="1556751"/>
                  <a:pt x="1608475" y="1520056"/>
                  <a:pt x="1525666" y="1568923"/>
                </a:cubicBezTo>
                <a:cubicBezTo>
                  <a:pt x="1644305" y="1762370"/>
                  <a:pt x="1861291" y="1879215"/>
                  <a:pt x="1930439" y="2152124"/>
                </a:cubicBezTo>
                <a:cubicBezTo>
                  <a:pt x="1749961" y="1969085"/>
                  <a:pt x="1599063" y="1819516"/>
                  <a:pt x="1452634" y="1665318"/>
                </a:cubicBezTo>
                <a:cubicBezTo>
                  <a:pt x="1387177" y="1596381"/>
                  <a:pt x="1332323" y="1535053"/>
                  <a:pt x="1219821" y="1571963"/>
                </a:cubicBezTo>
                <a:cubicBezTo>
                  <a:pt x="1171385" y="1587826"/>
                  <a:pt x="1107384" y="1556750"/>
                  <a:pt x="1050195" y="1546914"/>
                </a:cubicBezTo>
                <a:cubicBezTo>
                  <a:pt x="1044753" y="1560328"/>
                  <a:pt x="1039928" y="1574160"/>
                  <a:pt x="1034486" y="1587574"/>
                </a:cubicBezTo>
                <a:cubicBezTo>
                  <a:pt x="1183149" y="1689764"/>
                  <a:pt x="1332431" y="1792370"/>
                  <a:pt x="1481611" y="1894459"/>
                </a:cubicBezTo>
                <a:cubicBezTo>
                  <a:pt x="1477633" y="1904365"/>
                  <a:pt x="1473139" y="1914372"/>
                  <a:pt x="1469161" y="1924278"/>
                </a:cubicBezTo>
                <a:cubicBezTo>
                  <a:pt x="1438720" y="1916764"/>
                  <a:pt x="1405048" y="1914714"/>
                  <a:pt x="1377537" y="1900183"/>
                </a:cubicBezTo>
                <a:cubicBezTo>
                  <a:pt x="1250800" y="1833487"/>
                  <a:pt x="1128026" y="1759575"/>
                  <a:pt x="999407" y="1697006"/>
                </a:cubicBezTo>
                <a:cubicBezTo>
                  <a:pt x="940148" y="1668231"/>
                  <a:pt x="870548" y="1660808"/>
                  <a:pt x="805960" y="1643277"/>
                </a:cubicBezTo>
                <a:cubicBezTo>
                  <a:pt x="801451" y="1655973"/>
                  <a:pt x="797459" y="1668568"/>
                  <a:pt x="793467" y="1681164"/>
                </a:cubicBezTo>
                <a:cubicBezTo>
                  <a:pt x="870528" y="1724206"/>
                  <a:pt x="949771" y="1764676"/>
                  <a:pt x="1024949" y="1811845"/>
                </a:cubicBezTo>
                <a:cubicBezTo>
                  <a:pt x="1093334" y="1854426"/>
                  <a:pt x="1157236" y="1904325"/>
                  <a:pt x="1212262" y="1972065"/>
                </a:cubicBezTo>
                <a:cubicBezTo>
                  <a:pt x="950723" y="1899338"/>
                  <a:pt x="731111" y="1691672"/>
                  <a:pt x="398553" y="1745032"/>
                </a:cubicBezTo>
                <a:cubicBezTo>
                  <a:pt x="563711" y="1874101"/>
                  <a:pt x="735352" y="1928845"/>
                  <a:pt x="824711" y="2090377"/>
                </a:cubicBezTo>
                <a:cubicBezTo>
                  <a:pt x="664042" y="2012011"/>
                  <a:pt x="501706" y="1936118"/>
                  <a:pt x="343018" y="1854143"/>
                </a:cubicBezTo>
                <a:cubicBezTo>
                  <a:pt x="232967" y="1797366"/>
                  <a:pt x="128499" y="1795713"/>
                  <a:pt x="17025" y="1831006"/>
                </a:cubicBezTo>
                <a:lnTo>
                  <a:pt x="0" y="1837998"/>
                </a:lnTo>
                <a:lnTo>
                  <a:pt x="0" y="1569479"/>
                </a:lnTo>
                <a:lnTo>
                  <a:pt x="14353" y="1564248"/>
                </a:lnTo>
                <a:cubicBezTo>
                  <a:pt x="65704" y="1543060"/>
                  <a:pt x="73561" y="1526020"/>
                  <a:pt x="94549" y="1453845"/>
                </a:cubicBezTo>
                <a:cubicBezTo>
                  <a:pt x="165450" y="1211199"/>
                  <a:pt x="231811" y="967286"/>
                  <a:pt x="303185" y="713266"/>
                </a:cubicBezTo>
                <a:cubicBezTo>
                  <a:pt x="363588" y="700988"/>
                  <a:pt x="379612" y="758581"/>
                  <a:pt x="371403" y="807454"/>
                </a:cubicBezTo>
                <a:cubicBezTo>
                  <a:pt x="347391" y="954490"/>
                  <a:pt x="313466" y="1100229"/>
                  <a:pt x="281093" y="1245667"/>
                </a:cubicBezTo>
                <a:cubicBezTo>
                  <a:pt x="270297" y="1295043"/>
                  <a:pt x="252074" y="1342102"/>
                  <a:pt x="235045" y="1398061"/>
                </a:cubicBezTo>
                <a:cubicBezTo>
                  <a:pt x="422030" y="1363327"/>
                  <a:pt x="499846" y="1261168"/>
                  <a:pt x="503757" y="1085268"/>
                </a:cubicBezTo>
                <a:cubicBezTo>
                  <a:pt x="507600" y="922811"/>
                  <a:pt x="527558" y="760445"/>
                  <a:pt x="543798" y="598266"/>
                </a:cubicBezTo>
                <a:cubicBezTo>
                  <a:pt x="547928" y="558781"/>
                  <a:pt x="566210" y="520307"/>
                  <a:pt x="585451" y="456397"/>
                </a:cubicBezTo>
                <a:cubicBezTo>
                  <a:pt x="691570" y="593718"/>
                  <a:pt x="634414" y="716573"/>
                  <a:pt x="630810" y="833318"/>
                </a:cubicBezTo>
                <a:cubicBezTo>
                  <a:pt x="626904" y="948510"/>
                  <a:pt x="614840" y="1063138"/>
                  <a:pt x="605863" y="1179852"/>
                </a:cubicBezTo>
                <a:cubicBezTo>
                  <a:pt x="710325" y="1178888"/>
                  <a:pt x="723374" y="1113495"/>
                  <a:pt x="737759" y="1049453"/>
                </a:cubicBezTo>
                <a:cubicBezTo>
                  <a:pt x="778358" y="871793"/>
                  <a:pt x="818340" y="693716"/>
                  <a:pt x="860592" y="516272"/>
                </a:cubicBezTo>
                <a:cubicBezTo>
                  <a:pt x="873370" y="463288"/>
                  <a:pt x="894091" y="412520"/>
                  <a:pt x="919291" y="335094"/>
                </a:cubicBezTo>
                <a:cubicBezTo>
                  <a:pt x="1046915" y="469847"/>
                  <a:pt x="949233" y="577479"/>
                  <a:pt x="935687" y="678965"/>
                </a:cubicBezTo>
                <a:cubicBezTo>
                  <a:pt x="921251" y="792442"/>
                  <a:pt x="881417" y="902260"/>
                  <a:pt x="843787" y="1045497"/>
                </a:cubicBezTo>
                <a:cubicBezTo>
                  <a:pt x="974086" y="1003516"/>
                  <a:pt x="1038951" y="947928"/>
                  <a:pt x="1055830" y="841497"/>
                </a:cubicBezTo>
                <a:cubicBezTo>
                  <a:pt x="1092988" y="610244"/>
                  <a:pt x="1129631" y="379092"/>
                  <a:pt x="1167925" y="148157"/>
                </a:cubicBezTo>
                <a:cubicBezTo>
                  <a:pt x="1175704" y="102592"/>
                  <a:pt x="1191126" y="57688"/>
                  <a:pt x="1224921" y="16199"/>
                </a:cubicBezTo>
                <a:cubicBezTo>
                  <a:pt x="1343641" y="273562"/>
                  <a:pt x="1211458" y="518449"/>
                  <a:pt x="1192163" y="811235"/>
                </a:cubicBezTo>
                <a:cubicBezTo>
                  <a:pt x="1240925" y="752868"/>
                  <a:pt x="1274018" y="727094"/>
                  <a:pt x="1288968" y="693566"/>
                </a:cubicBezTo>
                <a:cubicBezTo>
                  <a:pt x="1366529" y="521078"/>
                  <a:pt x="1438934" y="346907"/>
                  <a:pt x="1514227" y="173786"/>
                </a:cubicBezTo>
                <a:cubicBezTo>
                  <a:pt x="1536499" y="122717"/>
                  <a:pt x="1562277" y="73114"/>
                  <a:pt x="1591631" y="11535"/>
                </a:cubicBezTo>
                <a:cubicBezTo>
                  <a:pt x="1715369" y="98692"/>
                  <a:pt x="1626331" y="173484"/>
                  <a:pt x="1607996" y="242054"/>
                </a:cubicBezTo>
                <a:cubicBezTo>
                  <a:pt x="1588714" y="314031"/>
                  <a:pt x="1554578" y="381375"/>
                  <a:pt x="1512804" y="486736"/>
                </a:cubicBezTo>
                <a:cubicBezTo>
                  <a:pt x="1699705" y="368746"/>
                  <a:pt x="1809116" y="211019"/>
                  <a:pt x="2008275" y="120194"/>
                </a:cubicBezTo>
                <a:cubicBezTo>
                  <a:pt x="1975712" y="341957"/>
                  <a:pt x="1748143" y="352883"/>
                  <a:pt x="1694687" y="538951"/>
                </a:cubicBezTo>
                <a:cubicBezTo>
                  <a:pt x="1798124" y="496818"/>
                  <a:pt x="1883072" y="453444"/>
                  <a:pt x="1973612" y="427786"/>
                </a:cubicBezTo>
                <a:cubicBezTo>
                  <a:pt x="2058046" y="403853"/>
                  <a:pt x="2121251" y="290029"/>
                  <a:pt x="2252888" y="368128"/>
                </a:cubicBezTo>
                <a:cubicBezTo>
                  <a:pt x="2060756" y="577929"/>
                  <a:pt x="1763959" y="569540"/>
                  <a:pt x="1577384" y="763755"/>
                </a:cubicBezTo>
                <a:cubicBezTo>
                  <a:pt x="1813063" y="703438"/>
                  <a:pt x="2048326" y="643739"/>
                  <a:pt x="2290626" y="581598"/>
                </a:cubicBezTo>
                <a:cubicBezTo>
                  <a:pt x="2311708" y="540968"/>
                  <a:pt x="2331799" y="492472"/>
                  <a:pt x="2361773" y="450651"/>
                </a:cubicBezTo>
                <a:cubicBezTo>
                  <a:pt x="2371869" y="436331"/>
                  <a:pt x="2411170" y="428692"/>
                  <a:pt x="2428281" y="436648"/>
                </a:cubicBezTo>
                <a:cubicBezTo>
                  <a:pt x="2445390" y="444605"/>
                  <a:pt x="2465751" y="483089"/>
                  <a:pt x="2459792" y="496603"/>
                </a:cubicBezTo>
                <a:cubicBezTo>
                  <a:pt x="2425298" y="573150"/>
                  <a:pt x="2386680" y="647812"/>
                  <a:pt x="2342604" y="719236"/>
                </a:cubicBezTo>
                <a:cubicBezTo>
                  <a:pt x="2289465" y="804779"/>
                  <a:pt x="2229631" y="886250"/>
                  <a:pt x="2156442" y="992882"/>
                </a:cubicBezTo>
                <a:cubicBezTo>
                  <a:pt x="2278327" y="979398"/>
                  <a:pt x="2337722" y="942603"/>
                  <a:pt x="2377128" y="855431"/>
                </a:cubicBezTo>
                <a:cubicBezTo>
                  <a:pt x="2465761" y="659839"/>
                  <a:pt x="2562641" y="468016"/>
                  <a:pt x="2657869" y="275977"/>
                </a:cubicBezTo>
                <a:cubicBezTo>
                  <a:pt x="2674054" y="243283"/>
                  <a:pt x="2698586" y="214875"/>
                  <a:pt x="2717845" y="186956"/>
                </a:cubicBezTo>
                <a:cubicBezTo>
                  <a:pt x="2806237" y="216514"/>
                  <a:pt x="2787557" y="272258"/>
                  <a:pt x="2765311" y="317949"/>
                </a:cubicBezTo>
                <a:cubicBezTo>
                  <a:pt x="2711831" y="429346"/>
                  <a:pt x="2652993" y="538024"/>
                  <a:pt x="2594672" y="646600"/>
                </a:cubicBezTo>
                <a:cubicBezTo>
                  <a:pt x="2561497" y="707847"/>
                  <a:pt x="2524716" y="767109"/>
                  <a:pt x="2479362" y="845766"/>
                </a:cubicBezTo>
                <a:cubicBezTo>
                  <a:pt x="2617711" y="845199"/>
                  <a:pt x="2702591" y="815269"/>
                  <a:pt x="2760035" y="696655"/>
                </a:cubicBezTo>
                <a:cubicBezTo>
                  <a:pt x="2856540" y="497384"/>
                  <a:pt x="2971491" y="307421"/>
                  <a:pt x="3075725" y="112019"/>
                </a:cubicBezTo>
                <a:cubicBezTo>
                  <a:pt x="3101604" y="62935"/>
                  <a:pt x="3122083" y="19198"/>
                  <a:pt x="3201798" y="48294"/>
                </a:cubicBezTo>
                <a:cubicBezTo>
                  <a:pt x="3169207" y="275435"/>
                  <a:pt x="2991779" y="439398"/>
                  <a:pt x="2921347" y="651331"/>
                </a:cubicBezTo>
                <a:cubicBezTo>
                  <a:pt x="3025885" y="675601"/>
                  <a:pt x="3037410" y="605132"/>
                  <a:pt x="3060603" y="556032"/>
                </a:cubicBezTo>
                <a:cubicBezTo>
                  <a:pt x="3142287" y="385430"/>
                  <a:pt x="3219232" y="212524"/>
                  <a:pt x="3300399" y="42022"/>
                </a:cubicBezTo>
                <a:close/>
              </a:path>
            </a:pathLst>
          </a:custGeom>
          <a:solidFill>
            <a:schemeClr val="tx1">
              <a:alpha val="13000"/>
            </a:schemeClr>
          </a:solidFill>
          <a:ln w="5271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
        <p:nvSpPr>
          <p:cNvPr id="9" name="Freeform: Shape 8">
            <a:extLst>
              <a:ext uri="{FF2B5EF4-FFF2-40B4-BE49-F238E27FC236}">
                <a16:creationId xmlns:a16="http://schemas.microsoft.com/office/drawing/2014/main" id="{7DD70B2B-8865-ED69-4A28-D0CA2A9A67AD}"/>
              </a:ext>
            </a:extLst>
          </p:cNvPr>
          <p:cNvSpPr/>
          <p:nvPr userDrawn="1"/>
        </p:nvSpPr>
        <p:spPr>
          <a:xfrm>
            <a:off x="5790280" y="0"/>
            <a:ext cx="6401718" cy="6857999"/>
          </a:xfrm>
          <a:custGeom>
            <a:avLst/>
            <a:gdLst>
              <a:gd name="connsiteX0" fmla="*/ 13164 w 6401718"/>
              <a:gd name="connsiteY0" fmla="*/ 0 h 6857999"/>
              <a:gd name="connsiteX1" fmla="*/ 6401718 w 6401718"/>
              <a:gd name="connsiteY1" fmla="*/ 0 h 6857999"/>
              <a:gd name="connsiteX2" fmla="*/ 6401718 w 6401718"/>
              <a:gd name="connsiteY2" fmla="*/ 6857999 h 6857999"/>
              <a:gd name="connsiteX3" fmla="*/ 4837168 w 6401718"/>
              <a:gd name="connsiteY3" fmla="*/ 6857999 h 6857999"/>
              <a:gd name="connsiteX4" fmla="*/ 4970284 w 6401718"/>
              <a:gd name="connsiteY4" fmla="*/ 6566499 h 6857999"/>
              <a:gd name="connsiteX5" fmla="*/ 5441996 w 6401718"/>
              <a:gd name="connsiteY5" fmla="*/ 3607583 h 6857999"/>
              <a:gd name="connsiteX6" fmla="*/ 333189 w 6401718"/>
              <a:gd name="connsiteY6" fmla="*/ 1342399 h 6857999"/>
              <a:gd name="connsiteX7" fmla="*/ 10627 w 6401718"/>
              <a:gd name="connsiteY7" fmla="*/ 1715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01718" h="6857999">
                <a:moveTo>
                  <a:pt x="13164" y="0"/>
                </a:moveTo>
                <a:lnTo>
                  <a:pt x="6401718" y="0"/>
                </a:lnTo>
                <a:lnTo>
                  <a:pt x="6401718" y="6857999"/>
                </a:lnTo>
                <a:lnTo>
                  <a:pt x="4837168" y="6857999"/>
                </a:lnTo>
                <a:lnTo>
                  <a:pt x="4970284" y="6566499"/>
                </a:lnTo>
                <a:cubicBezTo>
                  <a:pt x="5459272" y="5503700"/>
                  <a:pt x="5952697" y="4415857"/>
                  <a:pt x="5441996" y="3607583"/>
                </a:cubicBezTo>
                <a:cubicBezTo>
                  <a:pt x="4534017" y="2170575"/>
                  <a:pt x="1476973" y="3238952"/>
                  <a:pt x="333189" y="1342399"/>
                </a:cubicBezTo>
                <a:cubicBezTo>
                  <a:pt x="249159" y="1202652"/>
                  <a:pt x="-60917" y="673160"/>
                  <a:pt x="10627" y="17156"/>
                </a:cubicBezTo>
                <a:close/>
              </a:path>
            </a:pathLst>
          </a:custGeom>
          <a:solidFill>
            <a:schemeClr val="accent4"/>
          </a:solidFill>
          <a:ln w="4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
        <p:nvSpPr>
          <p:cNvPr id="10" name="Freeform: Shape 9">
            <a:extLst>
              <a:ext uri="{FF2B5EF4-FFF2-40B4-BE49-F238E27FC236}">
                <a16:creationId xmlns:a16="http://schemas.microsoft.com/office/drawing/2014/main" id="{9DD0CBC4-C858-C0CA-9E1D-CD160F7225C5}"/>
              </a:ext>
            </a:extLst>
          </p:cNvPr>
          <p:cNvSpPr/>
          <p:nvPr userDrawn="1"/>
        </p:nvSpPr>
        <p:spPr>
          <a:xfrm>
            <a:off x="4749567" y="5750376"/>
            <a:ext cx="5273226" cy="1169180"/>
          </a:xfrm>
          <a:custGeom>
            <a:avLst/>
            <a:gdLst>
              <a:gd name="connsiteX0" fmla="*/ 3480861 w 5400689"/>
              <a:gd name="connsiteY0" fmla="*/ 9 h 1188904"/>
              <a:gd name="connsiteX1" fmla="*/ 3799515 w 5400689"/>
              <a:gd name="connsiteY1" fmla="*/ 34963 h 1188904"/>
              <a:gd name="connsiteX2" fmla="*/ 5393241 w 5400689"/>
              <a:gd name="connsiteY2" fmla="*/ 1169180 h 1188904"/>
              <a:gd name="connsiteX3" fmla="*/ 5400689 w 5400689"/>
              <a:gd name="connsiteY3" fmla="*/ 1188904 h 1188904"/>
              <a:gd name="connsiteX4" fmla="*/ 0 w 5400689"/>
              <a:gd name="connsiteY4" fmla="*/ 1188904 h 1188904"/>
              <a:gd name="connsiteX5" fmla="*/ 259507 w 5400689"/>
              <a:gd name="connsiteY5" fmla="*/ 1076708 h 1188904"/>
              <a:gd name="connsiteX6" fmla="*/ 1032152 w 5400689"/>
              <a:gd name="connsiteY6" fmla="*/ 750675 h 1188904"/>
              <a:gd name="connsiteX7" fmla="*/ 3480861 w 5400689"/>
              <a:gd name="connsiteY7" fmla="*/ 9 h 1188904"/>
              <a:gd name="connsiteX0" fmla="*/ 5400689 w 5492129"/>
              <a:gd name="connsiteY0" fmla="*/ 1188904 h 1280344"/>
              <a:gd name="connsiteX1" fmla="*/ 0 w 5492129"/>
              <a:gd name="connsiteY1" fmla="*/ 1188904 h 1280344"/>
              <a:gd name="connsiteX2" fmla="*/ 259507 w 5492129"/>
              <a:gd name="connsiteY2" fmla="*/ 1076708 h 1280344"/>
              <a:gd name="connsiteX3" fmla="*/ 1032152 w 5492129"/>
              <a:gd name="connsiteY3" fmla="*/ 750675 h 1280344"/>
              <a:gd name="connsiteX4" fmla="*/ 3480861 w 5492129"/>
              <a:gd name="connsiteY4" fmla="*/ 9 h 1280344"/>
              <a:gd name="connsiteX5" fmla="*/ 3799515 w 5492129"/>
              <a:gd name="connsiteY5" fmla="*/ 34963 h 1280344"/>
              <a:gd name="connsiteX6" fmla="*/ 5393241 w 5492129"/>
              <a:gd name="connsiteY6" fmla="*/ 1169180 h 1280344"/>
              <a:gd name="connsiteX7" fmla="*/ 5492129 w 5492129"/>
              <a:gd name="connsiteY7" fmla="*/ 1280344 h 1280344"/>
              <a:gd name="connsiteX0" fmla="*/ 5400689 w 5400689"/>
              <a:gd name="connsiteY0" fmla="*/ 1188904 h 1188904"/>
              <a:gd name="connsiteX1" fmla="*/ 0 w 5400689"/>
              <a:gd name="connsiteY1" fmla="*/ 1188904 h 1188904"/>
              <a:gd name="connsiteX2" fmla="*/ 259507 w 5400689"/>
              <a:gd name="connsiteY2" fmla="*/ 1076708 h 1188904"/>
              <a:gd name="connsiteX3" fmla="*/ 1032152 w 5400689"/>
              <a:gd name="connsiteY3" fmla="*/ 750675 h 1188904"/>
              <a:gd name="connsiteX4" fmla="*/ 3480861 w 5400689"/>
              <a:gd name="connsiteY4" fmla="*/ 9 h 1188904"/>
              <a:gd name="connsiteX5" fmla="*/ 3799515 w 5400689"/>
              <a:gd name="connsiteY5" fmla="*/ 34963 h 1188904"/>
              <a:gd name="connsiteX6" fmla="*/ 5393241 w 5400689"/>
              <a:gd name="connsiteY6" fmla="*/ 1169180 h 1188904"/>
              <a:gd name="connsiteX0" fmla="*/ 0 w 5393241"/>
              <a:gd name="connsiteY0" fmla="*/ 1188904 h 1188904"/>
              <a:gd name="connsiteX1" fmla="*/ 259507 w 5393241"/>
              <a:gd name="connsiteY1" fmla="*/ 1076708 h 1188904"/>
              <a:gd name="connsiteX2" fmla="*/ 1032152 w 5393241"/>
              <a:gd name="connsiteY2" fmla="*/ 750675 h 1188904"/>
              <a:gd name="connsiteX3" fmla="*/ 3480861 w 5393241"/>
              <a:gd name="connsiteY3" fmla="*/ 9 h 1188904"/>
              <a:gd name="connsiteX4" fmla="*/ 3799515 w 5393241"/>
              <a:gd name="connsiteY4" fmla="*/ 34963 h 1188904"/>
              <a:gd name="connsiteX5" fmla="*/ 5393241 w 5393241"/>
              <a:gd name="connsiteY5" fmla="*/ 1169180 h 1188904"/>
              <a:gd name="connsiteX0" fmla="*/ 0 w 5250366"/>
              <a:gd name="connsiteY0" fmla="*/ 1126039 h 1169180"/>
              <a:gd name="connsiteX1" fmla="*/ 116632 w 5250366"/>
              <a:gd name="connsiteY1" fmla="*/ 1076708 h 1169180"/>
              <a:gd name="connsiteX2" fmla="*/ 889277 w 5250366"/>
              <a:gd name="connsiteY2" fmla="*/ 750675 h 1169180"/>
              <a:gd name="connsiteX3" fmla="*/ 3337986 w 5250366"/>
              <a:gd name="connsiteY3" fmla="*/ 9 h 1169180"/>
              <a:gd name="connsiteX4" fmla="*/ 3656640 w 5250366"/>
              <a:gd name="connsiteY4" fmla="*/ 34963 h 1169180"/>
              <a:gd name="connsiteX5" fmla="*/ 5250366 w 5250366"/>
              <a:gd name="connsiteY5" fmla="*/ 1169180 h 1169180"/>
              <a:gd name="connsiteX0" fmla="*/ 0 w 5273226"/>
              <a:gd name="connsiteY0" fmla="*/ 1135564 h 1169180"/>
              <a:gd name="connsiteX1" fmla="*/ 139492 w 5273226"/>
              <a:gd name="connsiteY1" fmla="*/ 1076708 h 1169180"/>
              <a:gd name="connsiteX2" fmla="*/ 912137 w 5273226"/>
              <a:gd name="connsiteY2" fmla="*/ 750675 h 1169180"/>
              <a:gd name="connsiteX3" fmla="*/ 3360846 w 5273226"/>
              <a:gd name="connsiteY3" fmla="*/ 9 h 1169180"/>
              <a:gd name="connsiteX4" fmla="*/ 3679500 w 5273226"/>
              <a:gd name="connsiteY4" fmla="*/ 34963 h 1169180"/>
              <a:gd name="connsiteX5" fmla="*/ 5273226 w 5273226"/>
              <a:gd name="connsiteY5" fmla="*/ 1169180 h 1169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73226" h="1169180">
                <a:moveTo>
                  <a:pt x="0" y="1135564"/>
                </a:moveTo>
                <a:lnTo>
                  <a:pt x="139492" y="1076708"/>
                </a:lnTo>
                <a:lnTo>
                  <a:pt x="912137" y="750675"/>
                </a:lnTo>
                <a:cubicBezTo>
                  <a:pt x="2354904" y="146401"/>
                  <a:pt x="2981132" y="1306"/>
                  <a:pt x="3360846" y="9"/>
                </a:cubicBezTo>
                <a:cubicBezTo>
                  <a:pt x="3487417" y="-424"/>
                  <a:pt x="3586598" y="15121"/>
                  <a:pt x="3679500" y="34963"/>
                </a:cubicBezTo>
                <a:cubicBezTo>
                  <a:pt x="4251313" y="157103"/>
                  <a:pt x="4990416" y="528605"/>
                  <a:pt x="5273226" y="116918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
        <p:nvSpPr>
          <p:cNvPr id="11" name="Freeform: Shape 10">
            <a:extLst>
              <a:ext uri="{FF2B5EF4-FFF2-40B4-BE49-F238E27FC236}">
                <a16:creationId xmlns:a16="http://schemas.microsoft.com/office/drawing/2014/main" id="{B43929CA-6C7B-DB72-BEE4-FDB8F55ECE6C}"/>
              </a:ext>
            </a:extLst>
          </p:cNvPr>
          <p:cNvSpPr/>
          <p:nvPr userDrawn="1"/>
        </p:nvSpPr>
        <p:spPr>
          <a:xfrm>
            <a:off x="8006849" y="3200881"/>
            <a:ext cx="4200862" cy="3685693"/>
          </a:xfrm>
          <a:custGeom>
            <a:avLst/>
            <a:gdLst>
              <a:gd name="connsiteX0" fmla="*/ 4095553 w 4261350"/>
              <a:gd name="connsiteY0" fmla="*/ 1025 h 3718078"/>
              <a:gd name="connsiteX1" fmla="*/ 4195147 w 4261350"/>
              <a:gd name="connsiteY1" fmla="*/ 9904 h 3718078"/>
              <a:gd name="connsiteX2" fmla="*/ 4261350 w 4261350"/>
              <a:gd name="connsiteY2" fmla="*/ 21789 h 3718078"/>
              <a:gd name="connsiteX3" fmla="*/ 4261350 w 4261350"/>
              <a:gd name="connsiteY3" fmla="*/ 3718077 h 3718078"/>
              <a:gd name="connsiteX4" fmla="*/ 0 w 4261350"/>
              <a:gd name="connsiteY4" fmla="*/ 3718078 h 3718078"/>
              <a:gd name="connsiteX5" fmla="*/ 41809 w 4261350"/>
              <a:gd name="connsiteY5" fmla="*/ 3519677 h 3718078"/>
              <a:gd name="connsiteX6" fmla="*/ 817272 w 4261350"/>
              <a:gd name="connsiteY6" fmla="*/ 2444285 h 3718078"/>
              <a:gd name="connsiteX7" fmla="*/ 2666355 w 4261350"/>
              <a:gd name="connsiteY7" fmla="*/ 2522977 h 3718078"/>
              <a:gd name="connsiteX8" fmla="*/ 3155070 w 4261350"/>
              <a:gd name="connsiteY8" fmla="*/ 383844 h 3718078"/>
              <a:gd name="connsiteX9" fmla="*/ 3895887 w 4261350"/>
              <a:gd name="connsiteY9" fmla="*/ 10843 h 3718078"/>
              <a:gd name="connsiteX10" fmla="*/ 4095553 w 4261350"/>
              <a:gd name="connsiteY10" fmla="*/ 1025 h 3718078"/>
              <a:gd name="connsiteX0" fmla="*/ 4261350 w 4352790"/>
              <a:gd name="connsiteY0" fmla="*/ 21789 h 3718078"/>
              <a:gd name="connsiteX1" fmla="*/ 4261350 w 4352790"/>
              <a:gd name="connsiteY1" fmla="*/ 3718077 h 3718078"/>
              <a:gd name="connsiteX2" fmla="*/ 0 w 4352790"/>
              <a:gd name="connsiteY2" fmla="*/ 3718078 h 3718078"/>
              <a:gd name="connsiteX3" fmla="*/ 41809 w 4352790"/>
              <a:gd name="connsiteY3" fmla="*/ 3519677 h 3718078"/>
              <a:gd name="connsiteX4" fmla="*/ 817272 w 4352790"/>
              <a:gd name="connsiteY4" fmla="*/ 2444285 h 3718078"/>
              <a:gd name="connsiteX5" fmla="*/ 2666355 w 4352790"/>
              <a:gd name="connsiteY5" fmla="*/ 2522977 h 3718078"/>
              <a:gd name="connsiteX6" fmla="*/ 3155070 w 4352790"/>
              <a:gd name="connsiteY6" fmla="*/ 383844 h 3718078"/>
              <a:gd name="connsiteX7" fmla="*/ 3895887 w 4352790"/>
              <a:gd name="connsiteY7" fmla="*/ 10843 h 3718078"/>
              <a:gd name="connsiteX8" fmla="*/ 4095553 w 4352790"/>
              <a:gd name="connsiteY8" fmla="*/ 1025 h 3718078"/>
              <a:gd name="connsiteX9" fmla="*/ 4195147 w 4352790"/>
              <a:gd name="connsiteY9" fmla="*/ 9904 h 3718078"/>
              <a:gd name="connsiteX10" fmla="*/ 4352790 w 4352790"/>
              <a:gd name="connsiteY10" fmla="*/ 113229 h 3718078"/>
              <a:gd name="connsiteX0" fmla="*/ 4261350 w 4352790"/>
              <a:gd name="connsiteY0" fmla="*/ 3718077 h 3718078"/>
              <a:gd name="connsiteX1" fmla="*/ 0 w 4352790"/>
              <a:gd name="connsiteY1" fmla="*/ 3718078 h 3718078"/>
              <a:gd name="connsiteX2" fmla="*/ 41809 w 4352790"/>
              <a:gd name="connsiteY2" fmla="*/ 3519677 h 3718078"/>
              <a:gd name="connsiteX3" fmla="*/ 817272 w 4352790"/>
              <a:gd name="connsiteY3" fmla="*/ 2444285 h 3718078"/>
              <a:gd name="connsiteX4" fmla="*/ 2666355 w 4352790"/>
              <a:gd name="connsiteY4" fmla="*/ 2522977 h 3718078"/>
              <a:gd name="connsiteX5" fmla="*/ 3155070 w 4352790"/>
              <a:gd name="connsiteY5" fmla="*/ 383844 h 3718078"/>
              <a:gd name="connsiteX6" fmla="*/ 3895887 w 4352790"/>
              <a:gd name="connsiteY6" fmla="*/ 10843 h 3718078"/>
              <a:gd name="connsiteX7" fmla="*/ 4095553 w 4352790"/>
              <a:gd name="connsiteY7" fmla="*/ 1025 h 3718078"/>
              <a:gd name="connsiteX8" fmla="*/ 4195147 w 4352790"/>
              <a:gd name="connsiteY8" fmla="*/ 9904 h 3718078"/>
              <a:gd name="connsiteX9" fmla="*/ 4352790 w 4352790"/>
              <a:gd name="connsiteY9" fmla="*/ 113229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195147 w 4261350"/>
              <a:gd name="connsiteY8" fmla="*/ 9904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208482 w 4261350"/>
              <a:gd name="connsiteY8" fmla="*/ 11809 h 3718078"/>
              <a:gd name="connsiteX0" fmla="*/ 0 w 4208482"/>
              <a:gd name="connsiteY0" fmla="*/ 3718078 h 3718078"/>
              <a:gd name="connsiteX1" fmla="*/ 41809 w 4208482"/>
              <a:gd name="connsiteY1" fmla="*/ 3519677 h 3718078"/>
              <a:gd name="connsiteX2" fmla="*/ 817272 w 4208482"/>
              <a:gd name="connsiteY2" fmla="*/ 2444285 h 3718078"/>
              <a:gd name="connsiteX3" fmla="*/ 2666355 w 4208482"/>
              <a:gd name="connsiteY3" fmla="*/ 2522977 h 3718078"/>
              <a:gd name="connsiteX4" fmla="*/ 3155070 w 4208482"/>
              <a:gd name="connsiteY4" fmla="*/ 383844 h 3718078"/>
              <a:gd name="connsiteX5" fmla="*/ 3895887 w 4208482"/>
              <a:gd name="connsiteY5" fmla="*/ 10843 h 3718078"/>
              <a:gd name="connsiteX6" fmla="*/ 4095553 w 4208482"/>
              <a:gd name="connsiteY6" fmla="*/ 1025 h 3718078"/>
              <a:gd name="connsiteX7" fmla="*/ 4208482 w 4208482"/>
              <a:gd name="connsiteY7" fmla="*/ 11809 h 3718078"/>
              <a:gd name="connsiteX0" fmla="*/ 0 w 4200862"/>
              <a:gd name="connsiteY0" fmla="*/ 3685693 h 3685693"/>
              <a:gd name="connsiteX1" fmla="*/ 34189 w 4200862"/>
              <a:gd name="connsiteY1" fmla="*/ 3519677 h 3685693"/>
              <a:gd name="connsiteX2" fmla="*/ 809652 w 4200862"/>
              <a:gd name="connsiteY2" fmla="*/ 2444285 h 3685693"/>
              <a:gd name="connsiteX3" fmla="*/ 2658735 w 4200862"/>
              <a:gd name="connsiteY3" fmla="*/ 2522977 h 3685693"/>
              <a:gd name="connsiteX4" fmla="*/ 3147450 w 4200862"/>
              <a:gd name="connsiteY4" fmla="*/ 383844 h 3685693"/>
              <a:gd name="connsiteX5" fmla="*/ 3888267 w 4200862"/>
              <a:gd name="connsiteY5" fmla="*/ 10843 h 3685693"/>
              <a:gd name="connsiteX6" fmla="*/ 4087933 w 4200862"/>
              <a:gd name="connsiteY6" fmla="*/ 1025 h 3685693"/>
              <a:gd name="connsiteX7" fmla="*/ 4200862 w 4200862"/>
              <a:gd name="connsiteY7" fmla="*/ 11809 h 3685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00862" h="3685693">
                <a:moveTo>
                  <a:pt x="0" y="3685693"/>
                </a:moveTo>
                <a:lnTo>
                  <a:pt x="34189" y="3519677"/>
                </a:lnTo>
                <a:cubicBezTo>
                  <a:pt x="143250" y="3096532"/>
                  <a:pt x="385251" y="2638632"/>
                  <a:pt x="809652" y="2444285"/>
                </a:cubicBezTo>
                <a:cubicBezTo>
                  <a:pt x="1552651" y="2104138"/>
                  <a:pt x="2223408" y="2861345"/>
                  <a:pt x="2658735" y="2522977"/>
                </a:cubicBezTo>
                <a:cubicBezTo>
                  <a:pt x="3141721" y="2147516"/>
                  <a:pt x="2519853" y="1056810"/>
                  <a:pt x="3147450" y="383844"/>
                </a:cubicBezTo>
                <a:cubicBezTo>
                  <a:pt x="3423705" y="87567"/>
                  <a:pt x="3801363" y="23274"/>
                  <a:pt x="3888267" y="10843"/>
                </a:cubicBezTo>
                <a:cubicBezTo>
                  <a:pt x="3954998" y="1342"/>
                  <a:pt x="4021507" y="-1864"/>
                  <a:pt x="4087933" y="1025"/>
                </a:cubicBezTo>
                <a:cubicBezTo>
                  <a:pt x="4121145" y="2468"/>
                  <a:pt x="4167673" y="7342"/>
                  <a:pt x="4200862" y="11809"/>
                </a:cubicBezTo>
              </a:path>
            </a:pathLst>
          </a:custGeom>
          <a:noFill/>
          <a:ln w="857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Tree>
    <p:extLst>
      <p:ext uri="{BB962C8B-B14F-4D97-AF65-F5344CB8AC3E}">
        <p14:creationId xmlns:p14="http://schemas.microsoft.com/office/powerpoint/2010/main" val="10955403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rtl="0"/>
            <a:r>
              <a:rPr lang="en-GB"/>
              <a:t>20XX</a:t>
            </a:r>
          </a:p>
        </p:txBody>
      </p:sp>
      <p:sp>
        <p:nvSpPr>
          <p:cNvPr id="6" name="Footer Placeholder 5"/>
          <p:cNvSpPr>
            <a:spLocks noGrp="1"/>
          </p:cNvSpPr>
          <p:nvPr>
            <p:ph type="ftr" sz="quarter" idx="11"/>
          </p:nvPr>
        </p:nvSpPr>
        <p:spPr/>
        <p:txBody>
          <a:bodyPr/>
          <a:lstStyle/>
          <a:p>
            <a:pPr rtl="0"/>
            <a:r>
              <a:rPr lang="en-GB"/>
              <a:t>presentation title</a:t>
            </a:r>
          </a:p>
        </p:txBody>
      </p:sp>
      <p:sp>
        <p:nvSpPr>
          <p:cNvPr id="7" name="Slide Number Placeholder 6"/>
          <p:cNvSpPr>
            <a:spLocks noGrp="1"/>
          </p:cNvSpPr>
          <p:nvPr>
            <p:ph type="sldNum" sz="quarter" idx="12"/>
          </p:nvPr>
        </p:nvSpPr>
        <p:spPr/>
        <p:txBody>
          <a:bodyPr/>
          <a:lstStyle/>
          <a:p>
            <a:pPr rtl="0"/>
            <a:fld id="{58FB4751-880F-D840-AAA9-3A15815CC996}" type="slidenum">
              <a:rPr lang="en-GB" smtClean="0"/>
              <a:t>‹#›</a:t>
            </a:fld>
            <a:endParaRPr lang="en-GB" dirty="0"/>
          </a:p>
        </p:txBody>
      </p:sp>
      <p:sp>
        <p:nvSpPr>
          <p:cNvPr id="8" name="Freeform: Shape 7">
            <a:extLst>
              <a:ext uri="{FF2B5EF4-FFF2-40B4-BE49-F238E27FC236}">
                <a16:creationId xmlns:a16="http://schemas.microsoft.com/office/drawing/2014/main" id="{AF05990B-AF4C-9519-A6F0-BE82692B44BA}"/>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
        <p:nvSpPr>
          <p:cNvPr id="9" name="Freeform: Shape 8">
            <a:extLst>
              <a:ext uri="{FF2B5EF4-FFF2-40B4-BE49-F238E27FC236}">
                <a16:creationId xmlns:a16="http://schemas.microsoft.com/office/drawing/2014/main" id="{A999DAD1-D84B-B7AD-DB4C-504FD8053F77}"/>
              </a:ext>
            </a:extLst>
          </p:cNvPr>
          <p:cNvSpPr/>
          <p:nvPr userDrawn="1"/>
        </p:nvSpPr>
        <p:spPr>
          <a:xfrm>
            <a:off x="9164166" y="2461367"/>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Tree>
    <p:extLst>
      <p:ext uri="{BB962C8B-B14F-4D97-AF65-F5344CB8AC3E}">
        <p14:creationId xmlns:p14="http://schemas.microsoft.com/office/powerpoint/2010/main" val="39107318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rtl="0"/>
            <a:r>
              <a:rPr lang="en-GB"/>
              <a:t>20XX</a:t>
            </a:r>
          </a:p>
        </p:txBody>
      </p:sp>
      <p:sp>
        <p:nvSpPr>
          <p:cNvPr id="8" name="Footer Placeholder 7"/>
          <p:cNvSpPr>
            <a:spLocks noGrp="1"/>
          </p:cNvSpPr>
          <p:nvPr>
            <p:ph type="ftr" sz="quarter" idx="11"/>
          </p:nvPr>
        </p:nvSpPr>
        <p:spPr/>
        <p:txBody>
          <a:bodyPr/>
          <a:lstStyle/>
          <a:p>
            <a:pPr rtl="0"/>
            <a:r>
              <a:rPr lang="en-GB"/>
              <a:t>presentation title</a:t>
            </a:r>
          </a:p>
        </p:txBody>
      </p:sp>
      <p:sp>
        <p:nvSpPr>
          <p:cNvPr id="9" name="Slide Number Placeholder 8"/>
          <p:cNvSpPr>
            <a:spLocks noGrp="1"/>
          </p:cNvSpPr>
          <p:nvPr>
            <p:ph type="sldNum" sz="quarter" idx="12"/>
          </p:nvPr>
        </p:nvSpPr>
        <p:spPr/>
        <p:txBody>
          <a:bodyPr/>
          <a:lstStyle/>
          <a:p>
            <a:pPr rtl="0"/>
            <a:fld id="{58FB4751-880F-D840-AAA9-3A15815CC996}" type="slidenum">
              <a:rPr lang="en-GB" smtClean="0"/>
              <a:pPr/>
              <a:t>‹#›</a:t>
            </a:fld>
            <a:endParaRPr lang="en-GB" dirty="0"/>
          </a:p>
        </p:txBody>
      </p:sp>
      <p:sp>
        <p:nvSpPr>
          <p:cNvPr id="10" name="Freeform: Shape 9">
            <a:extLst>
              <a:ext uri="{FF2B5EF4-FFF2-40B4-BE49-F238E27FC236}">
                <a16:creationId xmlns:a16="http://schemas.microsoft.com/office/drawing/2014/main" id="{9507596F-02AB-A4E5-F143-5FFE18AD5622}"/>
              </a:ext>
            </a:extLst>
          </p:cNvPr>
          <p:cNvSpPr/>
          <p:nvPr userDrawn="1"/>
        </p:nvSpPr>
        <p:spPr>
          <a:xfrm>
            <a:off x="737754" y="1496371"/>
            <a:ext cx="11454247" cy="5361629"/>
          </a:xfrm>
          <a:custGeom>
            <a:avLst/>
            <a:gdLst>
              <a:gd name="connsiteX0" fmla="*/ 6289581 w 11454247"/>
              <a:gd name="connsiteY0" fmla="*/ 282 h 5361629"/>
              <a:gd name="connsiteX1" fmla="*/ 10470807 w 11454247"/>
              <a:gd name="connsiteY1" fmla="*/ 759302 h 5361629"/>
              <a:gd name="connsiteX2" fmla="*/ 11276049 w 11454247"/>
              <a:gd name="connsiteY2" fmla="*/ 1131122 h 5361629"/>
              <a:gd name="connsiteX3" fmla="*/ 11454247 w 11454247"/>
              <a:gd name="connsiteY3" fmla="*/ 1230436 h 5361629"/>
              <a:gd name="connsiteX4" fmla="*/ 11454247 w 11454247"/>
              <a:gd name="connsiteY4" fmla="*/ 5361629 h 5361629"/>
              <a:gd name="connsiteX5" fmla="*/ 380284 w 11454247"/>
              <a:gd name="connsiteY5" fmla="*/ 5361629 h 5361629"/>
              <a:gd name="connsiteX6" fmla="*/ 335545 w 11454247"/>
              <a:gd name="connsiteY6" fmla="*/ 5249207 h 5361629"/>
              <a:gd name="connsiteX7" fmla="*/ 397857 w 11454247"/>
              <a:gd name="connsiteY7" fmla="*/ 1927967 h 5361629"/>
              <a:gd name="connsiteX8" fmla="*/ 2970513 w 11454247"/>
              <a:gd name="connsiteY8" fmla="*/ 486859 h 5361629"/>
              <a:gd name="connsiteX9" fmla="*/ 6289581 w 11454247"/>
              <a:gd name="connsiteY9" fmla="*/ 282 h 5361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454247" h="5361629">
                <a:moveTo>
                  <a:pt x="6289581" y="282"/>
                </a:moveTo>
                <a:cubicBezTo>
                  <a:pt x="8465340" y="-14675"/>
                  <a:pt x="10006154" y="571178"/>
                  <a:pt x="10470807" y="759302"/>
                </a:cubicBezTo>
                <a:cubicBezTo>
                  <a:pt x="10778666" y="883899"/>
                  <a:pt x="11045023" y="1008258"/>
                  <a:pt x="11276049" y="1131122"/>
                </a:cubicBezTo>
                <a:lnTo>
                  <a:pt x="11454247" y="1230436"/>
                </a:lnTo>
                <a:lnTo>
                  <a:pt x="11454247" y="5361629"/>
                </a:lnTo>
                <a:lnTo>
                  <a:pt x="380284" y="5361629"/>
                </a:lnTo>
                <a:lnTo>
                  <a:pt x="335545" y="5249207"/>
                </a:lnTo>
                <a:cubicBezTo>
                  <a:pt x="-39263" y="4244088"/>
                  <a:pt x="-202610" y="2928326"/>
                  <a:pt x="397857" y="1927967"/>
                </a:cubicBezTo>
                <a:cubicBezTo>
                  <a:pt x="517170" y="1729198"/>
                  <a:pt x="951042" y="1069104"/>
                  <a:pt x="2970513" y="486859"/>
                </a:cubicBezTo>
                <a:cubicBezTo>
                  <a:pt x="4180432" y="138015"/>
                  <a:pt x="5300600" y="7081"/>
                  <a:pt x="6289581" y="282"/>
                </a:cubicBezTo>
                <a:close/>
              </a:path>
            </a:pathLst>
          </a:custGeom>
          <a:solidFill>
            <a:schemeClr val="tx2">
              <a:lumMod val="75000"/>
              <a:alpha val="43000"/>
            </a:schemeClr>
          </a:solidFill>
          <a:ln w="402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
        <p:nvSpPr>
          <p:cNvPr id="11" name="Freeform: Shape 10">
            <a:extLst>
              <a:ext uri="{FF2B5EF4-FFF2-40B4-BE49-F238E27FC236}">
                <a16:creationId xmlns:a16="http://schemas.microsoft.com/office/drawing/2014/main" id="{F121299E-72D3-EEEE-3F97-7712E62332E6}"/>
              </a:ext>
            </a:extLst>
          </p:cNvPr>
          <p:cNvSpPr/>
          <p:nvPr userDrawn="1"/>
        </p:nvSpPr>
        <p:spPr>
          <a:xfrm>
            <a:off x="0" y="0"/>
            <a:ext cx="8254792" cy="6858000"/>
          </a:xfrm>
          <a:custGeom>
            <a:avLst/>
            <a:gdLst>
              <a:gd name="connsiteX0" fmla="*/ 0 w 8254792"/>
              <a:gd name="connsiteY0" fmla="*/ 0 h 6858000"/>
              <a:gd name="connsiteX1" fmla="*/ 6376520 w 8254792"/>
              <a:gd name="connsiteY1" fmla="*/ 0 h 6858000"/>
              <a:gd name="connsiteX2" fmla="*/ 6476044 w 8254792"/>
              <a:gd name="connsiteY2" fmla="*/ 189247 h 6858000"/>
              <a:gd name="connsiteX3" fmla="*/ 8222355 w 8254792"/>
              <a:gd name="connsiteY3" fmla="*/ 6291375 h 6858000"/>
              <a:gd name="connsiteX4" fmla="*/ 8254792 w 8254792"/>
              <a:gd name="connsiteY4" fmla="*/ 6858000 h 6858000"/>
              <a:gd name="connsiteX5" fmla="*/ 0 w 8254792"/>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54792" h="6858000">
                <a:moveTo>
                  <a:pt x="0" y="0"/>
                </a:moveTo>
                <a:lnTo>
                  <a:pt x="6376520" y="0"/>
                </a:lnTo>
                <a:lnTo>
                  <a:pt x="6476044" y="189247"/>
                </a:lnTo>
                <a:cubicBezTo>
                  <a:pt x="7520839" y="2231293"/>
                  <a:pt x="8066945" y="4314694"/>
                  <a:pt x="8222355" y="6291375"/>
                </a:cubicBezTo>
                <a:lnTo>
                  <a:pt x="8254792" y="6858000"/>
                </a:lnTo>
                <a:lnTo>
                  <a:pt x="0" y="6858000"/>
                </a:lnTo>
                <a:close/>
              </a:path>
            </a:pathLst>
          </a:custGeom>
          <a:solidFill>
            <a:schemeClr val="tx2">
              <a:alpha val="63000"/>
            </a:schemeClr>
          </a:solidFill>
          <a:ln w="1017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
        <p:nvSpPr>
          <p:cNvPr id="12" name="Freeform: Shape 11">
            <a:extLst>
              <a:ext uri="{FF2B5EF4-FFF2-40B4-BE49-F238E27FC236}">
                <a16:creationId xmlns:a16="http://schemas.microsoft.com/office/drawing/2014/main" id="{D4EE4586-4C79-5119-BDE2-BCF597364D7A}"/>
              </a:ext>
            </a:extLst>
          </p:cNvPr>
          <p:cNvSpPr/>
          <p:nvPr userDrawn="1"/>
        </p:nvSpPr>
        <p:spPr>
          <a:xfrm>
            <a:off x="8419454" y="0"/>
            <a:ext cx="3772547" cy="6858000"/>
          </a:xfrm>
          <a:custGeom>
            <a:avLst/>
            <a:gdLst>
              <a:gd name="connsiteX0" fmla="*/ 726013 w 3772547"/>
              <a:gd name="connsiteY0" fmla="*/ 6699184 h 6858000"/>
              <a:gd name="connsiteX1" fmla="*/ 194178 w 3772547"/>
              <a:gd name="connsiteY1" fmla="*/ 6822271 h 6858000"/>
              <a:gd name="connsiteX2" fmla="*/ 646765 w 3772547"/>
              <a:gd name="connsiteY2" fmla="*/ 6837951 h 6858000"/>
              <a:gd name="connsiteX3" fmla="*/ 726013 w 3772547"/>
              <a:gd name="connsiteY3" fmla="*/ 6699184 h 6858000"/>
              <a:gd name="connsiteX4" fmla="*/ 2688876 w 3772547"/>
              <a:gd name="connsiteY4" fmla="*/ 6144480 h 6858000"/>
              <a:gd name="connsiteX5" fmla="*/ 2614489 w 3772547"/>
              <a:gd name="connsiteY5" fmla="*/ 6172461 h 6858000"/>
              <a:gd name="connsiteX6" fmla="*/ 2815497 w 3772547"/>
              <a:gd name="connsiteY6" fmla="*/ 6219317 h 6858000"/>
              <a:gd name="connsiteX7" fmla="*/ 2688876 w 3772547"/>
              <a:gd name="connsiteY7" fmla="*/ 6144480 h 6858000"/>
              <a:gd name="connsiteX8" fmla="*/ 1441445 w 3772547"/>
              <a:gd name="connsiteY8" fmla="*/ 5828515 h 6858000"/>
              <a:gd name="connsiteX9" fmla="*/ 1597267 w 3772547"/>
              <a:gd name="connsiteY9" fmla="*/ 6261382 h 6858000"/>
              <a:gd name="connsiteX10" fmla="*/ 1441445 w 3772547"/>
              <a:gd name="connsiteY10" fmla="*/ 5828515 h 6858000"/>
              <a:gd name="connsiteX11" fmla="*/ 564047 w 3772547"/>
              <a:gd name="connsiteY11" fmla="*/ 5081627 h 6858000"/>
              <a:gd name="connsiteX12" fmla="*/ 757435 w 3772547"/>
              <a:gd name="connsiteY12" fmla="*/ 5169001 h 6858000"/>
              <a:gd name="connsiteX13" fmla="*/ 714026 w 3772547"/>
              <a:gd name="connsiteY13" fmla="*/ 5699328 h 6858000"/>
              <a:gd name="connsiteX14" fmla="*/ 819070 w 3772547"/>
              <a:gd name="connsiteY14" fmla="*/ 5460266 h 6858000"/>
              <a:gd name="connsiteX15" fmla="*/ 910123 w 3772547"/>
              <a:gd name="connsiteY15" fmla="*/ 5219072 h 6858000"/>
              <a:gd name="connsiteX16" fmla="*/ 926416 w 3772547"/>
              <a:gd name="connsiteY16" fmla="*/ 5486336 h 6858000"/>
              <a:gd name="connsiteX17" fmla="*/ 855495 w 3772547"/>
              <a:gd name="connsiteY17" fmla="*/ 5763094 h 6858000"/>
              <a:gd name="connsiteX18" fmla="*/ 895041 w 3772547"/>
              <a:gd name="connsiteY18" fmla="*/ 5778538 h 6858000"/>
              <a:gd name="connsiteX19" fmla="*/ 992346 w 3772547"/>
              <a:gd name="connsiteY19" fmla="*/ 5526090 h 6858000"/>
              <a:gd name="connsiteX20" fmla="*/ 1173864 w 3772547"/>
              <a:gd name="connsiteY20" fmla="*/ 5315600 h 6858000"/>
              <a:gd name="connsiteX21" fmla="*/ 847270 w 3772547"/>
              <a:gd name="connsiteY21" fmla="*/ 6236585 h 6858000"/>
              <a:gd name="connsiteX22" fmla="*/ 887516 w 3772547"/>
              <a:gd name="connsiteY22" fmla="*/ 6255450 h 6858000"/>
              <a:gd name="connsiteX23" fmla="*/ 1071336 w 3772547"/>
              <a:gd name="connsiteY23" fmla="*/ 5951839 h 6858000"/>
              <a:gd name="connsiteX24" fmla="*/ 1316332 w 3772547"/>
              <a:gd name="connsiteY24" fmla="*/ 5639299 h 6858000"/>
              <a:gd name="connsiteX25" fmla="*/ 1111498 w 3772547"/>
              <a:gd name="connsiteY25" fmla="*/ 6097820 h 6858000"/>
              <a:gd name="connsiteX26" fmla="*/ 920399 w 3772547"/>
              <a:gd name="connsiteY26" fmla="*/ 6543321 h 6858000"/>
              <a:gd name="connsiteX27" fmla="*/ 1314769 w 3772547"/>
              <a:gd name="connsiteY27" fmla="*/ 6236867 h 6858000"/>
              <a:gd name="connsiteX28" fmla="*/ 913038 w 3772547"/>
              <a:gd name="connsiteY28" fmla="*/ 6774078 h 6858000"/>
              <a:gd name="connsiteX29" fmla="*/ 947061 w 3772547"/>
              <a:gd name="connsiteY29" fmla="*/ 6810132 h 6858000"/>
              <a:gd name="connsiteX30" fmla="*/ 1390926 w 3772547"/>
              <a:gd name="connsiteY30" fmla="*/ 6536333 h 6858000"/>
              <a:gd name="connsiteX31" fmla="*/ 1123175 w 3772547"/>
              <a:gd name="connsiteY31" fmla="*/ 6814290 h 6858000"/>
              <a:gd name="connsiteX32" fmla="*/ 1084679 w 3772547"/>
              <a:gd name="connsiteY32" fmla="*/ 6858000 h 6858000"/>
              <a:gd name="connsiteX33" fmla="*/ 104784 w 3772547"/>
              <a:gd name="connsiteY33" fmla="*/ 6858000 h 6858000"/>
              <a:gd name="connsiteX34" fmla="*/ 65939 w 3772547"/>
              <a:gd name="connsiteY34" fmla="*/ 6835675 h 6858000"/>
              <a:gd name="connsiteX35" fmla="*/ 10114 w 3772547"/>
              <a:gd name="connsiteY35" fmla="*/ 6774567 h 6858000"/>
              <a:gd name="connsiteX36" fmla="*/ 681555 w 3772547"/>
              <a:gd name="connsiteY36" fmla="*/ 6591378 h 6858000"/>
              <a:gd name="connsiteX37" fmla="*/ 680218 w 3772547"/>
              <a:gd name="connsiteY37" fmla="*/ 6550076 h 6858000"/>
              <a:gd name="connsiteX38" fmla="*/ 347901 w 3772547"/>
              <a:gd name="connsiteY38" fmla="*/ 6482043 h 6858000"/>
              <a:gd name="connsiteX39" fmla="*/ 0 w 3772547"/>
              <a:gd name="connsiteY39" fmla="*/ 6393672 h 6858000"/>
              <a:gd name="connsiteX40" fmla="*/ 388033 w 3772547"/>
              <a:gd name="connsiteY40" fmla="*/ 6370506 h 6858000"/>
              <a:gd name="connsiteX41" fmla="*/ 156945 w 3772547"/>
              <a:gd name="connsiteY41" fmla="*/ 6232625 h 6858000"/>
              <a:gd name="connsiteX42" fmla="*/ 5193 w 3772547"/>
              <a:gd name="connsiteY42" fmla="*/ 6042198 h 6858000"/>
              <a:gd name="connsiteX43" fmla="*/ 688533 w 3772547"/>
              <a:gd name="connsiteY43" fmla="*/ 6376141 h 6858000"/>
              <a:gd name="connsiteX44" fmla="*/ 542200 w 3772547"/>
              <a:gd name="connsiteY44" fmla="*/ 6201712 h 6858000"/>
              <a:gd name="connsiteX45" fmla="*/ 90835 w 3772547"/>
              <a:gd name="connsiteY45" fmla="*/ 5738677 h 6858000"/>
              <a:gd name="connsiteX46" fmla="*/ 57248 w 3772547"/>
              <a:gd name="connsiteY46" fmla="*/ 5630552 h 6858000"/>
              <a:gd name="connsiteX47" fmla="*/ 208489 w 3772547"/>
              <a:gd name="connsiteY47" fmla="*/ 5722256 h 6858000"/>
              <a:gd name="connsiteX48" fmla="*/ 515823 w 3772547"/>
              <a:gd name="connsiteY48" fmla="*/ 6062655 h 6858000"/>
              <a:gd name="connsiteX49" fmla="*/ 613381 w 3772547"/>
              <a:gd name="connsiteY49" fmla="*/ 6115194 h 6858000"/>
              <a:gd name="connsiteX50" fmla="*/ 557060 w 3772547"/>
              <a:gd name="connsiteY50" fmla="*/ 5991279 h 6858000"/>
              <a:gd name="connsiteX51" fmla="*/ 197498 w 3772547"/>
              <a:gd name="connsiteY51" fmla="*/ 5562003 h 6858000"/>
              <a:gd name="connsiteX52" fmla="*/ 119794 w 3772547"/>
              <a:gd name="connsiteY52" fmla="*/ 5447443 h 6858000"/>
              <a:gd name="connsiteX53" fmla="*/ 346001 w 3772547"/>
              <a:gd name="connsiteY53" fmla="*/ 5567315 h 6858000"/>
              <a:gd name="connsiteX54" fmla="*/ 530348 w 3772547"/>
              <a:gd name="connsiteY54" fmla="*/ 5742773 h 6858000"/>
              <a:gd name="connsiteX55" fmla="*/ 332108 w 3772547"/>
              <a:gd name="connsiteY55" fmla="*/ 5208571 h 6858000"/>
              <a:gd name="connsiteX56" fmla="*/ 549238 w 3772547"/>
              <a:gd name="connsiteY56" fmla="*/ 5418673 h 6858000"/>
              <a:gd name="connsiteX57" fmla="*/ 564047 w 3772547"/>
              <a:gd name="connsiteY57" fmla="*/ 5081627 h 6858000"/>
              <a:gd name="connsiteX58" fmla="*/ 3484566 w 3772547"/>
              <a:gd name="connsiteY58" fmla="*/ 5050701 h 6858000"/>
              <a:gd name="connsiteX59" fmla="*/ 3408344 w 3772547"/>
              <a:gd name="connsiteY59" fmla="*/ 5182198 h 6858000"/>
              <a:gd name="connsiteX60" fmla="*/ 3484566 w 3772547"/>
              <a:gd name="connsiteY60" fmla="*/ 5050701 h 6858000"/>
              <a:gd name="connsiteX61" fmla="*/ 3753012 w 3772547"/>
              <a:gd name="connsiteY61" fmla="*/ 4634545 h 6858000"/>
              <a:gd name="connsiteX62" fmla="*/ 3630314 w 3772547"/>
              <a:gd name="connsiteY62" fmla="*/ 5024030 h 6858000"/>
              <a:gd name="connsiteX63" fmla="*/ 3753012 w 3772547"/>
              <a:gd name="connsiteY63" fmla="*/ 4634545 h 6858000"/>
              <a:gd name="connsiteX64" fmla="*/ 2191761 w 3772547"/>
              <a:gd name="connsiteY64" fmla="*/ 3599906 h 6858000"/>
              <a:gd name="connsiteX65" fmla="*/ 2111338 w 3772547"/>
              <a:gd name="connsiteY65" fmla="*/ 4350890 h 6858000"/>
              <a:gd name="connsiteX66" fmla="*/ 2191761 w 3772547"/>
              <a:gd name="connsiteY66" fmla="*/ 3599906 h 6858000"/>
              <a:gd name="connsiteX67" fmla="*/ 2139285 w 3772547"/>
              <a:gd name="connsiteY67" fmla="*/ 2984627 h 6858000"/>
              <a:gd name="connsiteX68" fmla="*/ 2038114 w 3772547"/>
              <a:gd name="connsiteY68" fmla="*/ 3424594 h 6858000"/>
              <a:gd name="connsiteX69" fmla="*/ 2229896 w 3772547"/>
              <a:gd name="connsiteY69" fmla="*/ 3220086 h 6858000"/>
              <a:gd name="connsiteX70" fmla="*/ 2139285 w 3772547"/>
              <a:gd name="connsiteY70" fmla="*/ 2984627 h 6858000"/>
              <a:gd name="connsiteX71" fmla="*/ 2045357 w 3772547"/>
              <a:gd name="connsiteY71" fmla="*/ 2781680 h 6858000"/>
              <a:gd name="connsiteX72" fmla="*/ 1898928 w 3772547"/>
              <a:gd name="connsiteY72" fmla="*/ 3505280 h 6858000"/>
              <a:gd name="connsiteX73" fmla="*/ 1913499 w 3772547"/>
              <a:gd name="connsiteY73" fmla="*/ 3495177 h 6858000"/>
              <a:gd name="connsiteX74" fmla="*/ 2099086 w 3772547"/>
              <a:gd name="connsiteY74" fmla="*/ 2879039 h 6858000"/>
              <a:gd name="connsiteX75" fmla="*/ 2045357 w 3772547"/>
              <a:gd name="connsiteY75" fmla="*/ 2781680 h 6858000"/>
              <a:gd name="connsiteX76" fmla="*/ 2445714 w 3772547"/>
              <a:gd name="connsiteY76" fmla="*/ 657549 h 6858000"/>
              <a:gd name="connsiteX77" fmla="*/ 2408187 w 3772547"/>
              <a:gd name="connsiteY77" fmla="*/ 672815 h 6858000"/>
              <a:gd name="connsiteX78" fmla="*/ 2543521 w 3772547"/>
              <a:gd name="connsiteY78" fmla="*/ 1091573 h 6858000"/>
              <a:gd name="connsiteX79" fmla="*/ 2534234 w 3772547"/>
              <a:gd name="connsiteY79" fmla="*/ 866591 h 6858000"/>
              <a:gd name="connsiteX80" fmla="*/ 2445714 w 3772547"/>
              <a:gd name="connsiteY80" fmla="*/ 657549 h 6858000"/>
              <a:gd name="connsiteX81" fmla="*/ 2412873 w 3772547"/>
              <a:gd name="connsiteY81" fmla="*/ 0 h 6858000"/>
              <a:gd name="connsiteX82" fmla="*/ 2529957 w 3772547"/>
              <a:gd name="connsiteY82" fmla="*/ 0 h 6858000"/>
              <a:gd name="connsiteX83" fmla="*/ 2583860 w 3772547"/>
              <a:gd name="connsiteY83" fmla="*/ 285134 h 6858000"/>
              <a:gd name="connsiteX84" fmla="*/ 2643016 w 3772547"/>
              <a:gd name="connsiteY84" fmla="*/ 577351 h 6858000"/>
              <a:gd name="connsiteX85" fmla="*/ 2683825 w 3772547"/>
              <a:gd name="connsiteY85" fmla="*/ 676637 h 6858000"/>
              <a:gd name="connsiteX86" fmla="*/ 2709915 w 3772547"/>
              <a:gd name="connsiteY86" fmla="*/ 60368 h 6858000"/>
              <a:gd name="connsiteX87" fmla="*/ 2715689 w 3772547"/>
              <a:gd name="connsiteY87" fmla="*/ 0 h 6858000"/>
              <a:gd name="connsiteX88" fmla="*/ 2823803 w 3772547"/>
              <a:gd name="connsiteY88" fmla="*/ 0 h 6858000"/>
              <a:gd name="connsiteX89" fmla="*/ 2795833 w 3772547"/>
              <a:gd name="connsiteY89" fmla="*/ 345165 h 6858000"/>
              <a:gd name="connsiteX90" fmla="*/ 2832734 w 3772547"/>
              <a:gd name="connsiteY90" fmla="*/ 352359 h 6858000"/>
              <a:gd name="connsiteX91" fmla="*/ 2978848 w 3772547"/>
              <a:gd name="connsiteY91" fmla="*/ 0 h 6858000"/>
              <a:gd name="connsiteX92" fmla="*/ 3056356 w 3772547"/>
              <a:gd name="connsiteY92" fmla="*/ 0 h 6858000"/>
              <a:gd name="connsiteX93" fmla="*/ 3064838 w 3772547"/>
              <a:gd name="connsiteY93" fmla="*/ 8688 h 6858000"/>
              <a:gd name="connsiteX94" fmla="*/ 3058339 w 3772547"/>
              <a:gd name="connsiteY94" fmla="*/ 73950 h 6858000"/>
              <a:gd name="connsiteX95" fmla="*/ 2964524 w 3772547"/>
              <a:gd name="connsiteY95" fmla="*/ 397907 h 6858000"/>
              <a:gd name="connsiteX96" fmla="*/ 3198449 w 3772547"/>
              <a:gd name="connsiteY96" fmla="*/ 227319 h 6858000"/>
              <a:gd name="connsiteX97" fmla="*/ 3028251 w 3772547"/>
              <a:gd name="connsiteY97" fmla="*/ 532426 h 6858000"/>
              <a:gd name="connsiteX98" fmla="*/ 3051113 w 3772547"/>
              <a:gd name="connsiteY98" fmla="*/ 555790 h 6858000"/>
              <a:gd name="connsiteX99" fmla="*/ 3319980 w 3772547"/>
              <a:gd name="connsiteY99" fmla="*/ 335305 h 6858000"/>
              <a:gd name="connsiteX100" fmla="*/ 3150131 w 3772547"/>
              <a:gd name="connsiteY100" fmla="*/ 588787 h 6858000"/>
              <a:gd name="connsiteX101" fmla="*/ 2951622 w 3772547"/>
              <a:gd name="connsiteY101" fmla="*/ 848597 h 6858000"/>
              <a:gd name="connsiteX102" fmla="*/ 2818780 w 3772547"/>
              <a:gd name="connsiteY102" fmla="*/ 1141086 h 6858000"/>
              <a:gd name="connsiteX103" fmla="*/ 3295693 w 3772547"/>
              <a:gd name="connsiteY103" fmla="*/ 725838 h 6858000"/>
              <a:gd name="connsiteX104" fmla="*/ 3228111 w 3772547"/>
              <a:gd name="connsiteY104" fmla="*/ 839179 h 6858000"/>
              <a:gd name="connsiteX105" fmla="*/ 2753013 w 3772547"/>
              <a:gd name="connsiteY105" fmla="*/ 1396598 h 6858000"/>
              <a:gd name="connsiteX106" fmla="*/ 2672132 w 3772547"/>
              <a:gd name="connsiteY106" fmla="*/ 1595804 h 6858000"/>
              <a:gd name="connsiteX107" fmla="*/ 3258502 w 3772547"/>
              <a:gd name="connsiteY107" fmla="*/ 1102139 h 6858000"/>
              <a:gd name="connsiteX108" fmla="*/ 3353759 w 3772547"/>
              <a:gd name="connsiteY108" fmla="*/ 1102882 h 6858000"/>
              <a:gd name="connsiteX109" fmla="*/ 3014951 w 3772547"/>
              <a:gd name="connsiteY109" fmla="*/ 1411295 h 6858000"/>
              <a:gd name="connsiteX110" fmla="*/ 2682237 w 3772547"/>
              <a:gd name="connsiteY110" fmla="*/ 1733193 h 6858000"/>
              <a:gd name="connsiteX111" fmla="*/ 2479450 w 3772547"/>
              <a:gd name="connsiteY111" fmla="*/ 2083440 h 6858000"/>
              <a:gd name="connsiteX112" fmla="*/ 2503532 w 3772547"/>
              <a:gd name="connsiteY112" fmla="*/ 2094203 h 6858000"/>
              <a:gd name="connsiteX113" fmla="*/ 3206149 w 3772547"/>
              <a:gd name="connsiteY113" fmla="*/ 1363939 h 6858000"/>
              <a:gd name="connsiteX114" fmla="*/ 3265856 w 3772547"/>
              <a:gd name="connsiteY114" fmla="*/ 1382632 h 6858000"/>
              <a:gd name="connsiteX115" fmla="*/ 2504245 w 3772547"/>
              <a:gd name="connsiteY115" fmla="*/ 2409548 h 6858000"/>
              <a:gd name="connsiteX116" fmla="*/ 2953868 w 3772547"/>
              <a:gd name="connsiteY116" fmla="*/ 1933115 h 6858000"/>
              <a:gd name="connsiteX117" fmla="*/ 2937109 w 3772547"/>
              <a:gd name="connsiteY117" fmla="*/ 2021824 h 6858000"/>
              <a:gd name="connsiteX118" fmla="*/ 2895476 w 3772547"/>
              <a:gd name="connsiteY118" fmla="*/ 2086629 h 6858000"/>
              <a:gd name="connsiteX119" fmla="*/ 2484341 w 3772547"/>
              <a:gd name="connsiteY119" fmla="*/ 2596541 h 6858000"/>
              <a:gd name="connsiteX120" fmla="*/ 2400519 w 3772547"/>
              <a:gd name="connsiteY120" fmla="*/ 2782567 h 6858000"/>
              <a:gd name="connsiteX121" fmla="*/ 2330841 w 3772547"/>
              <a:gd name="connsiteY121" fmla="*/ 3670574 h 6858000"/>
              <a:gd name="connsiteX122" fmla="*/ 2359272 w 3772547"/>
              <a:gd name="connsiteY122" fmla="*/ 3586608 h 6858000"/>
              <a:gd name="connsiteX123" fmla="*/ 2609271 w 3772547"/>
              <a:gd name="connsiteY123" fmla="*/ 2621396 h 6858000"/>
              <a:gd name="connsiteX124" fmla="*/ 2730771 w 3772547"/>
              <a:gd name="connsiteY124" fmla="*/ 2510111 h 6858000"/>
              <a:gd name="connsiteX125" fmla="*/ 2590012 w 3772547"/>
              <a:gd name="connsiteY125" fmla="*/ 2944858 h 6858000"/>
              <a:gd name="connsiteX126" fmla="*/ 3113847 w 3772547"/>
              <a:gd name="connsiteY126" fmla="*/ 2153223 h 6858000"/>
              <a:gd name="connsiteX127" fmla="*/ 2689048 w 3772547"/>
              <a:gd name="connsiteY127" fmla="*/ 3068366 h 6858000"/>
              <a:gd name="connsiteX128" fmla="*/ 3514969 w 3772547"/>
              <a:gd name="connsiteY128" fmla="*/ 2018815 h 6858000"/>
              <a:gd name="connsiteX129" fmla="*/ 3558525 w 3772547"/>
              <a:gd name="connsiteY129" fmla="*/ 2051496 h 6858000"/>
              <a:gd name="connsiteX130" fmla="*/ 3255544 w 3772547"/>
              <a:gd name="connsiteY130" fmla="*/ 2477792 h 6858000"/>
              <a:gd name="connsiteX131" fmla="*/ 3272311 w 3772547"/>
              <a:gd name="connsiteY131" fmla="*/ 2487672 h 6858000"/>
              <a:gd name="connsiteX132" fmla="*/ 3772547 w 3772547"/>
              <a:gd name="connsiteY132" fmla="*/ 2100610 h 6858000"/>
              <a:gd name="connsiteX133" fmla="*/ 3772547 w 3772547"/>
              <a:gd name="connsiteY133" fmla="*/ 2150086 h 6858000"/>
              <a:gd name="connsiteX134" fmla="*/ 3505352 w 3772547"/>
              <a:gd name="connsiteY134" fmla="*/ 2400889 h 6858000"/>
              <a:gd name="connsiteX135" fmla="*/ 3187478 w 3772547"/>
              <a:gd name="connsiteY135" fmla="*/ 2749928 h 6858000"/>
              <a:gd name="connsiteX136" fmla="*/ 3759511 w 3772547"/>
              <a:gd name="connsiteY136" fmla="*/ 2519092 h 6858000"/>
              <a:gd name="connsiteX137" fmla="*/ 2813207 w 3772547"/>
              <a:gd name="connsiteY137" fmla="*/ 3200760 h 6858000"/>
              <a:gd name="connsiteX138" fmla="*/ 3528616 w 3772547"/>
              <a:gd name="connsiteY138" fmla="*/ 3002414 h 6858000"/>
              <a:gd name="connsiteX139" fmla="*/ 3541229 w 3772547"/>
              <a:gd name="connsiteY139" fmla="*/ 3041889 h 6858000"/>
              <a:gd name="connsiteX140" fmla="*/ 2892796 w 3772547"/>
              <a:gd name="connsiteY140" fmla="*/ 3308281 h 6858000"/>
              <a:gd name="connsiteX141" fmla="*/ 2900491 w 3772547"/>
              <a:gd name="connsiteY141" fmla="*/ 3331893 h 6858000"/>
              <a:gd name="connsiteX142" fmla="*/ 3259179 w 3772547"/>
              <a:gd name="connsiteY142" fmla="*/ 3257227 h 6858000"/>
              <a:gd name="connsiteX143" fmla="*/ 3276087 w 3772547"/>
              <a:gd name="connsiteY143" fmla="*/ 3296775 h 6858000"/>
              <a:gd name="connsiteX144" fmla="*/ 3175844 w 3772547"/>
              <a:gd name="connsiteY144" fmla="*/ 3352877 h 6858000"/>
              <a:gd name="connsiteX145" fmla="*/ 2595847 w 3772547"/>
              <a:gd name="connsiteY145" fmla="*/ 3561108 h 6858000"/>
              <a:gd name="connsiteX146" fmla="*/ 2486394 w 3772547"/>
              <a:gd name="connsiteY146" fmla="*/ 3707944 h 6858000"/>
              <a:gd name="connsiteX147" fmla="*/ 3179439 w 3772547"/>
              <a:gd name="connsiteY147" fmla="*/ 3601116 h 6858000"/>
              <a:gd name="connsiteX148" fmla="*/ 2540349 w 3772547"/>
              <a:gd name="connsiteY148" fmla="*/ 3814523 h 6858000"/>
              <a:gd name="connsiteX149" fmla="*/ 2356656 w 3772547"/>
              <a:gd name="connsiteY149" fmla="*/ 3980794 h 6858000"/>
              <a:gd name="connsiteX150" fmla="*/ 2260967 w 3772547"/>
              <a:gd name="connsiteY150" fmla="*/ 4120542 h 6858000"/>
              <a:gd name="connsiteX151" fmla="*/ 2290263 w 3772547"/>
              <a:gd name="connsiteY151" fmla="*/ 4152097 h 6858000"/>
              <a:gd name="connsiteX152" fmla="*/ 2756331 w 3772547"/>
              <a:gd name="connsiteY152" fmla="*/ 3888019 h 6858000"/>
              <a:gd name="connsiteX153" fmla="*/ 2777414 w 3772547"/>
              <a:gd name="connsiteY153" fmla="*/ 3911984 h 6858000"/>
              <a:gd name="connsiteX154" fmla="*/ 2716348 w 3772547"/>
              <a:gd name="connsiteY154" fmla="*/ 3982895 h 6858000"/>
              <a:gd name="connsiteX155" fmla="*/ 2372228 w 3772547"/>
              <a:gd name="connsiteY155" fmla="*/ 4230625 h 6858000"/>
              <a:gd name="connsiteX156" fmla="*/ 2240762 w 3772547"/>
              <a:gd name="connsiteY156" fmla="*/ 4379105 h 6858000"/>
              <a:gd name="connsiteX157" fmla="*/ 2268988 w 3772547"/>
              <a:gd name="connsiteY157" fmla="*/ 4406600 h 6858000"/>
              <a:gd name="connsiteX158" fmla="*/ 2485245 w 3772547"/>
              <a:gd name="connsiteY158" fmla="*/ 4257675 h 6858000"/>
              <a:gd name="connsiteX159" fmla="*/ 2708599 w 3772547"/>
              <a:gd name="connsiteY159" fmla="*/ 4160754 h 6858000"/>
              <a:gd name="connsiteX160" fmla="*/ 2154688 w 3772547"/>
              <a:gd name="connsiteY160" fmla="*/ 4784867 h 6858000"/>
              <a:gd name="connsiteX161" fmla="*/ 2645822 w 3772547"/>
              <a:gd name="connsiteY161" fmla="*/ 4556058 h 6858000"/>
              <a:gd name="connsiteX162" fmla="*/ 2227510 w 3772547"/>
              <a:gd name="connsiteY162" fmla="*/ 4881418 h 6858000"/>
              <a:gd name="connsiteX163" fmla="*/ 2057993 w 3772547"/>
              <a:gd name="connsiteY163" fmla="*/ 5282600 h 6858000"/>
              <a:gd name="connsiteX164" fmla="*/ 2728941 w 3772547"/>
              <a:gd name="connsiteY164" fmla="*/ 4908031 h 6858000"/>
              <a:gd name="connsiteX165" fmla="*/ 2349504 w 3772547"/>
              <a:gd name="connsiteY165" fmla="*/ 5213099 h 6858000"/>
              <a:gd name="connsiteX166" fmla="*/ 2039798 w 3772547"/>
              <a:gd name="connsiteY166" fmla="*/ 5473283 h 6858000"/>
              <a:gd name="connsiteX167" fmla="*/ 2050129 w 3772547"/>
              <a:gd name="connsiteY167" fmla="*/ 5658139 h 6858000"/>
              <a:gd name="connsiteX168" fmla="*/ 2401412 w 3772547"/>
              <a:gd name="connsiteY168" fmla="*/ 5427953 h 6858000"/>
              <a:gd name="connsiteX169" fmla="*/ 1987248 w 3772547"/>
              <a:gd name="connsiteY169" fmla="*/ 6524803 h 6858000"/>
              <a:gd name="connsiteX170" fmla="*/ 2229444 w 3772547"/>
              <a:gd name="connsiteY170" fmla="*/ 6228751 h 6858000"/>
              <a:gd name="connsiteX171" fmla="*/ 2630547 w 3772547"/>
              <a:gd name="connsiteY171" fmla="*/ 5393994 h 6858000"/>
              <a:gd name="connsiteX172" fmla="*/ 2693638 w 3772547"/>
              <a:gd name="connsiteY172" fmla="*/ 5345714 h 6858000"/>
              <a:gd name="connsiteX173" fmla="*/ 2415454 w 3772547"/>
              <a:gd name="connsiteY173" fmla="*/ 6059869 h 6858000"/>
              <a:gd name="connsiteX174" fmla="*/ 2673329 w 3772547"/>
              <a:gd name="connsiteY174" fmla="*/ 5824049 h 6858000"/>
              <a:gd name="connsiteX175" fmla="*/ 3239985 w 3772547"/>
              <a:gd name="connsiteY175" fmla="*/ 4880653 h 6858000"/>
              <a:gd name="connsiteX176" fmla="*/ 3375154 w 3772547"/>
              <a:gd name="connsiteY176" fmla="*/ 4684141 h 6858000"/>
              <a:gd name="connsiteX177" fmla="*/ 3406641 w 3772547"/>
              <a:gd name="connsiteY177" fmla="*/ 4705508 h 6858000"/>
              <a:gd name="connsiteX178" fmla="*/ 2954865 w 3772547"/>
              <a:gd name="connsiteY178" fmla="*/ 5548237 h 6858000"/>
              <a:gd name="connsiteX179" fmla="*/ 2986919 w 3772547"/>
              <a:gd name="connsiteY179" fmla="*/ 5573525 h 6858000"/>
              <a:gd name="connsiteX180" fmla="*/ 3170208 w 3772547"/>
              <a:gd name="connsiteY180" fmla="*/ 5370514 h 6858000"/>
              <a:gd name="connsiteX181" fmla="*/ 3548793 w 3772547"/>
              <a:gd name="connsiteY181" fmla="*/ 4720432 h 6858000"/>
              <a:gd name="connsiteX182" fmla="*/ 3643719 w 3772547"/>
              <a:gd name="connsiteY182" fmla="*/ 4428558 h 6858000"/>
              <a:gd name="connsiteX183" fmla="*/ 3748137 w 3772547"/>
              <a:gd name="connsiteY183" fmla="*/ 4356872 h 6858000"/>
              <a:gd name="connsiteX184" fmla="*/ 3749459 w 3772547"/>
              <a:gd name="connsiteY184" fmla="*/ 4559249 h 6858000"/>
              <a:gd name="connsiteX185" fmla="*/ 3772547 w 3772547"/>
              <a:gd name="connsiteY185" fmla="*/ 4522718 h 6858000"/>
              <a:gd name="connsiteX186" fmla="*/ 3772547 w 3772547"/>
              <a:gd name="connsiteY186" fmla="*/ 5175880 h 6858000"/>
              <a:gd name="connsiteX187" fmla="*/ 3746445 w 3772547"/>
              <a:gd name="connsiteY187" fmla="*/ 5187135 h 6858000"/>
              <a:gd name="connsiteX188" fmla="*/ 3654602 w 3772547"/>
              <a:gd name="connsiteY188" fmla="*/ 5281584 h 6858000"/>
              <a:gd name="connsiteX189" fmla="*/ 3772547 w 3772547"/>
              <a:gd name="connsiteY189" fmla="*/ 5292972 h 6858000"/>
              <a:gd name="connsiteX190" fmla="*/ 3772547 w 3772547"/>
              <a:gd name="connsiteY190" fmla="*/ 5392015 h 6858000"/>
              <a:gd name="connsiteX191" fmla="*/ 3592335 w 3772547"/>
              <a:gd name="connsiteY191" fmla="*/ 5399303 h 6858000"/>
              <a:gd name="connsiteX192" fmla="*/ 3418032 w 3772547"/>
              <a:gd name="connsiteY192" fmla="*/ 5443922 h 6858000"/>
              <a:gd name="connsiteX193" fmla="*/ 3417889 w 3772547"/>
              <a:gd name="connsiteY193" fmla="*/ 5490752 h 6858000"/>
              <a:gd name="connsiteX194" fmla="*/ 3772547 w 3772547"/>
              <a:gd name="connsiteY194" fmla="*/ 5529147 h 6858000"/>
              <a:gd name="connsiteX195" fmla="*/ 3772547 w 3772547"/>
              <a:gd name="connsiteY195" fmla="*/ 5605381 h 6858000"/>
              <a:gd name="connsiteX196" fmla="*/ 3629414 w 3772547"/>
              <a:gd name="connsiteY196" fmla="*/ 5612078 h 6858000"/>
              <a:gd name="connsiteX197" fmla="*/ 3219677 w 3772547"/>
              <a:gd name="connsiteY197" fmla="*/ 5610572 h 6858000"/>
              <a:gd name="connsiteX198" fmla="*/ 3762799 w 3772547"/>
              <a:gd name="connsiteY198" fmla="*/ 5835833 h 6858000"/>
              <a:gd name="connsiteX199" fmla="*/ 3030643 w 3772547"/>
              <a:gd name="connsiteY199" fmla="*/ 5748475 h 6858000"/>
              <a:gd name="connsiteX200" fmla="*/ 2992944 w 3772547"/>
              <a:gd name="connsiteY200" fmla="*/ 5804637 h 6858000"/>
              <a:gd name="connsiteX201" fmla="*/ 3519784 w 3772547"/>
              <a:gd name="connsiteY201" fmla="*/ 6074558 h 6858000"/>
              <a:gd name="connsiteX202" fmla="*/ 2885684 w 3772547"/>
              <a:gd name="connsiteY202" fmla="*/ 5903036 h 6858000"/>
              <a:gd name="connsiteX203" fmla="*/ 2775550 w 3772547"/>
              <a:gd name="connsiteY203" fmla="*/ 6022215 h 6858000"/>
              <a:gd name="connsiteX204" fmla="*/ 3423078 w 3772547"/>
              <a:gd name="connsiteY204" fmla="*/ 6260366 h 6858000"/>
              <a:gd name="connsiteX205" fmla="*/ 3420560 w 3772547"/>
              <a:gd name="connsiteY205" fmla="*/ 6297941 h 6858000"/>
              <a:gd name="connsiteX206" fmla="*/ 3199016 w 3772547"/>
              <a:gd name="connsiteY206" fmla="*/ 6323697 h 6858000"/>
              <a:gd name="connsiteX207" fmla="*/ 3258069 w 3772547"/>
              <a:gd name="connsiteY207" fmla="*/ 6397164 h 6858000"/>
              <a:gd name="connsiteX208" fmla="*/ 2523644 w 3772547"/>
              <a:gd name="connsiteY208" fmla="*/ 6332364 h 6858000"/>
              <a:gd name="connsiteX209" fmla="*/ 3238170 w 3772547"/>
              <a:gd name="connsiteY209" fmla="*/ 6507658 h 6858000"/>
              <a:gd name="connsiteX210" fmla="*/ 3127035 w 3772547"/>
              <a:gd name="connsiteY210" fmla="*/ 6550069 h 6858000"/>
              <a:gd name="connsiteX211" fmla="*/ 2746596 w 3772547"/>
              <a:gd name="connsiteY211" fmla="*/ 6488535 h 6858000"/>
              <a:gd name="connsiteX212" fmla="*/ 2424002 w 3772547"/>
              <a:gd name="connsiteY212" fmla="*/ 6428494 h 6858000"/>
              <a:gd name="connsiteX213" fmla="*/ 2280606 w 3772547"/>
              <a:gd name="connsiteY213" fmla="*/ 6488659 h 6858000"/>
              <a:gd name="connsiteX214" fmla="*/ 3060078 w 3772547"/>
              <a:gd name="connsiteY214" fmla="*/ 6640951 h 6858000"/>
              <a:gd name="connsiteX215" fmla="*/ 2763439 w 3772547"/>
              <a:gd name="connsiteY215" fmla="*/ 6669212 h 6858000"/>
              <a:gd name="connsiteX216" fmla="*/ 2284249 w 3772547"/>
              <a:gd name="connsiteY216" fmla="*/ 6611926 h 6858000"/>
              <a:gd name="connsiteX217" fmla="*/ 2088752 w 3772547"/>
              <a:gd name="connsiteY217" fmla="*/ 6735705 h 6858000"/>
              <a:gd name="connsiteX218" fmla="*/ 2744260 w 3772547"/>
              <a:gd name="connsiteY218" fmla="*/ 6835388 h 6858000"/>
              <a:gd name="connsiteX219" fmla="*/ 2666732 w 3772547"/>
              <a:gd name="connsiteY219" fmla="*/ 6858000 h 6858000"/>
              <a:gd name="connsiteX220" fmla="*/ 1726042 w 3772547"/>
              <a:gd name="connsiteY220" fmla="*/ 6858000 h 6858000"/>
              <a:gd name="connsiteX221" fmla="*/ 1735077 w 3772547"/>
              <a:gd name="connsiteY221" fmla="*/ 6850032 h 6858000"/>
              <a:gd name="connsiteX222" fmla="*/ 1834534 w 3772547"/>
              <a:gd name="connsiteY222" fmla="*/ 6682133 h 6858000"/>
              <a:gd name="connsiteX223" fmla="*/ 2017500 w 3772547"/>
              <a:gd name="connsiteY223" fmla="*/ 6178426 h 6858000"/>
              <a:gd name="connsiteX224" fmla="*/ 2254753 w 3772547"/>
              <a:gd name="connsiteY224" fmla="*/ 5677413 h 6858000"/>
              <a:gd name="connsiteX225" fmla="*/ 1840100 w 3772547"/>
              <a:gd name="connsiteY225" fmla="*/ 6109882 h 6858000"/>
              <a:gd name="connsiteX226" fmla="*/ 1624328 w 3772547"/>
              <a:gd name="connsiteY226" fmla="*/ 6765710 h 6858000"/>
              <a:gd name="connsiteX227" fmla="*/ 1598196 w 3772547"/>
              <a:gd name="connsiteY227" fmla="*/ 6858000 h 6858000"/>
              <a:gd name="connsiteX228" fmla="*/ 1329551 w 3772547"/>
              <a:gd name="connsiteY228" fmla="*/ 6858000 h 6858000"/>
              <a:gd name="connsiteX229" fmla="*/ 1498508 w 3772547"/>
              <a:gd name="connsiteY229" fmla="*/ 6525294 h 6858000"/>
              <a:gd name="connsiteX230" fmla="*/ 1487939 w 3772547"/>
              <a:gd name="connsiteY230" fmla="*/ 6309126 h 6858000"/>
              <a:gd name="connsiteX231" fmla="*/ 1373642 w 3772547"/>
              <a:gd name="connsiteY231" fmla="*/ 6107724 h 6858000"/>
              <a:gd name="connsiteX232" fmla="*/ 1377198 w 3772547"/>
              <a:gd name="connsiteY232" fmla="*/ 5748269 h 6858000"/>
              <a:gd name="connsiteX233" fmla="*/ 1395219 w 3772547"/>
              <a:gd name="connsiteY233" fmla="*/ 5636733 h 6858000"/>
              <a:gd name="connsiteX234" fmla="*/ 1703951 w 3772547"/>
              <a:gd name="connsiteY234" fmla="*/ 5953804 h 6858000"/>
              <a:gd name="connsiteX235" fmla="*/ 1783768 w 3772547"/>
              <a:gd name="connsiteY235" fmla="*/ 5780710 h 6858000"/>
              <a:gd name="connsiteX236" fmla="*/ 1498333 w 3772547"/>
              <a:gd name="connsiteY236" fmla="*/ 5414932 h 6858000"/>
              <a:gd name="connsiteX237" fmla="*/ 1651493 w 3772547"/>
              <a:gd name="connsiteY237" fmla="*/ 5284117 h 6858000"/>
              <a:gd name="connsiteX238" fmla="*/ 1899695 w 3772547"/>
              <a:gd name="connsiteY238" fmla="*/ 5456752 h 6858000"/>
              <a:gd name="connsiteX239" fmla="*/ 1846783 w 3772547"/>
              <a:gd name="connsiteY239" fmla="*/ 5310048 h 6858000"/>
              <a:gd name="connsiteX240" fmla="*/ 1559454 w 3772547"/>
              <a:gd name="connsiteY240" fmla="*/ 4997634 h 6858000"/>
              <a:gd name="connsiteX241" fmla="*/ 1440197 w 3772547"/>
              <a:gd name="connsiteY241" fmla="*/ 4790594 h 6858000"/>
              <a:gd name="connsiteX242" fmla="*/ 1820387 w 3772547"/>
              <a:gd name="connsiteY242" fmla="*/ 5118730 h 6858000"/>
              <a:gd name="connsiteX243" fmla="*/ 1764530 w 3772547"/>
              <a:gd name="connsiteY243" fmla="*/ 4928677 h 6858000"/>
              <a:gd name="connsiteX244" fmla="*/ 1197377 w 3772547"/>
              <a:gd name="connsiteY244" fmla="*/ 4422766 h 6858000"/>
              <a:gd name="connsiteX245" fmla="*/ 1310537 w 3772547"/>
              <a:gd name="connsiteY245" fmla="*/ 4402986 h 6858000"/>
              <a:gd name="connsiteX246" fmla="*/ 1660484 w 3772547"/>
              <a:gd name="connsiteY246" fmla="*/ 4672917 h 6858000"/>
              <a:gd name="connsiteX247" fmla="*/ 1775842 w 3772547"/>
              <a:gd name="connsiteY247" fmla="*/ 4779788 h 6858000"/>
              <a:gd name="connsiteX248" fmla="*/ 1614496 w 3772547"/>
              <a:gd name="connsiteY248" fmla="*/ 4405777 h 6858000"/>
              <a:gd name="connsiteX249" fmla="*/ 1199467 w 3772547"/>
              <a:gd name="connsiteY249" fmla="*/ 4159350 h 6858000"/>
              <a:gd name="connsiteX250" fmla="*/ 1091551 w 3772547"/>
              <a:gd name="connsiteY250" fmla="*/ 4060939 h 6858000"/>
              <a:gd name="connsiteX251" fmla="*/ 1445828 w 3772547"/>
              <a:gd name="connsiteY251" fmla="*/ 4183881 h 6858000"/>
              <a:gd name="connsiteX252" fmla="*/ 1742683 w 3772547"/>
              <a:gd name="connsiteY252" fmla="*/ 4356083 h 6858000"/>
              <a:gd name="connsiteX253" fmla="*/ 1684025 w 3772547"/>
              <a:gd name="connsiteY253" fmla="*/ 4182519 h 6858000"/>
              <a:gd name="connsiteX254" fmla="*/ 1263849 w 3772547"/>
              <a:gd name="connsiteY254" fmla="*/ 3842591 h 6858000"/>
              <a:gd name="connsiteX255" fmla="*/ 1128414 w 3772547"/>
              <a:gd name="connsiteY255" fmla="*/ 3712025 h 6858000"/>
              <a:gd name="connsiteX256" fmla="*/ 1440807 w 3772547"/>
              <a:gd name="connsiteY256" fmla="*/ 3846370 h 6858000"/>
              <a:gd name="connsiteX257" fmla="*/ 1726425 w 3772547"/>
              <a:gd name="connsiteY257" fmla="*/ 4086673 h 6858000"/>
              <a:gd name="connsiteX258" fmla="*/ 1637128 w 3772547"/>
              <a:gd name="connsiteY258" fmla="*/ 3810084 h 6858000"/>
              <a:gd name="connsiteX259" fmla="*/ 1070112 w 3772547"/>
              <a:gd name="connsiteY259" fmla="*/ 3410339 h 6858000"/>
              <a:gd name="connsiteX260" fmla="*/ 977638 w 3772547"/>
              <a:gd name="connsiteY260" fmla="*/ 3302596 h 6858000"/>
              <a:gd name="connsiteX261" fmla="*/ 1669297 w 3772547"/>
              <a:gd name="connsiteY261" fmla="*/ 3675941 h 6858000"/>
              <a:gd name="connsiteX262" fmla="*/ 1606746 w 3772547"/>
              <a:gd name="connsiteY262" fmla="*/ 3539045 h 6858000"/>
              <a:gd name="connsiteX263" fmla="*/ 1242819 w 3772547"/>
              <a:gd name="connsiteY263" fmla="*/ 3113985 h 6858000"/>
              <a:gd name="connsiteX264" fmla="*/ 1132289 w 3772547"/>
              <a:gd name="connsiteY264" fmla="*/ 2975008 h 6858000"/>
              <a:gd name="connsiteX265" fmla="*/ 1344032 w 3772547"/>
              <a:gd name="connsiteY265" fmla="*/ 3060296 h 6858000"/>
              <a:gd name="connsiteX266" fmla="*/ 1520044 w 3772547"/>
              <a:gd name="connsiteY266" fmla="*/ 3250760 h 6858000"/>
              <a:gd name="connsiteX267" fmla="*/ 1409170 w 3772547"/>
              <a:gd name="connsiteY267" fmla="*/ 2652157 h 6858000"/>
              <a:gd name="connsiteX268" fmla="*/ 1645160 w 3772547"/>
              <a:gd name="connsiteY268" fmla="*/ 3111892 h 6858000"/>
              <a:gd name="connsiteX269" fmla="*/ 1667245 w 3772547"/>
              <a:gd name="connsiteY269" fmla="*/ 2816123 h 6858000"/>
              <a:gd name="connsiteX270" fmla="*/ 1735210 w 3772547"/>
              <a:gd name="connsiteY270" fmla="*/ 2542345 h 6858000"/>
              <a:gd name="connsiteX271" fmla="*/ 1793949 w 3772547"/>
              <a:gd name="connsiteY271" fmla="*/ 3313379 h 6858000"/>
              <a:gd name="connsiteX272" fmla="*/ 1941073 w 3772547"/>
              <a:gd name="connsiteY272" fmla="*/ 2601277 h 6858000"/>
              <a:gd name="connsiteX273" fmla="*/ 1855623 w 3772547"/>
              <a:gd name="connsiteY273" fmla="*/ 2481410 h 6858000"/>
              <a:gd name="connsiteX274" fmla="*/ 1871991 w 3772547"/>
              <a:gd name="connsiteY274" fmla="*/ 2416300 h 6858000"/>
              <a:gd name="connsiteX275" fmla="*/ 1938865 w 3772547"/>
              <a:gd name="connsiteY275" fmla="*/ 2414286 h 6858000"/>
              <a:gd name="connsiteX276" fmla="*/ 2085777 w 3772547"/>
              <a:gd name="connsiteY276" fmla="*/ 2614729 h 6858000"/>
              <a:gd name="connsiteX277" fmla="*/ 2248112 w 3772547"/>
              <a:gd name="connsiteY277" fmla="*/ 2898499 h 6858000"/>
              <a:gd name="connsiteX278" fmla="*/ 2221641 w 3772547"/>
              <a:gd name="connsiteY278" fmla="*/ 2643054 h 6858000"/>
              <a:gd name="connsiteX279" fmla="*/ 1828760 w 3772547"/>
              <a:gd name="connsiteY279" fmla="*/ 2142895 h 6858000"/>
              <a:gd name="connsiteX280" fmla="*/ 1775697 w 3772547"/>
              <a:gd name="connsiteY280" fmla="*/ 2051101 h 6858000"/>
              <a:gd name="connsiteX281" fmla="*/ 1912547 w 3772547"/>
              <a:gd name="connsiteY281" fmla="*/ 2065682 h 6858000"/>
              <a:gd name="connsiteX282" fmla="*/ 2130439 w 3772547"/>
              <a:gd name="connsiteY282" fmla="*/ 2359489 h 6858000"/>
              <a:gd name="connsiteX283" fmla="*/ 2257330 w 3772547"/>
              <a:gd name="connsiteY283" fmla="*/ 2548103 h 6858000"/>
              <a:gd name="connsiteX284" fmla="*/ 2246483 w 3772547"/>
              <a:gd name="connsiteY284" fmla="*/ 2234352 h 6858000"/>
              <a:gd name="connsiteX285" fmla="*/ 1864135 w 3772547"/>
              <a:gd name="connsiteY285" fmla="*/ 1700921 h 6858000"/>
              <a:gd name="connsiteX286" fmla="*/ 1862150 w 3772547"/>
              <a:gd name="connsiteY286" fmla="*/ 1561398 h 6858000"/>
              <a:gd name="connsiteX287" fmla="*/ 2276094 w 3772547"/>
              <a:gd name="connsiteY287" fmla="*/ 2071510 h 6858000"/>
              <a:gd name="connsiteX288" fmla="*/ 2251787 w 3772547"/>
              <a:gd name="connsiteY288" fmla="*/ 1906611 h 6858000"/>
              <a:gd name="connsiteX289" fmla="*/ 1899277 w 3772547"/>
              <a:gd name="connsiteY289" fmla="*/ 1471143 h 6858000"/>
              <a:gd name="connsiteX290" fmla="*/ 1817621 w 3772547"/>
              <a:gd name="connsiteY290" fmla="*/ 1312966 h 6858000"/>
              <a:gd name="connsiteX291" fmla="*/ 2112975 w 3772547"/>
              <a:gd name="connsiteY291" fmla="*/ 1583353 h 6858000"/>
              <a:gd name="connsiteX292" fmla="*/ 2366513 w 3772547"/>
              <a:gd name="connsiteY292" fmla="*/ 1899103 h 6858000"/>
              <a:gd name="connsiteX293" fmla="*/ 2398523 w 3772547"/>
              <a:gd name="connsiteY293" fmla="*/ 1683031 h 6858000"/>
              <a:gd name="connsiteX294" fmla="*/ 2012815 w 3772547"/>
              <a:gd name="connsiteY294" fmla="*/ 1154087 h 6858000"/>
              <a:gd name="connsiteX295" fmla="*/ 1968689 w 3772547"/>
              <a:gd name="connsiteY295" fmla="*/ 1049064 h 6858000"/>
              <a:gd name="connsiteX296" fmla="*/ 2018558 w 3772547"/>
              <a:gd name="connsiteY296" fmla="*/ 967611 h 6858000"/>
              <a:gd name="connsiteX297" fmla="*/ 2423566 w 3772547"/>
              <a:gd name="connsiteY297" fmla="*/ 1597619 h 6858000"/>
              <a:gd name="connsiteX298" fmla="*/ 2454360 w 3772547"/>
              <a:gd name="connsiteY298" fmla="*/ 1317652 h 6858000"/>
              <a:gd name="connsiteX299" fmla="*/ 2205557 w 3772547"/>
              <a:gd name="connsiteY299" fmla="*/ 998322 h 6858000"/>
              <a:gd name="connsiteX300" fmla="*/ 2017222 w 3772547"/>
              <a:gd name="connsiteY300" fmla="*/ 529807 h 6858000"/>
              <a:gd name="connsiteX301" fmla="*/ 1980980 w 3772547"/>
              <a:gd name="connsiteY301" fmla="*/ 353090 h 6858000"/>
              <a:gd name="connsiteX302" fmla="*/ 2320169 w 3772547"/>
              <a:gd name="connsiteY302" fmla="*/ 860412 h 6858000"/>
              <a:gd name="connsiteX303" fmla="*/ 2397827 w 3772547"/>
              <a:gd name="connsiteY303" fmla="*/ 520273 h 6858000"/>
              <a:gd name="connsiteX304" fmla="*/ 2272034 w 3772547"/>
              <a:gd name="connsiteY304" fmla="*/ 196732 h 6858000"/>
              <a:gd name="connsiteX305" fmla="*/ 2308761 w 3772547"/>
              <a:gd name="connsiteY305" fmla="*/ 176405 h 6858000"/>
              <a:gd name="connsiteX306" fmla="*/ 2421548 w 3772547"/>
              <a:gd name="connsiteY306" fmla="*/ 377402 h 6858000"/>
              <a:gd name="connsiteX307" fmla="*/ 2541527 w 3772547"/>
              <a:gd name="connsiteY307" fmla="*/ 601876 h 6858000"/>
              <a:gd name="connsiteX308" fmla="*/ 2463744 w 3772547"/>
              <a:gd name="connsiteY308" fmla="*/ 248100 h 6858000"/>
              <a:gd name="connsiteX309" fmla="*/ 2421990 w 3772547"/>
              <a:gd name="connsiteY309" fmla="*/ 7334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Lst>
            <a:rect l="l" t="t" r="r" b="b"/>
            <a:pathLst>
              <a:path w="3772547" h="6858000">
                <a:moveTo>
                  <a:pt x="726013" y="6699184"/>
                </a:moveTo>
                <a:cubicBezTo>
                  <a:pt x="505094" y="6702481"/>
                  <a:pt x="252855" y="6758262"/>
                  <a:pt x="194178" y="6822271"/>
                </a:cubicBezTo>
                <a:cubicBezTo>
                  <a:pt x="340965" y="6831973"/>
                  <a:pt x="513890" y="6842751"/>
                  <a:pt x="646765" y="6837951"/>
                </a:cubicBezTo>
                <a:cubicBezTo>
                  <a:pt x="728437" y="6835053"/>
                  <a:pt x="763236" y="6793738"/>
                  <a:pt x="726013" y="6699184"/>
                </a:cubicBezTo>
                <a:close/>
                <a:moveTo>
                  <a:pt x="2688876" y="6144480"/>
                </a:moveTo>
                <a:cubicBezTo>
                  <a:pt x="2667939" y="6147456"/>
                  <a:pt x="2643536" y="6156136"/>
                  <a:pt x="2614489" y="6172461"/>
                </a:cubicBezTo>
                <a:cubicBezTo>
                  <a:pt x="2707881" y="6194253"/>
                  <a:pt x="2761756" y="6206533"/>
                  <a:pt x="2815497" y="6219317"/>
                </a:cubicBezTo>
                <a:cubicBezTo>
                  <a:pt x="2783299" y="6177962"/>
                  <a:pt x="2751687" y="6135552"/>
                  <a:pt x="2688876" y="6144480"/>
                </a:cubicBezTo>
                <a:close/>
                <a:moveTo>
                  <a:pt x="1441445" y="5828515"/>
                </a:moveTo>
                <a:cubicBezTo>
                  <a:pt x="1396390" y="6000687"/>
                  <a:pt x="1505235" y="6111739"/>
                  <a:pt x="1597267" y="6261382"/>
                </a:cubicBezTo>
                <a:cubicBezTo>
                  <a:pt x="1694641" y="6042892"/>
                  <a:pt x="1513131" y="5955469"/>
                  <a:pt x="1441445" y="5828515"/>
                </a:cubicBezTo>
                <a:close/>
                <a:moveTo>
                  <a:pt x="564047" y="5081627"/>
                </a:moveTo>
                <a:cubicBezTo>
                  <a:pt x="641557" y="5116402"/>
                  <a:pt x="701122" y="5143676"/>
                  <a:pt x="757435" y="5169001"/>
                </a:cubicBezTo>
                <a:cubicBezTo>
                  <a:pt x="751231" y="5345118"/>
                  <a:pt x="664682" y="5505095"/>
                  <a:pt x="714026" y="5699328"/>
                </a:cubicBezTo>
                <a:cubicBezTo>
                  <a:pt x="809018" y="5624578"/>
                  <a:pt x="790582" y="5532365"/>
                  <a:pt x="819070" y="5460266"/>
                </a:cubicBezTo>
                <a:cubicBezTo>
                  <a:pt x="848733" y="5385789"/>
                  <a:pt x="876015" y="5310136"/>
                  <a:pt x="910123" y="5219072"/>
                </a:cubicBezTo>
                <a:cubicBezTo>
                  <a:pt x="1044340" y="5323992"/>
                  <a:pt x="942395" y="5406577"/>
                  <a:pt x="926416" y="5486336"/>
                </a:cubicBezTo>
                <a:cubicBezTo>
                  <a:pt x="907439" y="5579299"/>
                  <a:pt x="879639" y="5670976"/>
                  <a:pt x="855495" y="5763094"/>
                </a:cubicBezTo>
                <a:cubicBezTo>
                  <a:pt x="868677" y="5768242"/>
                  <a:pt x="881859" y="5773390"/>
                  <a:pt x="895041" y="5778538"/>
                </a:cubicBezTo>
                <a:cubicBezTo>
                  <a:pt x="927397" y="5694008"/>
                  <a:pt x="956233" y="5608535"/>
                  <a:pt x="992346" y="5526090"/>
                </a:cubicBezTo>
                <a:cubicBezTo>
                  <a:pt x="1025836" y="5449406"/>
                  <a:pt x="1043304" y="5356038"/>
                  <a:pt x="1173864" y="5315600"/>
                </a:cubicBezTo>
                <a:cubicBezTo>
                  <a:pt x="1058405" y="5641838"/>
                  <a:pt x="952905" y="5938960"/>
                  <a:pt x="847270" y="6236585"/>
                </a:cubicBezTo>
                <a:cubicBezTo>
                  <a:pt x="860685" y="6242873"/>
                  <a:pt x="874102" y="6249162"/>
                  <a:pt x="887516" y="6255450"/>
                </a:cubicBezTo>
                <a:cubicBezTo>
                  <a:pt x="993445" y="6184169"/>
                  <a:pt x="1015272" y="6056414"/>
                  <a:pt x="1071336" y="5951839"/>
                </a:cubicBezTo>
                <a:cubicBezTo>
                  <a:pt x="1128443" y="5845388"/>
                  <a:pt x="1130357" y="5699368"/>
                  <a:pt x="1316332" y="5639299"/>
                </a:cubicBezTo>
                <a:cubicBezTo>
                  <a:pt x="1239300" y="5812061"/>
                  <a:pt x="1176658" y="5955277"/>
                  <a:pt x="1111498" y="6097820"/>
                </a:cubicBezTo>
                <a:cubicBezTo>
                  <a:pt x="1050408" y="6231217"/>
                  <a:pt x="961076" y="6353275"/>
                  <a:pt x="920399" y="6543321"/>
                </a:cubicBezTo>
                <a:cubicBezTo>
                  <a:pt x="1076435" y="6421896"/>
                  <a:pt x="1119853" y="6241744"/>
                  <a:pt x="1314769" y="6236867"/>
                </a:cubicBezTo>
                <a:cubicBezTo>
                  <a:pt x="1181027" y="6415982"/>
                  <a:pt x="1046781" y="6594962"/>
                  <a:pt x="913038" y="6774078"/>
                </a:cubicBezTo>
                <a:cubicBezTo>
                  <a:pt x="924334" y="6786263"/>
                  <a:pt x="935765" y="6797946"/>
                  <a:pt x="947061" y="6810132"/>
                </a:cubicBezTo>
                <a:cubicBezTo>
                  <a:pt x="1122666" y="6788766"/>
                  <a:pt x="1173692" y="6546005"/>
                  <a:pt x="1390926" y="6536333"/>
                </a:cubicBezTo>
                <a:cubicBezTo>
                  <a:pt x="1309143" y="6641289"/>
                  <a:pt x="1209026" y="6724094"/>
                  <a:pt x="1123175" y="6814290"/>
                </a:cubicBezTo>
                <a:lnTo>
                  <a:pt x="1084679" y="6858000"/>
                </a:lnTo>
                <a:lnTo>
                  <a:pt x="104784" y="6858000"/>
                </a:lnTo>
                <a:lnTo>
                  <a:pt x="65939" y="6835675"/>
                </a:lnTo>
                <a:cubicBezTo>
                  <a:pt x="44059" y="6818587"/>
                  <a:pt x="25229" y="6798415"/>
                  <a:pt x="10114" y="6774567"/>
                </a:cubicBezTo>
                <a:cubicBezTo>
                  <a:pt x="221167" y="6665192"/>
                  <a:pt x="457501" y="6646630"/>
                  <a:pt x="681555" y="6591378"/>
                </a:cubicBezTo>
                <a:cubicBezTo>
                  <a:pt x="681031" y="6577231"/>
                  <a:pt x="680876" y="6563721"/>
                  <a:pt x="680218" y="6550076"/>
                </a:cubicBezTo>
                <a:cubicBezTo>
                  <a:pt x="569008" y="6528358"/>
                  <a:pt x="454602" y="6516560"/>
                  <a:pt x="347901" y="6482043"/>
                </a:cubicBezTo>
                <a:cubicBezTo>
                  <a:pt x="244587" y="6448973"/>
                  <a:pt x="119191" y="6528506"/>
                  <a:pt x="0" y="6393672"/>
                </a:cubicBezTo>
                <a:cubicBezTo>
                  <a:pt x="142543" y="6384997"/>
                  <a:pt x="253209" y="6378554"/>
                  <a:pt x="388033" y="6370506"/>
                </a:cubicBezTo>
                <a:cubicBezTo>
                  <a:pt x="315593" y="6296684"/>
                  <a:pt x="230692" y="6273396"/>
                  <a:pt x="156945" y="6232625"/>
                </a:cubicBezTo>
                <a:cubicBezTo>
                  <a:pt x="90712" y="6196023"/>
                  <a:pt x="-7558" y="6186392"/>
                  <a:pt x="5193" y="6042198"/>
                </a:cubicBezTo>
                <a:cubicBezTo>
                  <a:pt x="237445" y="6155607"/>
                  <a:pt x="452022" y="6260511"/>
                  <a:pt x="688533" y="6376141"/>
                </a:cubicBezTo>
                <a:cubicBezTo>
                  <a:pt x="685932" y="6250998"/>
                  <a:pt x="598911" y="6233607"/>
                  <a:pt x="542200" y="6201712"/>
                </a:cubicBezTo>
                <a:cubicBezTo>
                  <a:pt x="345413" y="6090800"/>
                  <a:pt x="193658" y="5938621"/>
                  <a:pt x="90835" y="5738677"/>
                </a:cubicBezTo>
                <a:cubicBezTo>
                  <a:pt x="74927" y="5707478"/>
                  <a:pt x="69457" y="5671534"/>
                  <a:pt x="57248" y="5630552"/>
                </a:cubicBezTo>
                <a:cubicBezTo>
                  <a:pt x="160757" y="5598488"/>
                  <a:pt x="181794" y="5670927"/>
                  <a:pt x="208489" y="5722256"/>
                </a:cubicBezTo>
                <a:cubicBezTo>
                  <a:pt x="281840" y="5863123"/>
                  <a:pt x="385115" y="5974836"/>
                  <a:pt x="515823" y="6062655"/>
                </a:cubicBezTo>
                <a:cubicBezTo>
                  <a:pt x="535439" y="6075993"/>
                  <a:pt x="557778" y="6085211"/>
                  <a:pt x="613381" y="6115194"/>
                </a:cubicBezTo>
                <a:cubicBezTo>
                  <a:pt x="585121" y="6051594"/>
                  <a:pt x="577371" y="6016115"/>
                  <a:pt x="557060" y="5991279"/>
                </a:cubicBezTo>
                <a:cubicBezTo>
                  <a:pt x="438784" y="5846994"/>
                  <a:pt x="316547" y="5705417"/>
                  <a:pt x="197498" y="5562003"/>
                </a:cubicBezTo>
                <a:cubicBezTo>
                  <a:pt x="171355" y="5530756"/>
                  <a:pt x="151492" y="5494187"/>
                  <a:pt x="119794" y="5447443"/>
                </a:cubicBezTo>
                <a:cubicBezTo>
                  <a:pt x="257938" y="5406882"/>
                  <a:pt x="290087" y="5510313"/>
                  <a:pt x="346001" y="5567315"/>
                </a:cubicBezTo>
                <a:cubicBezTo>
                  <a:pt x="404162" y="5625998"/>
                  <a:pt x="455000" y="5691875"/>
                  <a:pt x="530348" y="5742773"/>
                </a:cubicBezTo>
                <a:cubicBezTo>
                  <a:pt x="464313" y="5564539"/>
                  <a:pt x="398278" y="5386303"/>
                  <a:pt x="332108" y="5208571"/>
                </a:cubicBezTo>
                <a:cubicBezTo>
                  <a:pt x="405482" y="5180285"/>
                  <a:pt x="412456" y="5186464"/>
                  <a:pt x="549238" y="5418673"/>
                </a:cubicBezTo>
                <a:cubicBezTo>
                  <a:pt x="554347" y="5300983"/>
                  <a:pt x="558902" y="5201462"/>
                  <a:pt x="564047" y="5081627"/>
                </a:cubicBezTo>
                <a:close/>
                <a:moveTo>
                  <a:pt x="3484566" y="5050701"/>
                </a:moveTo>
                <a:cubicBezTo>
                  <a:pt x="3453884" y="5102817"/>
                  <a:pt x="3430863" y="5142441"/>
                  <a:pt x="3408344" y="5182198"/>
                </a:cubicBezTo>
                <a:cubicBezTo>
                  <a:pt x="3493137" y="5143504"/>
                  <a:pt x="3493137" y="5143504"/>
                  <a:pt x="3484566" y="5050701"/>
                </a:cubicBezTo>
                <a:close/>
                <a:moveTo>
                  <a:pt x="3753012" y="4634545"/>
                </a:moveTo>
                <a:cubicBezTo>
                  <a:pt x="3643304" y="4766227"/>
                  <a:pt x="3632193" y="4880154"/>
                  <a:pt x="3630314" y="5024030"/>
                </a:cubicBezTo>
                <a:cubicBezTo>
                  <a:pt x="3770126" y="4920884"/>
                  <a:pt x="3745647" y="4796882"/>
                  <a:pt x="3753012" y="4634545"/>
                </a:cubicBezTo>
                <a:close/>
                <a:moveTo>
                  <a:pt x="2191761" y="3599906"/>
                </a:moveTo>
                <a:cubicBezTo>
                  <a:pt x="2067894" y="3838773"/>
                  <a:pt x="2027499" y="4088153"/>
                  <a:pt x="2111338" y="4350890"/>
                </a:cubicBezTo>
                <a:cubicBezTo>
                  <a:pt x="2137978" y="4100517"/>
                  <a:pt x="2165122" y="3850280"/>
                  <a:pt x="2191761" y="3599906"/>
                </a:cubicBezTo>
                <a:close/>
                <a:moveTo>
                  <a:pt x="2139285" y="2984627"/>
                </a:moveTo>
                <a:cubicBezTo>
                  <a:pt x="2106068" y="3128724"/>
                  <a:pt x="2076521" y="3257105"/>
                  <a:pt x="2038114" y="3424594"/>
                </a:cubicBezTo>
                <a:cubicBezTo>
                  <a:pt x="2125270" y="3334814"/>
                  <a:pt x="2195307" y="3286778"/>
                  <a:pt x="2229896" y="3220086"/>
                </a:cubicBezTo>
                <a:cubicBezTo>
                  <a:pt x="2272316" y="3138253"/>
                  <a:pt x="2248571" y="3053776"/>
                  <a:pt x="2139285" y="2984627"/>
                </a:cubicBezTo>
                <a:close/>
                <a:moveTo>
                  <a:pt x="2045357" y="2781680"/>
                </a:moveTo>
                <a:cubicBezTo>
                  <a:pt x="1955972" y="2960290"/>
                  <a:pt x="1880913" y="3357152"/>
                  <a:pt x="1898928" y="3505280"/>
                </a:cubicBezTo>
                <a:cubicBezTo>
                  <a:pt x="1904165" y="3501835"/>
                  <a:pt x="1911784" y="3499566"/>
                  <a:pt x="1913499" y="3495177"/>
                </a:cubicBezTo>
                <a:cubicBezTo>
                  <a:pt x="1989852" y="3294758"/>
                  <a:pt x="1958965" y="3061833"/>
                  <a:pt x="2099086" y="2879039"/>
                </a:cubicBezTo>
                <a:cubicBezTo>
                  <a:pt x="2105940" y="2869563"/>
                  <a:pt x="2071754" y="2828078"/>
                  <a:pt x="2045357" y="2781680"/>
                </a:cubicBezTo>
                <a:close/>
                <a:moveTo>
                  <a:pt x="2445714" y="657549"/>
                </a:moveTo>
                <a:cubicBezTo>
                  <a:pt x="2432993" y="662761"/>
                  <a:pt x="2420908" y="667604"/>
                  <a:pt x="2408187" y="672815"/>
                </a:cubicBezTo>
                <a:cubicBezTo>
                  <a:pt x="2451815" y="807874"/>
                  <a:pt x="2495074" y="942294"/>
                  <a:pt x="2543521" y="1091573"/>
                </a:cubicBezTo>
                <a:cubicBezTo>
                  <a:pt x="2647189" y="996521"/>
                  <a:pt x="2559539" y="933170"/>
                  <a:pt x="2534234" y="866591"/>
                </a:cubicBezTo>
                <a:cubicBezTo>
                  <a:pt x="2507357" y="795819"/>
                  <a:pt x="2475646" y="726985"/>
                  <a:pt x="2445714" y="657549"/>
                </a:cubicBezTo>
                <a:close/>
                <a:moveTo>
                  <a:pt x="2412873" y="0"/>
                </a:moveTo>
                <a:lnTo>
                  <a:pt x="2529957" y="0"/>
                </a:lnTo>
                <a:lnTo>
                  <a:pt x="2583860" y="285134"/>
                </a:lnTo>
                <a:cubicBezTo>
                  <a:pt x="2603251" y="382587"/>
                  <a:pt x="2623276" y="479940"/>
                  <a:pt x="2643016" y="577351"/>
                </a:cubicBezTo>
                <a:cubicBezTo>
                  <a:pt x="2647791" y="601796"/>
                  <a:pt x="2661829" y="623875"/>
                  <a:pt x="2683825" y="676637"/>
                </a:cubicBezTo>
                <a:cubicBezTo>
                  <a:pt x="2724724" y="467392"/>
                  <a:pt x="2699630" y="258351"/>
                  <a:pt x="2709915" y="60368"/>
                </a:cubicBezTo>
                <a:lnTo>
                  <a:pt x="2715689" y="0"/>
                </a:lnTo>
                <a:lnTo>
                  <a:pt x="2823803" y="0"/>
                </a:lnTo>
                <a:lnTo>
                  <a:pt x="2795833" y="345165"/>
                </a:lnTo>
                <a:cubicBezTo>
                  <a:pt x="2808044" y="347897"/>
                  <a:pt x="2820389" y="350128"/>
                  <a:pt x="2832734" y="352359"/>
                </a:cubicBezTo>
                <a:lnTo>
                  <a:pt x="2978848" y="0"/>
                </a:lnTo>
                <a:lnTo>
                  <a:pt x="3056356" y="0"/>
                </a:lnTo>
                <a:lnTo>
                  <a:pt x="3064838" y="8688"/>
                </a:lnTo>
                <a:cubicBezTo>
                  <a:pt x="3072996" y="26294"/>
                  <a:pt x="3068060" y="47733"/>
                  <a:pt x="3058339" y="73950"/>
                </a:cubicBezTo>
                <a:cubicBezTo>
                  <a:pt x="3019085" y="178181"/>
                  <a:pt x="2950009" y="274959"/>
                  <a:pt x="2964524" y="397907"/>
                </a:cubicBezTo>
                <a:cubicBezTo>
                  <a:pt x="3062525" y="370294"/>
                  <a:pt x="3022564" y="189349"/>
                  <a:pt x="3198449" y="227319"/>
                </a:cubicBezTo>
                <a:cubicBezTo>
                  <a:pt x="3136204" y="338857"/>
                  <a:pt x="3082160" y="435892"/>
                  <a:pt x="3028251" y="532426"/>
                </a:cubicBezTo>
                <a:cubicBezTo>
                  <a:pt x="3035827" y="540382"/>
                  <a:pt x="3043537" y="547834"/>
                  <a:pt x="3051113" y="555790"/>
                </a:cubicBezTo>
                <a:cubicBezTo>
                  <a:pt x="3133347" y="488396"/>
                  <a:pt x="3216220" y="420634"/>
                  <a:pt x="3319980" y="335305"/>
                </a:cubicBezTo>
                <a:cubicBezTo>
                  <a:pt x="3327116" y="491831"/>
                  <a:pt x="3205529" y="516895"/>
                  <a:pt x="3150131" y="588787"/>
                </a:cubicBezTo>
                <a:cubicBezTo>
                  <a:pt x="3083381" y="674875"/>
                  <a:pt x="3012002" y="758107"/>
                  <a:pt x="2951622" y="848597"/>
                </a:cubicBezTo>
                <a:cubicBezTo>
                  <a:pt x="2897324" y="930479"/>
                  <a:pt x="2819277" y="1004383"/>
                  <a:pt x="2818780" y="1141086"/>
                </a:cubicBezTo>
                <a:cubicBezTo>
                  <a:pt x="3000061" y="1005955"/>
                  <a:pt x="3085408" y="804174"/>
                  <a:pt x="3295693" y="725838"/>
                </a:cubicBezTo>
                <a:cubicBezTo>
                  <a:pt x="3273714" y="763586"/>
                  <a:pt x="3255959" y="805697"/>
                  <a:pt x="3228111" y="839179"/>
                </a:cubicBezTo>
                <a:cubicBezTo>
                  <a:pt x="3071243" y="1026105"/>
                  <a:pt x="2910753" y="1210444"/>
                  <a:pt x="2753013" y="1396598"/>
                </a:cubicBezTo>
                <a:cubicBezTo>
                  <a:pt x="2704945" y="1453214"/>
                  <a:pt x="2643292" y="1506189"/>
                  <a:pt x="2672132" y="1595804"/>
                </a:cubicBezTo>
                <a:cubicBezTo>
                  <a:pt x="2867935" y="1430623"/>
                  <a:pt x="3062230" y="1265039"/>
                  <a:pt x="3258502" y="1102139"/>
                </a:cubicBezTo>
                <a:cubicBezTo>
                  <a:pt x="3268877" y="1093606"/>
                  <a:pt x="3292625" y="1101586"/>
                  <a:pt x="3353759" y="1102882"/>
                </a:cubicBezTo>
                <a:cubicBezTo>
                  <a:pt x="3223931" y="1221093"/>
                  <a:pt x="3118385" y="1315103"/>
                  <a:pt x="3014951" y="1411295"/>
                </a:cubicBezTo>
                <a:cubicBezTo>
                  <a:pt x="2901509" y="1516657"/>
                  <a:pt x="2778345" y="1614028"/>
                  <a:pt x="2682237" y="1733193"/>
                </a:cubicBezTo>
                <a:cubicBezTo>
                  <a:pt x="2598392" y="1836789"/>
                  <a:pt x="2546096" y="1965539"/>
                  <a:pt x="2479450" y="2083440"/>
                </a:cubicBezTo>
                <a:cubicBezTo>
                  <a:pt x="2488472" y="2088012"/>
                  <a:pt x="2498132" y="2092216"/>
                  <a:pt x="2503532" y="2094203"/>
                </a:cubicBezTo>
                <a:cubicBezTo>
                  <a:pt x="2737660" y="1850401"/>
                  <a:pt x="2971285" y="1606466"/>
                  <a:pt x="3206149" y="1363939"/>
                </a:cubicBezTo>
                <a:cubicBezTo>
                  <a:pt x="3209877" y="1360090"/>
                  <a:pt x="3227651" y="1370240"/>
                  <a:pt x="3265856" y="1382632"/>
                </a:cubicBezTo>
                <a:cubicBezTo>
                  <a:pt x="2991952" y="1716517"/>
                  <a:pt x="2653075" y="1990971"/>
                  <a:pt x="2504245" y="2409548"/>
                </a:cubicBezTo>
                <a:cubicBezTo>
                  <a:pt x="2645711" y="2259977"/>
                  <a:pt x="2786674" y="2110272"/>
                  <a:pt x="2953868" y="1933115"/>
                </a:cubicBezTo>
                <a:cubicBezTo>
                  <a:pt x="2944928" y="1984593"/>
                  <a:pt x="2944842" y="2005041"/>
                  <a:pt x="2937109" y="2021824"/>
                </a:cubicBezTo>
                <a:cubicBezTo>
                  <a:pt x="2926116" y="2044738"/>
                  <a:pt x="2911601" y="2066708"/>
                  <a:pt x="2895476" y="2086629"/>
                </a:cubicBezTo>
                <a:cubicBezTo>
                  <a:pt x="2758353" y="2256220"/>
                  <a:pt x="2617106" y="2423088"/>
                  <a:pt x="2484341" y="2596541"/>
                </a:cubicBezTo>
                <a:cubicBezTo>
                  <a:pt x="2444161" y="2649883"/>
                  <a:pt x="2408666" y="2717948"/>
                  <a:pt x="2400519" y="2782567"/>
                </a:cubicBezTo>
                <a:cubicBezTo>
                  <a:pt x="2363573" y="3075432"/>
                  <a:pt x="2337094" y="3369485"/>
                  <a:pt x="2330841" y="3670574"/>
                </a:cubicBezTo>
                <a:cubicBezTo>
                  <a:pt x="2341034" y="3642597"/>
                  <a:pt x="2358172" y="3614865"/>
                  <a:pt x="2359272" y="3586608"/>
                </a:cubicBezTo>
                <a:cubicBezTo>
                  <a:pt x="2375761" y="3247318"/>
                  <a:pt x="2486477" y="2932739"/>
                  <a:pt x="2609271" y="2621396"/>
                </a:cubicBezTo>
                <a:cubicBezTo>
                  <a:pt x="2627870" y="2574123"/>
                  <a:pt x="2669445" y="2535700"/>
                  <a:pt x="2730771" y="2510111"/>
                </a:cubicBezTo>
                <a:cubicBezTo>
                  <a:pt x="2683896" y="2654859"/>
                  <a:pt x="2636887" y="2800109"/>
                  <a:pt x="2590012" y="2944858"/>
                </a:cubicBezTo>
                <a:cubicBezTo>
                  <a:pt x="2784877" y="2706699"/>
                  <a:pt x="2860457" y="2400482"/>
                  <a:pt x="3113847" y="2153223"/>
                </a:cubicBezTo>
                <a:cubicBezTo>
                  <a:pt x="2959629" y="2485238"/>
                  <a:pt x="2824406" y="2776550"/>
                  <a:pt x="2689048" y="3068366"/>
                </a:cubicBezTo>
                <a:cubicBezTo>
                  <a:pt x="2990734" y="2735460"/>
                  <a:pt x="3195183" y="2330709"/>
                  <a:pt x="3514969" y="2018815"/>
                </a:cubicBezTo>
                <a:cubicBezTo>
                  <a:pt x="3529823" y="2029799"/>
                  <a:pt x="3544174" y="2040648"/>
                  <a:pt x="3558525" y="2051496"/>
                </a:cubicBezTo>
                <a:cubicBezTo>
                  <a:pt x="3457363" y="2193550"/>
                  <a:pt x="3356705" y="2335738"/>
                  <a:pt x="3255544" y="2477792"/>
                </a:cubicBezTo>
                <a:cubicBezTo>
                  <a:pt x="3261177" y="2480919"/>
                  <a:pt x="3266677" y="2484547"/>
                  <a:pt x="3272311" y="2487672"/>
                </a:cubicBezTo>
                <a:lnTo>
                  <a:pt x="3772547" y="2100610"/>
                </a:lnTo>
                <a:lnTo>
                  <a:pt x="3772547" y="2150086"/>
                </a:lnTo>
                <a:lnTo>
                  <a:pt x="3505352" y="2400889"/>
                </a:lnTo>
                <a:cubicBezTo>
                  <a:pt x="3392812" y="2510937"/>
                  <a:pt x="3284815" y="2625166"/>
                  <a:pt x="3187478" y="2749928"/>
                </a:cubicBezTo>
                <a:cubicBezTo>
                  <a:pt x="3388350" y="2690619"/>
                  <a:pt x="3546088" y="2542715"/>
                  <a:pt x="3759511" y="2519092"/>
                </a:cubicBezTo>
                <a:cubicBezTo>
                  <a:pt x="3447632" y="2735056"/>
                  <a:pt x="3105430" y="2905184"/>
                  <a:pt x="2813207" y="3200760"/>
                </a:cubicBezTo>
                <a:cubicBezTo>
                  <a:pt x="3077019" y="3148079"/>
                  <a:pt x="3288398" y="3011316"/>
                  <a:pt x="3528616" y="3002414"/>
                </a:cubicBezTo>
                <a:cubicBezTo>
                  <a:pt x="3532697" y="3015361"/>
                  <a:pt x="3537148" y="3028944"/>
                  <a:pt x="3541229" y="3041889"/>
                </a:cubicBezTo>
                <a:cubicBezTo>
                  <a:pt x="3325465" y="3130609"/>
                  <a:pt x="3109063" y="3219696"/>
                  <a:pt x="2892796" y="3308281"/>
                </a:cubicBezTo>
                <a:cubicBezTo>
                  <a:pt x="2895573" y="3316029"/>
                  <a:pt x="2898216" y="3324279"/>
                  <a:pt x="2900491" y="3331893"/>
                </a:cubicBezTo>
                <a:cubicBezTo>
                  <a:pt x="3020434" y="3306926"/>
                  <a:pt x="3139740" y="3282328"/>
                  <a:pt x="3259179" y="3257227"/>
                </a:cubicBezTo>
                <a:cubicBezTo>
                  <a:pt x="3264770" y="3270577"/>
                  <a:pt x="3270496" y="3283425"/>
                  <a:pt x="3276087" y="3296775"/>
                </a:cubicBezTo>
                <a:cubicBezTo>
                  <a:pt x="3242918" y="3315900"/>
                  <a:pt x="3211188" y="3339722"/>
                  <a:pt x="3175844" y="3352877"/>
                </a:cubicBezTo>
                <a:cubicBezTo>
                  <a:pt x="2983249" y="3423562"/>
                  <a:pt x="2789179" y="3491698"/>
                  <a:pt x="2595847" y="3561108"/>
                </a:cubicBezTo>
                <a:cubicBezTo>
                  <a:pt x="2533820" y="3583277"/>
                  <a:pt x="2478865" y="3613265"/>
                  <a:pt x="2486394" y="3707944"/>
                </a:cubicBezTo>
                <a:cubicBezTo>
                  <a:pt x="2709510" y="3686380"/>
                  <a:pt x="2907205" y="3544333"/>
                  <a:pt x="3179439" y="3601116"/>
                </a:cubicBezTo>
                <a:cubicBezTo>
                  <a:pt x="2938785" y="3682090"/>
                  <a:pt x="2740654" y="3751292"/>
                  <a:pt x="2540349" y="3814523"/>
                </a:cubicBezTo>
                <a:cubicBezTo>
                  <a:pt x="2450802" y="3842786"/>
                  <a:pt x="2372602" y="3864929"/>
                  <a:pt x="2356656" y="3980794"/>
                </a:cubicBezTo>
                <a:cubicBezTo>
                  <a:pt x="2349766" y="4030665"/>
                  <a:pt x="2294463" y="4074029"/>
                  <a:pt x="2260967" y="4120542"/>
                </a:cubicBezTo>
                <a:cubicBezTo>
                  <a:pt x="2270520" y="4131183"/>
                  <a:pt x="2280710" y="4141456"/>
                  <a:pt x="2290263" y="4152097"/>
                </a:cubicBezTo>
                <a:cubicBezTo>
                  <a:pt x="2445361" y="4064361"/>
                  <a:pt x="2601098" y="3976257"/>
                  <a:pt x="2756331" y="3888019"/>
                </a:cubicBezTo>
                <a:cubicBezTo>
                  <a:pt x="2763404" y="3895840"/>
                  <a:pt x="2770342" y="3904163"/>
                  <a:pt x="2777414" y="3911984"/>
                </a:cubicBezTo>
                <a:cubicBezTo>
                  <a:pt x="2757562" y="3935756"/>
                  <a:pt x="2741160" y="3964762"/>
                  <a:pt x="2716348" y="3982895"/>
                </a:cubicBezTo>
                <a:cubicBezTo>
                  <a:pt x="2602256" y="4066535"/>
                  <a:pt x="2483472" y="4143529"/>
                  <a:pt x="2372228" y="4230625"/>
                </a:cubicBezTo>
                <a:cubicBezTo>
                  <a:pt x="2321022" y="4270777"/>
                  <a:pt x="2284293" y="4329354"/>
                  <a:pt x="2240762" y="4379105"/>
                </a:cubicBezTo>
                <a:cubicBezTo>
                  <a:pt x="2250081" y="4388605"/>
                  <a:pt x="2259535" y="4397603"/>
                  <a:pt x="2268988" y="4406600"/>
                </a:cubicBezTo>
                <a:cubicBezTo>
                  <a:pt x="2340570" y="4356824"/>
                  <a:pt x="2410813" y="4303995"/>
                  <a:pt x="2485245" y="4257675"/>
                </a:cubicBezTo>
                <a:cubicBezTo>
                  <a:pt x="2552659" y="4215402"/>
                  <a:pt x="2624630" y="4180275"/>
                  <a:pt x="2708599" y="4160754"/>
                </a:cubicBezTo>
                <a:cubicBezTo>
                  <a:pt x="2530781" y="4361460"/>
                  <a:pt x="2251317" y="4466513"/>
                  <a:pt x="2154688" y="4784867"/>
                </a:cubicBezTo>
                <a:cubicBezTo>
                  <a:pt x="2340793" y="4694126"/>
                  <a:pt x="2463718" y="4565446"/>
                  <a:pt x="2645822" y="4556058"/>
                </a:cubicBezTo>
                <a:cubicBezTo>
                  <a:pt x="2506675" y="4664769"/>
                  <a:pt x="2369003" y="4776029"/>
                  <a:pt x="2227510" y="4881418"/>
                </a:cubicBezTo>
                <a:cubicBezTo>
                  <a:pt x="2096762" y="4978911"/>
                  <a:pt x="2057316" y="5110026"/>
                  <a:pt x="2057993" y="5282600"/>
                </a:cubicBezTo>
                <a:cubicBezTo>
                  <a:pt x="2306451" y="5180552"/>
                  <a:pt x="2467141" y="4961249"/>
                  <a:pt x="2728941" y="4908031"/>
                </a:cubicBezTo>
                <a:cubicBezTo>
                  <a:pt x="2602552" y="5009385"/>
                  <a:pt x="2474788" y="5109832"/>
                  <a:pt x="2349504" y="5213099"/>
                </a:cubicBezTo>
                <a:cubicBezTo>
                  <a:pt x="2245241" y="5298295"/>
                  <a:pt x="2144933" y="5388859"/>
                  <a:pt x="2039798" y="5473283"/>
                </a:cubicBezTo>
                <a:cubicBezTo>
                  <a:pt x="1967706" y="5531003"/>
                  <a:pt x="1962657" y="5584061"/>
                  <a:pt x="2050129" y="5658139"/>
                </a:cubicBezTo>
                <a:cubicBezTo>
                  <a:pt x="2158842" y="5586527"/>
                  <a:pt x="2269333" y="5514314"/>
                  <a:pt x="2401412" y="5427953"/>
                </a:cubicBezTo>
                <a:cubicBezTo>
                  <a:pt x="2324051" y="5811268"/>
                  <a:pt x="2091102" y="6121110"/>
                  <a:pt x="1987248" y="6524803"/>
                </a:cubicBezTo>
                <a:cubicBezTo>
                  <a:pt x="2116288" y="6423619"/>
                  <a:pt x="2180757" y="6337996"/>
                  <a:pt x="2229444" y="6228751"/>
                </a:cubicBezTo>
                <a:cubicBezTo>
                  <a:pt x="2355666" y="5946879"/>
                  <a:pt x="2494801" y="5671160"/>
                  <a:pt x="2630547" y="5393994"/>
                </a:cubicBezTo>
                <a:cubicBezTo>
                  <a:pt x="2641001" y="5373092"/>
                  <a:pt x="2661987" y="5357166"/>
                  <a:pt x="2693638" y="5345714"/>
                </a:cubicBezTo>
                <a:cubicBezTo>
                  <a:pt x="2643215" y="5590253"/>
                  <a:pt x="2491965" y="5796462"/>
                  <a:pt x="2415454" y="6059869"/>
                </a:cubicBezTo>
                <a:cubicBezTo>
                  <a:pt x="2544385" y="6003372"/>
                  <a:pt x="2615126" y="5920507"/>
                  <a:pt x="2673329" y="5824049"/>
                </a:cubicBezTo>
                <a:cubicBezTo>
                  <a:pt x="2862763" y="5509551"/>
                  <a:pt x="3050184" y="5194513"/>
                  <a:pt x="3239985" y="4880653"/>
                </a:cubicBezTo>
                <a:cubicBezTo>
                  <a:pt x="3280782" y="4812930"/>
                  <a:pt x="3329595" y="4749511"/>
                  <a:pt x="3375154" y="4684141"/>
                </a:cubicBezTo>
                <a:cubicBezTo>
                  <a:pt x="3385650" y="4691263"/>
                  <a:pt x="3396146" y="4698386"/>
                  <a:pt x="3406641" y="4705508"/>
                </a:cubicBezTo>
                <a:cubicBezTo>
                  <a:pt x="3255926" y="4986206"/>
                  <a:pt x="3105580" y="5267539"/>
                  <a:pt x="2954865" y="5548237"/>
                </a:cubicBezTo>
                <a:cubicBezTo>
                  <a:pt x="2965594" y="5556498"/>
                  <a:pt x="2976190" y="5565263"/>
                  <a:pt x="2986919" y="5573525"/>
                </a:cubicBezTo>
                <a:cubicBezTo>
                  <a:pt x="3049055" y="5506672"/>
                  <a:pt x="3122827" y="5446708"/>
                  <a:pt x="3170208" y="5370514"/>
                </a:cubicBezTo>
                <a:cubicBezTo>
                  <a:pt x="3303110" y="5158311"/>
                  <a:pt x="3431284" y="4941609"/>
                  <a:pt x="3548793" y="4720432"/>
                </a:cubicBezTo>
                <a:cubicBezTo>
                  <a:pt x="3595750" y="4631734"/>
                  <a:pt x="3608264" y="4524648"/>
                  <a:pt x="3643719" y="4428558"/>
                </a:cubicBezTo>
                <a:cubicBezTo>
                  <a:pt x="3656031" y="4394684"/>
                  <a:pt x="3690681" y="4370029"/>
                  <a:pt x="3748137" y="4356872"/>
                </a:cubicBezTo>
                <a:cubicBezTo>
                  <a:pt x="3748687" y="4415202"/>
                  <a:pt x="3748868" y="4472894"/>
                  <a:pt x="3749459" y="4559249"/>
                </a:cubicBezTo>
                <a:lnTo>
                  <a:pt x="3772547" y="4522718"/>
                </a:lnTo>
                <a:lnTo>
                  <a:pt x="3772547" y="5175880"/>
                </a:lnTo>
                <a:lnTo>
                  <a:pt x="3746445" y="5187135"/>
                </a:lnTo>
                <a:cubicBezTo>
                  <a:pt x="3713230" y="5207191"/>
                  <a:pt x="3683062" y="5237761"/>
                  <a:pt x="3654602" y="5281584"/>
                </a:cubicBezTo>
                <a:lnTo>
                  <a:pt x="3772547" y="5292972"/>
                </a:lnTo>
                <a:lnTo>
                  <a:pt x="3772547" y="5392015"/>
                </a:lnTo>
                <a:lnTo>
                  <a:pt x="3592335" y="5399303"/>
                </a:lnTo>
                <a:cubicBezTo>
                  <a:pt x="3532793" y="5405715"/>
                  <a:pt x="3474367" y="5418343"/>
                  <a:pt x="3418032" y="5443922"/>
                </a:cubicBezTo>
                <a:cubicBezTo>
                  <a:pt x="3418153" y="5459576"/>
                  <a:pt x="3417769" y="5475097"/>
                  <a:pt x="3417889" y="5490752"/>
                </a:cubicBezTo>
                <a:lnTo>
                  <a:pt x="3772547" y="5529147"/>
                </a:lnTo>
                <a:lnTo>
                  <a:pt x="3772547" y="5605381"/>
                </a:lnTo>
                <a:lnTo>
                  <a:pt x="3629414" y="5612078"/>
                </a:lnTo>
                <a:cubicBezTo>
                  <a:pt x="3500059" y="5610279"/>
                  <a:pt x="3364992" y="5598600"/>
                  <a:pt x="3219677" y="5610572"/>
                </a:cubicBezTo>
                <a:cubicBezTo>
                  <a:pt x="3426489" y="5696156"/>
                  <a:pt x="3594392" y="5765927"/>
                  <a:pt x="3762799" y="5835833"/>
                </a:cubicBezTo>
                <a:cubicBezTo>
                  <a:pt x="3501949" y="5877455"/>
                  <a:pt x="3285910" y="5685425"/>
                  <a:pt x="3030643" y="5748475"/>
                </a:cubicBezTo>
                <a:cubicBezTo>
                  <a:pt x="3017454" y="5751406"/>
                  <a:pt x="3009813" y="5777911"/>
                  <a:pt x="2992944" y="5804637"/>
                </a:cubicBezTo>
                <a:cubicBezTo>
                  <a:pt x="3141723" y="5945783"/>
                  <a:pt x="3334270" y="6000070"/>
                  <a:pt x="3519784" y="6074558"/>
                </a:cubicBezTo>
                <a:cubicBezTo>
                  <a:pt x="3391163" y="6158076"/>
                  <a:pt x="3303953" y="6091072"/>
                  <a:pt x="2885684" y="5903036"/>
                </a:cubicBezTo>
                <a:cubicBezTo>
                  <a:pt x="2854413" y="5937217"/>
                  <a:pt x="2818777" y="5975615"/>
                  <a:pt x="2775550" y="6022215"/>
                </a:cubicBezTo>
                <a:cubicBezTo>
                  <a:pt x="2977638" y="6171718"/>
                  <a:pt x="3195010" y="6229963"/>
                  <a:pt x="3423078" y="6260366"/>
                </a:cubicBezTo>
                <a:cubicBezTo>
                  <a:pt x="3421992" y="6272466"/>
                  <a:pt x="3421276" y="6285203"/>
                  <a:pt x="3420560" y="6297941"/>
                </a:cubicBezTo>
                <a:cubicBezTo>
                  <a:pt x="3348143" y="6306550"/>
                  <a:pt x="3275862" y="6314659"/>
                  <a:pt x="3199016" y="6323697"/>
                </a:cubicBezTo>
                <a:cubicBezTo>
                  <a:pt x="3216711" y="6346217"/>
                  <a:pt x="3234173" y="6367596"/>
                  <a:pt x="3258069" y="6397164"/>
                </a:cubicBezTo>
                <a:cubicBezTo>
                  <a:pt x="2997430" y="6464163"/>
                  <a:pt x="2777558" y="6244170"/>
                  <a:pt x="2523644" y="6332364"/>
                </a:cubicBezTo>
                <a:cubicBezTo>
                  <a:pt x="2750414" y="6387739"/>
                  <a:pt x="2977049" y="6443618"/>
                  <a:pt x="3238170" y="6507658"/>
                </a:cubicBezTo>
                <a:cubicBezTo>
                  <a:pt x="3183222" y="6529569"/>
                  <a:pt x="3153136" y="6553292"/>
                  <a:pt x="3127035" y="6550069"/>
                </a:cubicBezTo>
                <a:cubicBezTo>
                  <a:pt x="2999816" y="6533759"/>
                  <a:pt x="2873206" y="6511147"/>
                  <a:pt x="2746596" y="6488535"/>
                </a:cubicBezTo>
                <a:cubicBezTo>
                  <a:pt x="2638640" y="6468767"/>
                  <a:pt x="2532065" y="6441826"/>
                  <a:pt x="2424002" y="6428494"/>
                </a:cubicBezTo>
                <a:cubicBezTo>
                  <a:pt x="2392231" y="6424291"/>
                  <a:pt x="2355830" y="6455481"/>
                  <a:pt x="2280606" y="6488659"/>
                </a:cubicBezTo>
                <a:cubicBezTo>
                  <a:pt x="2560458" y="6543172"/>
                  <a:pt x="2789553" y="6587858"/>
                  <a:pt x="3060078" y="6640951"/>
                </a:cubicBezTo>
                <a:cubicBezTo>
                  <a:pt x="2935873" y="6701947"/>
                  <a:pt x="2848456" y="6677985"/>
                  <a:pt x="2763439" y="6669212"/>
                </a:cubicBezTo>
                <a:cubicBezTo>
                  <a:pt x="2603372" y="6652720"/>
                  <a:pt x="2443743" y="6632573"/>
                  <a:pt x="2284249" y="6611926"/>
                </a:cubicBezTo>
                <a:cubicBezTo>
                  <a:pt x="2189304" y="6599953"/>
                  <a:pt x="2123576" y="6631904"/>
                  <a:pt x="2088752" y="6735705"/>
                </a:cubicBezTo>
                <a:cubicBezTo>
                  <a:pt x="2299284" y="6825518"/>
                  <a:pt x="2527511" y="6792933"/>
                  <a:pt x="2744260" y="6835388"/>
                </a:cubicBezTo>
                <a:lnTo>
                  <a:pt x="2666732" y="6858000"/>
                </a:lnTo>
                <a:lnTo>
                  <a:pt x="1726042" y="6858000"/>
                </a:lnTo>
                <a:lnTo>
                  <a:pt x="1735077" y="6850032"/>
                </a:lnTo>
                <a:cubicBezTo>
                  <a:pt x="1786208" y="6800095"/>
                  <a:pt x="1824155" y="6748040"/>
                  <a:pt x="1834534" y="6682133"/>
                </a:cubicBezTo>
                <a:cubicBezTo>
                  <a:pt x="1862857" y="6497936"/>
                  <a:pt x="1943665" y="6341271"/>
                  <a:pt x="2017500" y="6178426"/>
                </a:cubicBezTo>
                <a:cubicBezTo>
                  <a:pt x="2093823" y="6010323"/>
                  <a:pt x="2175546" y="5844205"/>
                  <a:pt x="2254753" y="5677413"/>
                </a:cubicBezTo>
                <a:cubicBezTo>
                  <a:pt x="2049293" y="5761891"/>
                  <a:pt x="1922298" y="5937965"/>
                  <a:pt x="1840100" y="6109882"/>
                </a:cubicBezTo>
                <a:cubicBezTo>
                  <a:pt x="1743808" y="6310749"/>
                  <a:pt x="1687849" y="6530909"/>
                  <a:pt x="1624328" y="6765710"/>
                </a:cubicBezTo>
                <a:lnTo>
                  <a:pt x="1598196" y="6858000"/>
                </a:lnTo>
                <a:lnTo>
                  <a:pt x="1329551" y="6858000"/>
                </a:lnTo>
                <a:lnTo>
                  <a:pt x="1498508" y="6525294"/>
                </a:lnTo>
                <a:cubicBezTo>
                  <a:pt x="1537803" y="6449088"/>
                  <a:pt x="1537531" y="6381674"/>
                  <a:pt x="1487939" y="6309126"/>
                </a:cubicBezTo>
                <a:cubicBezTo>
                  <a:pt x="1444512" y="6245772"/>
                  <a:pt x="1405587" y="6177698"/>
                  <a:pt x="1373642" y="6107724"/>
                </a:cubicBezTo>
                <a:cubicBezTo>
                  <a:pt x="1320134" y="5989412"/>
                  <a:pt x="1228242" y="5869436"/>
                  <a:pt x="1377198" y="5748269"/>
                </a:cubicBezTo>
                <a:cubicBezTo>
                  <a:pt x="1397815" y="5731705"/>
                  <a:pt x="1389207" y="5679297"/>
                  <a:pt x="1395219" y="5636733"/>
                </a:cubicBezTo>
                <a:cubicBezTo>
                  <a:pt x="1590850" y="5657367"/>
                  <a:pt x="1572738" y="5865850"/>
                  <a:pt x="1703951" y="5953804"/>
                </a:cubicBezTo>
                <a:cubicBezTo>
                  <a:pt x="1731218" y="5894308"/>
                  <a:pt x="1756770" y="5839200"/>
                  <a:pt x="1783768" y="5780710"/>
                </a:cubicBezTo>
                <a:cubicBezTo>
                  <a:pt x="1688991" y="5659422"/>
                  <a:pt x="1598673" y="5543638"/>
                  <a:pt x="1498333" y="5414932"/>
                </a:cubicBezTo>
                <a:cubicBezTo>
                  <a:pt x="1550887" y="5369754"/>
                  <a:pt x="1597026" y="5330398"/>
                  <a:pt x="1651493" y="5284117"/>
                </a:cubicBezTo>
                <a:cubicBezTo>
                  <a:pt x="1725564" y="5335750"/>
                  <a:pt x="1791522" y="5381437"/>
                  <a:pt x="1899695" y="5456752"/>
                </a:cubicBezTo>
                <a:cubicBezTo>
                  <a:pt x="1872555" y="5378906"/>
                  <a:pt x="1869475" y="5336060"/>
                  <a:pt x="1846783" y="5310048"/>
                </a:cubicBezTo>
                <a:cubicBezTo>
                  <a:pt x="1753905" y="5203813"/>
                  <a:pt x="1652701" y="5104506"/>
                  <a:pt x="1559454" y="4997634"/>
                </a:cubicBezTo>
                <a:cubicBezTo>
                  <a:pt x="1507871" y="4938560"/>
                  <a:pt x="1466663" y="4870952"/>
                  <a:pt x="1440197" y="4790594"/>
                </a:cubicBezTo>
                <a:cubicBezTo>
                  <a:pt x="1611297" y="4850447"/>
                  <a:pt x="1689090" y="5012976"/>
                  <a:pt x="1820387" y="5118730"/>
                </a:cubicBezTo>
                <a:cubicBezTo>
                  <a:pt x="1834256" y="4998539"/>
                  <a:pt x="1837849" y="4995193"/>
                  <a:pt x="1764530" y="4928677"/>
                </a:cubicBezTo>
                <a:cubicBezTo>
                  <a:pt x="1579806" y="4760661"/>
                  <a:pt x="1391993" y="4596127"/>
                  <a:pt x="1197377" y="4422766"/>
                </a:cubicBezTo>
                <a:cubicBezTo>
                  <a:pt x="1212632" y="4363823"/>
                  <a:pt x="1270703" y="4374534"/>
                  <a:pt x="1310537" y="4402986"/>
                </a:cubicBezTo>
                <a:cubicBezTo>
                  <a:pt x="1430681" y="4487973"/>
                  <a:pt x="1545380" y="4581199"/>
                  <a:pt x="1660484" y="4672917"/>
                </a:cubicBezTo>
                <a:cubicBezTo>
                  <a:pt x="1699645" y="4703882"/>
                  <a:pt x="1733534" y="4740438"/>
                  <a:pt x="1775842" y="4779788"/>
                </a:cubicBezTo>
                <a:cubicBezTo>
                  <a:pt x="1825971" y="4598740"/>
                  <a:pt x="1768968" y="4485417"/>
                  <a:pt x="1614496" y="4405777"/>
                </a:cubicBezTo>
                <a:cubicBezTo>
                  <a:pt x="1471929" y="4332021"/>
                  <a:pt x="1336421" y="4243993"/>
                  <a:pt x="1199467" y="4159350"/>
                </a:cubicBezTo>
                <a:cubicBezTo>
                  <a:pt x="1166202" y="4138585"/>
                  <a:pt x="1139961" y="4105696"/>
                  <a:pt x="1091551" y="4060939"/>
                </a:cubicBezTo>
                <a:cubicBezTo>
                  <a:pt x="1259417" y="4026187"/>
                  <a:pt x="1343741" y="4130129"/>
                  <a:pt x="1445828" y="4183881"/>
                </a:cubicBezTo>
                <a:cubicBezTo>
                  <a:pt x="1546405" y="4237228"/>
                  <a:pt x="1642949" y="4297576"/>
                  <a:pt x="1742683" y="4356083"/>
                </a:cubicBezTo>
                <a:cubicBezTo>
                  <a:pt x="1787060" y="4262922"/>
                  <a:pt x="1734653" y="4223022"/>
                  <a:pt x="1684025" y="4182519"/>
                </a:cubicBezTo>
                <a:cubicBezTo>
                  <a:pt x="1543877" y="4069545"/>
                  <a:pt x="1403091" y="3956939"/>
                  <a:pt x="1263849" y="3842591"/>
                </a:cubicBezTo>
                <a:cubicBezTo>
                  <a:pt x="1222342" y="3808304"/>
                  <a:pt x="1186243" y="3767924"/>
                  <a:pt x="1128414" y="3712025"/>
                </a:cubicBezTo>
                <a:cubicBezTo>
                  <a:pt x="1303314" y="3657070"/>
                  <a:pt x="1356572" y="3790398"/>
                  <a:pt x="1440807" y="3846370"/>
                </a:cubicBezTo>
                <a:cubicBezTo>
                  <a:pt x="1535303" y="3908323"/>
                  <a:pt x="1615553" y="3991241"/>
                  <a:pt x="1726425" y="4086673"/>
                </a:cubicBezTo>
                <a:cubicBezTo>
                  <a:pt x="1745574" y="3952814"/>
                  <a:pt x="1724310" y="3871155"/>
                  <a:pt x="1637128" y="3810084"/>
                </a:cubicBezTo>
                <a:cubicBezTo>
                  <a:pt x="1447910" y="3676958"/>
                  <a:pt x="1258557" y="3544335"/>
                  <a:pt x="1070112" y="3410339"/>
                </a:cubicBezTo>
                <a:cubicBezTo>
                  <a:pt x="1033027" y="3383701"/>
                  <a:pt x="999839" y="3350566"/>
                  <a:pt x="977638" y="3302596"/>
                </a:cubicBezTo>
                <a:cubicBezTo>
                  <a:pt x="1257535" y="3308638"/>
                  <a:pt x="1417712" y="3532031"/>
                  <a:pt x="1669297" y="3675941"/>
                </a:cubicBezTo>
                <a:cubicBezTo>
                  <a:pt x="1638592" y="3607377"/>
                  <a:pt x="1630040" y="3566835"/>
                  <a:pt x="1606746" y="3539045"/>
                </a:cubicBezTo>
                <a:cubicBezTo>
                  <a:pt x="1487195" y="3395495"/>
                  <a:pt x="1363915" y="3255795"/>
                  <a:pt x="1242819" y="3113985"/>
                </a:cubicBezTo>
                <a:cubicBezTo>
                  <a:pt x="1207124" y="3072098"/>
                  <a:pt x="1174249" y="3027733"/>
                  <a:pt x="1132289" y="2975008"/>
                </a:cubicBezTo>
                <a:cubicBezTo>
                  <a:pt x="1263248" y="2902891"/>
                  <a:pt x="1291094" y="3014327"/>
                  <a:pt x="1344032" y="3060296"/>
                </a:cubicBezTo>
                <a:cubicBezTo>
                  <a:pt x="1399586" y="3108583"/>
                  <a:pt x="1444592" y="3168050"/>
                  <a:pt x="1520044" y="3250760"/>
                </a:cubicBezTo>
                <a:cubicBezTo>
                  <a:pt x="1496222" y="3033735"/>
                  <a:pt x="1403567" y="2868301"/>
                  <a:pt x="1409170" y="2652157"/>
                </a:cubicBezTo>
                <a:cubicBezTo>
                  <a:pt x="1591954" y="2777094"/>
                  <a:pt x="1503113" y="2983864"/>
                  <a:pt x="1645160" y="3111892"/>
                </a:cubicBezTo>
                <a:cubicBezTo>
                  <a:pt x="1652543" y="3001816"/>
                  <a:pt x="1650819" y="2907616"/>
                  <a:pt x="1667245" y="2816123"/>
                </a:cubicBezTo>
                <a:cubicBezTo>
                  <a:pt x="1682558" y="2730798"/>
                  <a:pt x="1608872" y="2625396"/>
                  <a:pt x="1735210" y="2542345"/>
                </a:cubicBezTo>
                <a:cubicBezTo>
                  <a:pt x="1838278" y="2803769"/>
                  <a:pt x="1702313" y="3063637"/>
                  <a:pt x="1793949" y="3313379"/>
                </a:cubicBezTo>
                <a:cubicBezTo>
                  <a:pt x="1842452" y="3078022"/>
                  <a:pt x="1891323" y="2843302"/>
                  <a:pt x="1941073" y="2601277"/>
                </a:cubicBezTo>
                <a:cubicBezTo>
                  <a:pt x="1914130" y="2564966"/>
                  <a:pt x="1879773" y="2526131"/>
                  <a:pt x="1855623" y="2481410"/>
                </a:cubicBezTo>
                <a:cubicBezTo>
                  <a:pt x="1847283" y="2466245"/>
                  <a:pt x="1857518" y="2428045"/>
                  <a:pt x="1871991" y="2416300"/>
                </a:cubicBezTo>
                <a:cubicBezTo>
                  <a:pt x="1886464" y="2404555"/>
                  <a:pt x="1929447" y="2403142"/>
                  <a:pt x="1938865" y="2414286"/>
                </a:cubicBezTo>
                <a:cubicBezTo>
                  <a:pt x="1991887" y="2478056"/>
                  <a:pt x="2041450" y="2544671"/>
                  <a:pt x="2085777" y="2614729"/>
                </a:cubicBezTo>
                <a:cubicBezTo>
                  <a:pt x="2138712" y="2698948"/>
                  <a:pt x="2185136" y="2787347"/>
                  <a:pt x="2248112" y="2898499"/>
                </a:cubicBezTo>
                <a:cubicBezTo>
                  <a:pt x="2288919" y="2784448"/>
                  <a:pt x="2281970" y="2715785"/>
                  <a:pt x="2221641" y="2643054"/>
                </a:cubicBezTo>
                <a:cubicBezTo>
                  <a:pt x="2086372" y="2479669"/>
                  <a:pt x="1958020" y="2310595"/>
                  <a:pt x="1828760" y="2142895"/>
                </a:cubicBezTo>
                <a:cubicBezTo>
                  <a:pt x="1806743" y="2114370"/>
                  <a:pt x="1792145" y="2080289"/>
                  <a:pt x="1775697" y="2051101"/>
                </a:cubicBezTo>
                <a:cubicBezTo>
                  <a:pt x="1840214" y="1985424"/>
                  <a:pt x="1881615" y="2026147"/>
                  <a:pt x="1912547" y="2065682"/>
                </a:cubicBezTo>
                <a:cubicBezTo>
                  <a:pt x="1988290" y="2161398"/>
                  <a:pt x="2059296" y="2260695"/>
                  <a:pt x="2130439" y="2359489"/>
                </a:cubicBezTo>
                <a:cubicBezTo>
                  <a:pt x="2170450" y="2415463"/>
                  <a:pt x="2207136" y="2473778"/>
                  <a:pt x="2257330" y="2548103"/>
                </a:cubicBezTo>
                <a:cubicBezTo>
                  <a:pt x="2316733" y="2425029"/>
                  <a:pt x="2326916" y="2336712"/>
                  <a:pt x="2246483" y="2234352"/>
                </a:cubicBezTo>
                <a:cubicBezTo>
                  <a:pt x="2111355" y="2062386"/>
                  <a:pt x="1992479" y="1878073"/>
                  <a:pt x="1864135" y="1700921"/>
                </a:cubicBezTo>
                <a:cubicBezTo>
                  <a:pt x="1831763" y="1656691"/>
                  <a:pt x="1801800" y="1619572"/>
                  <a:pt x="1862150" y="1561398"/>
                </a:cubicBezTo>
                <a:cubicBezTo>
                  <a:pt x="2049696" y="1688689"/>
                  <a:pt x="2118436" y="1917211"/>
                  <a:pt x="2276094" y="2071510"/>
                </a:cubicBezTo>
                <a:cubicBezTo>
                  <a:pt x="2342909" y="1989210"/>
                  <a:pt x="2285335" y="1948463"/>
                  <a:pt x="2251787" y="1906611"/>
                </a:cubicBezTo>
                <a:cubicBezTo>
                  <a:pt x="2135694" y="1760217"/>
                  <a:pt x="2015505" y="1617035"/>
                  <a:pt x="1899277" y="1471143"/>
                </a:cubicBezTo>
                <a:cubicBezTo>
                  <a:pt x="1863015" y="1425332"/>
                  <a:pt x="1834308" y="1373464"/>
                  <a:pt x="1817621" y="1312966"/>
                </a:cubicBezTo>
                <a:cubicBezTo>
                  <a:pt x="1983387" y="1336372"/>
                  <a:pt x="2026702" y="1482660"/>
                  <a:pt x="2112975" y="1583353"/>
                </a:cubicBezTo>
                <a:cubicBezTo>
                  <a:pt x="2200488" y="1685457"/>
                  <a:pt x="2282090" y="1793518"/>
                  <a:pt x="2366513" y="1899103"/>
                </a:cubicBezTo>
                <a:cubicBezTo>
                  <a:pt x="2472839" y="1796144"/>
                  <a:pt x="2471946" y="1781359"/>
                  <a:pt x="2398523" y="1683031"/>
                </a:cubicBezTo>
                <a:cubicBezTo>
                  <a:pt x="2267860" y="1508490"/>
                  <a:pt x="2139382" y="1331840"/>
                  <a:pt x="2012815" y="1154087"/>
                </a:cubicBezTo>
                <a:cubicBezTo>
                  <a:pt x="1991336" y="1123551"/>
                  <a:pt x="1969864" y="1084934"/>
                  <a:pt x="1968689" y="1049064"/>
                </a:cubicBezTo>
                <a:cubicBezTo>
                  <a:pt x="1967472" y="1023417"/>
                  <a:pt x="1999507" y="996445"/>
                  <a:pt x="2018558" y="967611"/>
                </a:cubicBezTo>
                <a:cubicBezTo>
                  <a:pt x="2157873" y="1184336"/>
                  <a:pt x="2288072" y="1386766"/>
                  <a:pt x="2423566" y="1597619"/>
                </a:cubicBezTo>
                <a:cubicBezTo>
                  <a:pt x="2535274" y="1444384"/>
                  <a:pt x="2536869" y="1424340"/>
                  <a:pt x="2454360" y="1317652"/>
                </a:cubicBezTo>
                <a:cubicBezTo>
                  <a:pt x="2371851" y="1210963"/>
                  <a:pt x="2278228" y="1111533"/>
                  <a:pt x="2205557" y="998322"/>
                </a:cubicBezTo>
                <a:cubicBezTo>
                  <a:pt x="2114289" y="855887"/>
                  <a:pt x="1988820" y="726374"/>
                  <a:pt x="2017222" y="529807"/>
                </a:cubicBezTo>
                <a:cubicBezTo>
                  <a:pt x="2024383" y="478930"/>
                  <a:pt x="1979744" y="420100"/>
                  <a:pt x="1980980" y="353090"/>
                </a:cubicBezTo>
                <a:cubicBezTo>
                  <a:pt x="2132679" y="493402"/>
                  <a:pt x="2176743" y="701306"/>
                  <a:pt x="2320169" y="860412"/>
                </a:cubicBezTo>
                <a:cubicBezTo>
                  <a:pt x="2355476" y="742733"/>
                  <a:pt x="2194494" y="590775"/>
                  <a:pt x="2397827" y="520273"/>
                </a:cubicBezTo>
                <a:cubicBezTo>
                  <a:pt x="2353106" y="405394"/>
                  <a:pt x="2312503" y="301315"/>
                  <a:pt x="2272034" y="196732"/>
                </a:cubicBezTo>
                <a:cubicBezTo>
                  <a:pt x="2284656" y="189878"/>
                  <a:pt x="2296641" y="183393"/>
                  <a:pt x="2308761" y="176405"/>
                </a:cubicBezTo>
                <a:cubicBezTo>
                  <a:pt x="2346949" y="243203"/>
                  <a:pt x="2388831" y="308298"/>
                  <a:pt x="2421548" y="377402"/>
                </a:cubicBezTo>
                <a:cubicBezTo>
                  <a:pt x="2457078" y="452108"/>
                  <a:pt x="2483311" y="531326"/>
                  <a:pt x="2541527" y="601876"/>
                </a:cubicBezTo>
                <a:cubicBezTo>
                  <a:pt x="2515432" y="483905"/>
                  <a:pt x="2487557" y="366536"/>
                  <a:pt x="2463744" y="248100"/>
                </a:cubicBezTo>
                <a:cubicBezTo>
                  <a:pt x="2451887" y="189704"/>
                  <a:pt x="2433671" y="131894"/>
                  <a:pt x="2421990" y="73342"/>
                </a:cubicBezTo>
                <a:close/>
              </a:path>
            </a:pathLst>
          </a:custGeom>
          <a:solidFill>
            <a:srgbClr val="543E35">
              <a:alpha val="11000"/>
            </a:srgbClr>
          </a:solidFill>
          <a:ln w="520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cxnSp>
        <p:nvCxnSpPr>
          <p:cNvPr id="13" name="Straight Connector 12">
            <a:extLst>
              <a:ext uri="{FF2B5EF4-FFF2-40B4-BE49-F238E27FC236}">
                <a16:creationId xmlns:a16="http://schemas.microsoft.com/office/drawing/2014/main" id="{FFCBA7FD-E5FF-B1C6-6A82-7F67256D2B49}"/>
              </a:ext>
            </a:extLst>
          </p:cNvPr>
          <p:cNvCxnSpPr>
            <a:cxnSpLocks/>
          </p:cNvCxnSpPr>
          <p:nvPr userDrawn="1"/>
        </p:nvCxnSpPr>
        <p:spPr>
          <a:xfrm>
            <a:off x="0" y="6324600"/>
            <a:ext cx="12192000" cy="0"/>
          </a:xfrm>
          <a:prstGeom prst="line">
            <a:avLst/>
          </a:prstGeom>
          <a:ln w="15875">
            <a:solidFill>
              <a:schemeClr val="accent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8089638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pPr rtl="0"/>
            <a:r>
              <a:rPr lang="en-GB"/>
              <a:t>20XX</a:t>
            </a:r>
          </a:p>
        </p:txBody>
      </p:sp>
      <p:sp>
        <p:nvSpPr>
          <p:cNvPr id="5" name="Footer Placeholder 3"/>
          <p:cNvSpPr>
            <a:spLocks noGrp="1"/>
          </p:cNvSpPr>
          <p:nvPr>
            <p:ph type="ftr" sz="quarter" idx="11"/>
          </p:nvPr>
        </p:nvSpPr>
        <p:spPr/>
        <p:txBody>
          <a:bodyPr/>
          <a:lstStyle/>
          <a:p>
            <a:pPr rtl="0"/>
            <a:r>
              <a:rPr lang="en-GB"/>
              <a:t>presentation title</a:t>
            </a:r>
          </a:p>
        </p:txBody>
      </p:sp>
      <p:sp>
        <p:nvSpPr>
          <p:cNvPr id="6" name="Slide Number Placeholder 4"/>
          <p:cNvSpPr>
            <a:spLocks noGrp="1"/>
          </p:cNvSpPr>
          <p:nvPr>
            <p:ph type="sldNum" sz="quarter" idx="12"/>
          </p:nvPr>
        </p:nvSpPr>
        <p:spPr/>
        <p:txBody>
          <a:bodyPr/>
          <a:lstStyle/>
          <a:p>
            <a:pPr rtl="0"/>
            <a:fld id="{58FB4751-880F-D840-AAA9-3A15815CC996}" type="slidenum">
              <a:rPr lang="en-GB" smtClean="0"/>
              <a:pPr/>
              <a:t>‹#›</a:t>
            </a:fld>
            <a:endParaRPr lang="en-GB" dirty="0"/>
          </a:p>
        </p:txBody>
      </p:sp>
    </p:spTree>
    <p:extLst>
      <p:ext uri="{BB962C8B-B14F-4D97-AF65-F5344CB8AC3E}">
        <p14:creationId xmlns:p14="http://schemas.microsoft.com/office/powerpoint/2010/main" val="3430182443"/>
      </p:ext>
    </p:extLst>
  </p:cSld>
  <p:clrMapOvr>
    <a:masterClrMapping/>
  </p:clrMapOvr>
  <p:hf hdr="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pPr rtl="0"/>
            <a:r>
              <a:rPr lang="en-GB"/>
              <a:t>20XX</a:t>
            </a:r>
          </a:p>
        </p:txBody>
      </p:sp>
      <p:sp>
        <p:nvSpPr>
          <p:cNvPr id="5" name="Footer Placeholder 2"/>
          <p:cNvSpPr>
            <a:spLocks noGrp="1"/>
          </p:cNvSpPr>
          <p:nvPr>
            <p:ph type="ftr" sz="quarter" idx="11"/>
          </p:nvPr>
        </p:nvSpPr>
        <p:spPr/>
        <p:txBody>
          <a:bodyPr/>
          <a:lstStyle/>
          <a:p>
            <a:pPr rtl="0"/>
            <a:r>
              <a:rPr lang="en-GB"/>
              <a:t>presentation title</a:t>
            </a:r>
          </a:p>
        </p:txBody>
      </p:sp>
      <p:sp>
        <p:nvSpPr>
          <p:cNvPr id="6" name="Slide Number Placeholder 3"/>
          <p:cNvSpPr>
            <a:spLocks noGrp="1"/>
          </p:cNvSpPr>
          <p:nvPr>
            <p:ph type="sldNum" sz="quarter" idx="12"/>
          </p:nvPr>
        </p:nvSpPr>
        <p:spPr/>
        <p:txBody>
          <a:bodyPr/>
          <a:lstStyle/>
          <a:p>
            <a:pPr rtl="0"/>
            <a:fld id="{58FB4751-880F-D840-AAA9-3A15815CC996}" type="slidenum">
              <a:rPr lang="en-GB" smtClean="0"/>
              <a:pPr/>
              <a:t>‹#›</a:t>
            </a:fld>
            <a:endParaRPr lang="en-GB" dirty="0"/>
          </a:p>
        </p:txBody>
      </p:sp>
    </p:spTree>
    <p:extLst>
      <p:ext uri="{BB962C8B-B14F-4D97-AF65-F5344CB8AC3E}">
        <p14:creationId xmlns:p14="http://schemas.microsoft.com/office/powerpoint/2010/main" val="1544457794"/>
      </p:ext>
    </p:extLst>
  </p:cSld>
  <p:clrMapOvr>
    <a:masterClrMapping/>
  </p:clrMapOvr>
  <p:hf hdr="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pPr rtl="0"/>
            <a:r>
              <a:rPr lang="en-GB"/>
              <a:t>20XX</a:t>
            </a:r>
          </a:p>
        </p:txBody>
      </p:sp>
      <p:sp>
        <p:nvSpPr>
          <p:cNvPr id="5" name="Footer Placeholder 5"/>
          <p:cNvSpPr>
            <a:spLocks noGrp="1"/>
          </p:cNvSpPr>
          <p:nvPr>
            <p:ph type="ftr" sz="quarter" idx="11"/>
          </p:nvPr>
        </p:nvSpPr>
        <p:spPr/>
        <p:txBody>
          <a:bodyPr/>
          <a:lstStyle/>
          <a:p>
            <a:pPr rtl="0"/>
            <a:r>
              <a:rPr lang="en-GB"/>
              <a:t>presentation title</a:t>
            </a:r>
          </a:p>
        </p:txBody>
      </p:sp>
      <p:sp>
        <p:nvSpPr>
          <p:cNvPr id="6" name="Slide Number Placeholder 6"/>
          <p:cNvSpPr>
            <a:spLocks noGrp="1"/>
          </p:cNvSpPr>
          <p:nvPr>
            <p:ph type="sldNum" sz="quarter" idx="12"/>
          </p:nvPr>
        </p:nvSpPr>
        <p:spPr/>
        <p:txBody>
          <a:bodyPr/>
          <a:lstStyle/>
          <a:p>
            <a:pPr rtl="0"/>
            <a:fld id="{58FB4751-880F-D840-AAA9-3A15815CC996}" type="slidenum">
              <a:rPr lang="en-GB" smtClean="0"/>
              <a:t>‹#›</a:t>
            </a:fld>
            <a:endParaRPr lang="en-GB" dirty="0"/>
          </a:p>
        </p:txBody>
      </p:sp>
      <p:sp>
        <p:nvSpPr>
          <p:cNvPr id="8" name="Freeform: Shape 7">
            <a:extLst>
              <a:ext uri="{FF2B5EF4-FFF2-40B4-BE49-F238E27FC236}">
                <a16:creationId xmlns:a16="http://schemas.microsoft.com/office/drawing/2014/main" id="{3068A36D-AF15-F1E1-986B-F0D7E3F742EB}"/>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
        <p:nvSpPr>
          <p:cNvPr id="9" name="Freeform: Shape 8">
            <a:extLst>
              <a:ext uri="{FF2B5EF4-FFF2-40B4-BE49-F238E27FC236}">
                <a16:creationId xmlns:a16="http://schemas.microsoft.com/office/drawing/2014/main" id="{AC4D0BAD-1DD1-B220-2346-E5AF5A26BB56}"/>
              </a:ext>
            </a:extLst>
          </p:cNvPr>
          <p:cNvSpPr/>
          <p:nvPr userDrawn="1"/>
        </p:nvSpPr>
        <p:spPr>
          <a:xfrm>
            <a:off x="9164166" y="2461367"/>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Tree>
    <p:extLst>
      <p:ext uri="{BB962C8B-B14F-4D97-AF65-F5344CB8AC3E}">
        <p14:creationId xmlns:p14="http://schemas.microsoft.com/office/powerpoint/2010/main" val="18588668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rtl="0"/>
            <a:r>
              <a:rPr lang="en-GB"/>
              <a:t>20XX</a:t>
            </a:r>
          </a:p>
        </p:txBody>
      </p:sp>
      <p:sp>
        <p:nvSpPr>
          <p:cNvPr id="6" name="Footer Placeholder 5"/>
          <p:cNvSpPr>
            <a:spLocks noGrp="1"/>
          </p:cNvSpPr>
          <p:nvPr>
            <p:ph type="ftr" sz="quarter" idx="11"/>
          </p:nvPr>
        </p:nvSpPr>
        <p:spPr/>
        <p:txBody>
          <a:bodyPr/>
          <a:lstStyle/>
          <a:p>
            <a:pPr rtl="0"/>
            <a:r>
              <a:rPr lang="en-GB"/>
              <a:t>presentation title</a:t>
            </a:r>
          </a:p>
        </p:txBody>
      </p:sp>
      <p:sp>
        <p:nvSpPr>
          <p:cNvPr id="7" name="Slide Number Placeholder 6"/>
          <p:cNvSpPr>
            <a:spLocks noGrp="1"/>
          </p:cNvSpPr>
          <p:nvPr>
            <p:ph type="sldNum" sz="quarter" idx="12"/>
          </p:nvPr>
        </p:nvSpPr>
        <p:spPr/>
        <p:txBody>
          <a:bodyPr/>
          <a:lstStyle/>
          <a:p>
            <a:pPr rtl="0"/>
            <a:fld id="{58FB4751-880F-D840-AAA9-3A15815CC996}" type="slidenum">
              <a:rPr lang="en-GB" smtClean="0"/>
              <a:t>‹#›</a:t>
            </a:fld>
            <a:endParaRPr lang="en-GB" dirty="0"/>
          </a:p>
        </p:txBody>
      </p:sp>
      <p:pic>
        <p:nvPicPr>
          <p:cNvPr id="8" name="Picture 7" descr="Shape, circle&#10;&#10;Description automatically generated">
            <a:extLst>
              <a:ext uri="{FF2B5EF4-FFF2-40B4-BE49-F238E27FC236}">
                <a16:creationId xmlns:a16="http://schemas.microsoft.com/office/drawing/2014/main" id="{F01D9B89-894B-7180-C557-5A13535EFF7D}"/>
              </a:ext>
            </a:extLst>
          </p:cNvPr>
          <p:cNvPicPr>
            <a:picLocks noChangeAspect="1"/>
          </p:cNvPicPr>
          <p:nvPr userDrawn="1"/>
        </p:nvPicPr>
        <p:blipFill rotWithShape="1">
          <a:blip r:embed="rId2">
            <a:alphaModFix/>
          </a:blip>
          <a:srcRect r="30186" b="9728"/>
          <a:stretch/>
        </p:blipFill>
        <p:spPr>
          <a:xfrm>
            <a:off x="6768197" y="1316481"/>
            <a:ext cx="4727117" cy="4998132"/>
          </a:xfrm>
          <a:prstGeom prst="rect">
            <a:avLst/>
          </a:prstGeom>
        </p:spPr>
      </p:pic>
      <p:sp>
        <p:nvSpPr>
          <p:cNvPr id="9" name="Freeform: Shape 8">
            <a:extLst>
              <a:ext uri="{FF2B5EF4-FFF2-40B4-BE49-F238E27FC236}">
                <a16:creationId xmlns:a16="http://schemas.microsoft.com/office/drawing/2014/main" id="{09177D80-60EE-6138-0958-F21CC6E3859E}"/>
              </a:ext>
            </a:extLst>
          </p:cNvPr>
          <p:cNvSpPr/>
          <p:nvPr userDrawn="1"/>
        </p:nvSpPr>
        <p:spPr>
          <a:xfrm>
            <a:off x="7078692" y="1"/>
            <a:ext cx="5113309" cy="6162929"/>
          </a:xfrm>
          <a:custGeom>
            <a:avLst/>
            <a:gdLst>
              <a:gd name="connsiteX0" fmla="*/ 81117 w 5113309"/>
              <a:gd name="connsiteY0" fmla="*/ 0 h 6162929"/>
              <a:gd name="connsiteX1" fmla="*/ 3634645 w 5113309"/>
              <a:gd name="connsiteY1" fmla="*/ 0 h 6162929"/>
              <a:gd name="connsiteX2" fmla="*/ 3705129 w 5113309"/>
              <a:gd name="connsiteY2" fmla="*/ 216937 h 6162929"/>
              <a:gd name="connsiteX3" fmla="*/ 3956833 w 5113309"/>
              <a:gd name="connsiteY3" fmla="*/ 694220 h 6162929"/>
              <a:gd name="connsiteX4" fmla="*/ 4645418 w 5113309"/>
              <a:gd name="connsiteY4" fmla="*/ 1338790 h 6162929"/>
              <a:gd name="connsiteX5" fmla="*/ 5031903 w 5113309"/>
              <a:gd name="connsiteY5" fmla="*/ 1574625 h 6162929"/>
              <a:gd name="connsiteX6" fmla="*/ 5113309 w 5113309"/>
              <a:gd name="connsiteY6" fmla="*/ 1618978 h 6162929"/>
              <a:gd name="connsiteX7" fmla="*/ 5113309 w 5113309"/>
              <a:gd name="connsiteY7" fmla="*/ 6102719 h 6162929"/>
              <a:gd name="connsiteX8" fmla="*/ 5056297 w 5113309"/>
              <a:gd name="connsiteY8" fmla="*/ 6116431 h 6162929"/>
              <a:gd name="connsiteX9" fmla="*/ 4521806 w 5113309"/>
              <a:gd name="connsiteY9" fmla="*/ 6162795 h 6162929"/>
              <a:gd name="connsiteX10" fmla="*/ 3411736 w 5113309"/>
              <a:gd name="connsiteY10" fmla="*/ 5966394 h 6162929"/>
              <a:gd name="connsiteX11" fmla="*/ 2974881 w 5113309"/>
              <a:gd name="connsiteY11" fmla="*/ 5797150 h 6162929"/>
              <a:gd name="connsiteX12" fmla="*/ 1160053 w 5113309"/>
              <a:gd name="connsiteY12" fmla="*/ 4395025 h 6162929"/>
              <a:gd name="connsiteX13" fmla="*/ 186404 w 5113309"/>
              <a:gd name="connsiteY13" fmla="*/ 2488624 h 6162929"/>
              <a:gd name="connsiteX14" fmla="*/ 35878 w 5113309"/>
              <a:gd name="connsiteY14" fmla="*/ 360546 h 6162929"/>
              <a:gd name="connsiteX15" fmla="*/ 77715 w 5113309"/>
              <a:gd name="connsiteY15" fmla="*/ 19675 h 6162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113309" h="6162929">
                <a:moveTo>
                  <a:pt x="81117" y="0"/>
                </a:moveTo>
                <a:lnTo>
                  <a:pt x="3634645" y="0"/>
                </a:lnTo>
                <a:lnTo>
                  <a:pt x="3705129" y="216937"/>
                </a:lnTo>
                <a:cubicBezTo>
                  <a:pt x="3768027" y="381054"/>
                  <a:pt x="3849780" y="540685"/>
                  <a:pt x="3956833" y="694220"/>
                </a:cubicBezTo>
                <a:cubicBezTo>
                  <a:pt x="4136988" y="952807"/>
                  <a:pt x="4374398" y="1160535"/>
                  <a:pt x="4645418" y="1338790"/>
                </a:cubicBezTo>
                <a:cubicBezTo>
                  <a:pt x="4796746" y="1438318"/>
                  <a:pt x="4920829" y="1512316"/>
                  <a:pt x="5031903" y="1574625"/>
                </a:cubicBezTo>
                <a:lnTo>
                  <a:pt x="5113309" y="1618978"/>
                </a:lnTo>
                <a:lnTo>
                  <a:pt x="5113309" y="6102719"/>
                </a:lnTo>
                <a:lnTo>
                  <a:pt x="5056297" y="6116431"/>
                </a:lnTo>
                <a:cubicBezTo>
                  <a:pt x="4886403" y="6150062"/>
                  <a:pt x="4707722" y="6164497"/>
                  <a:pt x="4521806" y="6162795"/>
                </a:cubicBezTo>
                <a:cubicBezTo>
                  <a:pt x="4146032" y="6159370"/>
                  <a:pt x="3776369" y="6088419"/>
                  <a:pt x="3411736" y="5966394"/>
                </a:cubicBezTo>
                <a:cubicBezTo>
                  <a:pt x="3263463" y="5916738"/>
                  <a:pt x="3117320" y="5862607"/>
                  <a:pt x="2974881" y="5797150"/>
                </a:cubicBezTo>
                <a:cubicBezTo>
                  <a:pt x="2249814" y="5463847"/>
                  <a:pt x="1648791" y="4992377"/>
                  <a:pt x="1160053" y="4395025"/>
                </a:cubicBezTo>
                <a:cubicBezTo>
                  <a:pt x="682889" y="3811744"/>
                  <a:pt x="369553" y="3172420"/>
                  <a:pt x="186404" y="2488624"/>
                </a:cubicBezTo>
                <a:cubicBezTo>
                  <a:pt x="-4956" y="1773998"/>
                  <a:pt x="-36839" y="1065081"/>
                  <a:pt x="35878" y="360546"/>
                </a:cubicBezTo>
                <a:cubicBezTo>
                  <a:pt x="47653" y="246483"/>
                  <a:pt x="60608" y="132589"/>
                  <a:pt x="77715" y="19675"/>
                </a:cubicBezTo>
                <a:close/>
              </a:path>
            </a:pathLst>
          </a:custGeom>
          <a:solidFill>
            <a:schemeClr val="accent4">
              <a:alpha val="52000"/>
            </a:schemeClr>
          </a:solidFill>
          <a:ln w="224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Tree>
    <p:extLst>
      <p:ext uri="{BB962C8B-B14F-4D97-AF65-F5344CB8AC3E}">
        <p14:creationId xmlns:p14="http://schemas.microsoft.com/office/powerpoint/2010/main" val="15807077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rtl="0"/>
            <a:r>
              <a:rPr lang="en-GB"/>
              <a:t>20XX</a:t>
            </a:r>
          </a:p>
        </p:txBody>
      </p:sp>
      <p:sp>
        <p:nvSpPr>
          <p:cNvPr id="6" name="Footer Placeholder 5"/>
          <p:cNvSpPr>
            <a:spLocks noGrp="1"/>
          </p:cNvSpPr>
          <p:nvPr>
            <p:ph type="ftr" sz="quarter" idx="11"/>
          </p:nvPr>
        </p:nvSpPr>
        <p:spPr/>
        <p:txBody>
          <a:bodyPr/>
          <a:lstStyle/>
          <a:p>
            <a:pPr rtl="0"/>
            <a:r>
              <a:rPr lang="en-GB"/>
              <a:t>presentation title</a:t>
            </a:r>
          </a:p>
        </p:txBody>
      </p:sp>
      <p:sp>
        <p:nvSpPr>
          <p:cNvPr id="7" name="Slide Number Placeholder 6"/>
          <p:cNvSpPr>
            <a:spLocks noGrp="1"/>
          </p:cNvSpPr>
          <p:nvPr>
            <p:ph type="sldNum" sz="quarter" idx="12"/>
          </p:nvPr>
        </p:nvSpPr>
        <p:spPr/>
        <p:txBody>
          <a:bodyPr/>
          <a:lstStyle/>
          <a:p>
            <a:pPr rtl="0"/>
            <a:fld id="{58FB4751-880F-D840-AAA9-3A15815CC996}" type="slidenum">
              <a:rPr lang="en-GB" smtClean="0"/>
              <a:pPr/>
              <a:t>‹#›</a:t>
            </a:fld>
            <a:endParaRPr lang="en-GB" dirty="0"/>
          </a:p>
        </p:txBody>
      </p:sp>
    </p:spTree>
    <p:extLst>
      <p:ext uri="{BB962C8B-B14F-4D97-AF65-F5344CB8AC3E}">
        <p14:creationId xmlns:p14="http://schemas.microsoft.com/office/powerpoint/2010/main" val="1521823051"/>
      </p:ext>
    </p:extLst>
  </p:cSld>
  <p:clrMapOvr>
    <a:masterClrMapping/>
  </p:clrMapOvr>
  <p:hf hdr="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pPr rtl="0"/>
            <a:r>
              <a:rPr lang="en-GB"/>
              <a:t>20XX</a:t>
            </a:r>
          </a:p>
        </p:txBody>
      </p:sp>
      <p:sp>
        <p:nvSpPr>
          <p:cNvPr id="5" name="Footer Placeholder 4"/>
          <p:cNvSpPr>
            <a:spLocks noGrp="1"/>
          </p:cNvSpPr>
          <p:nvPr>
            <p:ph type="ftr" sz="quarter" idx="11"/>
          </p:nvPr>
        </p:nvSpPr>
        <p:spPr/>
        <p:txBody>
          <a:bodyPr/>
          <a:lstStyle/>
          <a:p>
            <a:pPr rtl="0"/>
            <a:r>
              <a:rPr lang="en-GB"/>
              <a:t>presentation title</a:t>
            </a:r>
          </a:p>
        </p:txBody>
      </p:sp>
      <p:sp>
        <p:nvSpPr>
          <p:cNvPr id="6" name="Slide Number Placeholder 5"/>
          <p:cNvSpPr>
            <a:spLocks noGrp="1"/>
          </p:cNvSpPr>
          <p:nvPr>
            <p:ph type="sldNum" sz="quarter" idx="12"/>
          </p:nvPr>
        </p:nvSpPr>
        <p:spPr/>
        <p:txBody>
          <a:bodyPr/>
          <a:lstStyle/>
          <a:p>
            <a:pPr rtl="0"/>
            <a:fld id="{58FB4751-880F-D840-AAA9-3A15815CC996}" type="slidenum">
              <a:rPr lang="en-GB" smtClean="0"/>
              <a:pPr/>
              <a:t>‹#›</a:t>
            </a:fld>
            <a:endParaRPr lang="en-GB" dirty="0"/>
          </a:p>
        </p:txBody>
      </p:sp>
    </p:spTree>
    <p:extLst>
      <p:ext uri="{BB962C8B-B14F-4D97-AF65-F5344CB8AC3E}">
        <p14:creationId xmlns:p14="http://schemas.microsoft.com/office/powerpoint/2010/main" val="1267342629"/>
      </p:ext>
    </p:extLst>
  </p:cSld>
  <p:clrMapOvr>
    <a:masterClrMapping/>
  </p:clrMapOvr>
  <p:hf hdr="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pPr rtl="0"/>
            <a:r>
              <a:rPr lang="en-GB"/>
              <a:t>20XX</a:t>
            </a:r>
          </a:p>
        </p:txBody>
      </p:sp>
      <p:sp>
        <p:nvSpPr>
          <p:cNvPr id="5" name="Footer Placeholder 4"/>
          <p:cNvSpPr>
            <a:spLocks noGrp="1"/>
          </p:cNvSpPr>
          <p:nvPr>
            <p:ph type="ftr" sz="quarter" idx="11"/>
          </p:nvPr>
        </p:nvSpPr>
        <p:spPr/>
        <p:txBody>
          <a:bodyPr/>
          <a:lstStyle/>
          <a:p>
            <a:pPr rtl="0"/>
            <a:r>
              <a:rPr lang="en-GB"/>
              <a:t>presentation title</a:t>
            </a:r>
          </a:p>
        </p:txBody>
      </p:sp>
      <p:sp>
        <p:nvSpPr>
          <p:cNvPr id="6" name="Slide Number Placeholder 5"/>
          <p:cNvSpPr>
            <a:spLocks noGrp="1"/>
          </p:cNvSpPr>
          <p:nvPr>
            <p:ph type="sldNum" sz="quarter" idx="12"/>
          </p:nvPr>
        </p:nvSpPr>
        <p:spPr/>
        <p:txBody>
          <a:bodyPr/>
          <a:lstStyle/>
          <a:p>
            <a:pPr rtl="0"/>
            <a:fld id="{58FB4751-880F-D840-AAA9-3A15815CC996}" type="slidenum">
              <a:rPr lang="en-GB" smtClean="0"/>
              <a:pPr/>
              <a:t>‹#›</a:t>
            </a:fld>
            <a:endParaRPr lang="en-GB" dirty="0"/>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4121050725"/>
      </p:ext>
    </p:extLst>
  </p:cSld>
  <p:clrMapOvr>
    <a:masterClrMapping/>
  </p:clrMapOvr>
  <p:hf hdr="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rtl="0"/>
            <a:r>
              <a:rPr lang="en-GB"/>
              <a:t>20XX</a:t>
            </a:r>
          </a:p>
        </p:txBody>
      </p:sp>
      <p:sp>
        <p:nvSpPr>
          <p:cNvPr id="5" name="Footer Placeholder 4"/>
          <p:cNvSpPr>
            <a:spLocks noGrp="1"/>
          </p:cNvSpPr>
          <p:nvPr>
            <p:ph type="ftr" sz="quarter" idx="11"/>
          </p:nvPr>
        </p:nvSpPr>
        <p:spPr/>
        <p:txBody>
          <a:bodyPr/>
          <a:lstStyle/>
          <a:p>
            <a:pPr rtl="0"/>
            <a:r>
              <a:rPr lang="en-GB"/>
              <a:t>presentation title</a:t>
            </a:r>
          </a:p>
        </p:txBody>
      </p:sp>
      <p:sp>
        <p:nvSpPr>
          <p:cNvPr id="6" name="Slide Number Placeholder 5"/>
          <p:cNvSpPr>
            <a:spLocks noGrp="1"/>
          </p:cNvSpPr>
          <p:nvPr>
            <p:ph type="sldNum" sz="quarter" idx="12"/>
          </p:nvPr>
        </p:nvSpPr>
        <p:spPr/>
        <p:txBody>
          <a:bodyPr/>
          <a:lstStyle/>
          <a:p>
            <a:pPr rtl="0"/>
            <a:fld id="{58FB4751-880F-D840-AAA9-3A15815CC996}" type="slidenum">
              <a:rPr lang="en-GB" smtClean="0"/>
              <a:pPr/>
              <a:t>‹#›</a:t>
            </a:fld>
            <a:endParaRPr lang="en-GB" dirty="0"/>
          </a:p>
        </p:txBody>
      </p:sp>
    </p:spTree>
    <p:extLst>
      <p:ext uri="{BB962C8B-B14F-4D97-AF65-F5344CB8AC3E}">
        <p14:creationId xmlns:p14="http://schemas.microsoft.com/office/powerpoint/2010/main" val="4281822999"/>
      </p:ext>
    </p:extLst>
  </p:cSld>
  <p:clrMapOvr>
    <a:masterClrMapping/>
  </p:clrMapOvr>
  <p:hf hdr="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pPr rtl="0"/>
            <a:r>
              <a:rPr lang="en-GB"/>
              <a:t>20XX</a:t>
            </a:r>
          </a:p>
        </p:txBody>
      </p:sp>
      <p:sp>
        <p:nvSpPr>
          <p:cNvPr id="4" name="Footer Placeholder 4"/>
          <p:cNvSpPr>
            <a:spLocks noGrp="1"/>
          </p:cNvSpPr>
          <p:nvPr>
            <p:ph type="ftr" sz="quarter" idx="11"/>
          </p:nvPr>
        </p:nvSpPr>
        <p:spPr/>
        <p:txBody>
          <a:bodyPr/>
          <a:lstStyle/>
          <a:p>
            <a:pPr rtl="0"/>
            <a:r>
              <a:rPr lang="en-GB"/>
              <a:t>presentation title</a:t>
            </a:r>
          </a:p>
        </p:txBody>
      </p:sp>
      <p:sp>
        <p:nvSpPr>
          <p:cNvPr id="6" name="Slide Number Placeholder 5"/>
          <p:cNvSpPr>
            <a:spLocks noGrp="1"/>
          </p:cNvSpPr>
          <p:nvPr>
            <p:ph type="sldNum" sz="quarter" idx="12"/>
          </p:nvPr>
        </p:nvSpPr>
        <p:spPr/>
        <p:txBody>
          <a:bodyPr/>
          <a:lstStyle/>
          <a:p>
            <a:pPr rtl="0"/>
            <a:fld id="{58FB4751-880F-D840-AAA9-3A15815CC996}" type="slidenum">
              <a:rPr lang="en-GB" smtClean="0"/>
              <a:pPr/>
              <a:t>‹#›</a:t>
            </a:fld>
            <a:endParaRPr lang="en-GB" dirty="0"/>
          </a:p>
        </p:txBody>
      </p:sp>
    </p:spTree>
    <p:extLst>
      <p:ext uri="{BB962C8B-B14F-4D97-AF65-F5344CB8AC3E}">
        <p14:creationId xmlns:p14="http://schemas.microsoft.com/office/powerpoint/2010/main" val="1494923360"/>
      </p:ext>
    </p:extLst>
  </p:cSld>
  <p:clrMapOvr>
    <a:masterClrMapping/>
  </p:clrMapOvr>
  <p:hf hdr="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pPr rtl="0"/>
            <a:r>
              <a:rPr lang="en-GB"/>
              <a:t>20XX</a:t>
            </a:r>
          </a:p>
        </p:txBody>
      </p:sp>
      <p:sp>
        <p:nvSpPr>
          <p:cNvPr id="4" name="Footer Placeholder 4"/>
          <p:cNvSpPr>
            <a:spLocks noGrp="1"/>
          </p:cNvSpPr>
          <p:nvPr>
            <p:ph type="ftr" sz="quarter" idx="11"/>
          </p:nvPr>
        </p:nvSpPr>
        <p:spPr/>
        <p:txBody>
          <a:bodyPr/>
          <a:lstStyle/>
          <a:p>
            <a:pPr rtl="0"/>
            <a:r>
              <a:rPr lang="en-GB"/>
              <a:t>presentation title</a:t>
            </a:r>
          </a:p>
        </p:txBody>
      </p:sp>
      <p:sp>
        <p:nvSpPr>
          <p:cNvPr id="6" name="Slide Number Placeholder 5"/>
          <p:cNvSpPr>
            <a:spLocks noGrp="1"/>
          </p:cNvSpPr>
          <p:nvPr>
            <p:ph type="sldNum" sz="quarter" idx="12"/>
          </p:nvPr>
        </p:nvSpPr>
        <p:spPr/>
        <p:txBody>
          <a:bodyPr/>
          <a:lstStyle/>
          <a:p>
            <a:pPr rtl="0"/>
            <a:fld id="{58FB4751-880F-D840-AAA9-3A15815CC996}" type="slidenum">
              <a:rPr lang="en-GB" smtClean="0"/>
              <a:pPr/>
              <a:t>‹#›</a:t>
            </a:fld>
            <a:endParaRPr lang="en-GB" dirty="0"/>
          </a:p>
        </p:txBody>
      </p:sp>
    </p:spTree>
    <p:extLst>
      <p:ext uri="{BB962C8B-B14F-4D97-AF65-F5344CB8AC3E}">
        <p14:creationId xmlns:p14="http://schemas.microsoft.com/office/powerpoint/2010/main" val="4224033054"/>
      </p:ext>
    </p:extLst>
  </p:cSld>
  <p:clrMapOvr>
    <a:masterClrMapping/>
  </p:clrMapOvr>
  <p:hf hdr="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rtl="0"/>
            <a:r>
              <a:rPr lang="en-GB"/>
              <a:t>20XX</a:t>
            </a:r>
          </a:p>
        </p:txBody>
      </p:sp>
      <p:sp>
        <p:nvSpPr>
          <p:cNvPr id="5" name="Footer Placeholder 4"/>
          <p:cNvSpPr>
            <a:spLocks noGrp="1"/>
          </p:cNvSpPr>
          <p:nvPr>
            <p:ph type="ftr" sz="quarter" idx="11"/>
          </p:nvPr>
        </p:nvSpPr>
        <p:spPr/>
        <p:txBody>
          <a:bodyPr/>
          <a:lstStyle/>
          <a:p>
            <a:pPr rtl="0"/>
            <a:r>
              <a:rPr lang="en-GB"/>
              <a:t>presentation title</a:t>
            </a:r>
          </a:p>
        </p:txBody>
      </p:sp>
      <p:sp>
        <p:nvSpPr>
          <p:cNvPr id="6" name="Slide Number Placeholder 5"/>
          <p:cNvSpPr>
            <a:spLocks noGrp="1"/>
          </p:cNvSpPr>
          <p:nvPr>
            <p:ph type="sldNum" sz="quarter" idx="12"/>
          </p:nvPr>
        </p:nvSpPr>
        <p:spPr/>
        <p:txBody>
          <a:bodyPr/>
          <a:lstStyle/>
          <a:p>
            <a:pPr rtl="0"/>
            <a:fld id="{58FB4751-880F-D840-AAA9-3A15815CC996}" type="slidenum">
              <a:rPr lang="en-GB" smtClean="0"/>
              <a:pPr/>
              <a:t>‹#›</a:t>
            </a:fld>
            <a:endParaRPr lang="en-GB" dirty="0"/>
          </a:p>
        </p:txBody>
      </p:sp>
    </p:spTree>
    <p:extLst>
      <p:ext uri="{BB962C8B-B14F-4D97-AF65-F5344CB8AC3E}">
        <p14:creationId xmlns:p14="http://schemas.microsoft.com/office/powerpoint/2010/main" val="3719365511"/>
      </p:ext>
    </p:extLst>
  </p:cSld>
  <p:clrMapOvr>
    <a:masterClrMapping/>
  </p:clrMapOvr>
  <p:hf hdr="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rtl="0"/>
            <a:r>
              <a:rPr lang="en-GB"/>
              <a:t>20XX</a:t>
            </a:r>
          </a:p>
        </p:txBody>
      </p:sp>
      <p:sp>
        <p:nvSpPr>
          <p:cNvPr id="5" name="Footer Placeholder 4"/>
          <p:cNvSpPr>
            <a:spLocks noGrp="1"/>
          </p:cNvSpPr>
          <p:nvPr>
            <p:ph type="ftr" sz="quarter" idx="11"/>
          </p:nvPr>
        </p:nvSpPr>
        <p:spPr/>
        <p:txBody>
          <a:bodyPr/>
          <a:lstStyle/>
          <a:p>
            <a:pPr rtl="0"/>
            <a:r>
              <a:rPr lang="en-GB"/>
              <a:t>presentation title</a:t>
            </a:r>
          </a:p>
        </p:txBody>
      </p:sp>
      <p:sp>
        <p:nvSpPr>
          <p:cNvPr id="6" name="Slide Number Placeholder 5"/>
          <p:cNvSpPr>
            <a:spLocks noGrp="1"/>
          </p:cNvSpPr>
          <p:nvPr>
            <p:ph type="sldNum" sz="quarter" idx="12"/>
          </p:nvPr>
        </p:nvSpPr>
        <p:spPr/>
        <p:txBody>
          <a:bodyPr/>
          <a:lstStyle/>
          <a:p>
            <a:pPr rtl="0"/>
            <a:fld id="{58FB4751-880F-D840-AAA9-3A15815CC996}" type="slidenum">
              <a:rPr lang="en-GB" smtClean="0"/>
              <a:pPr/>
              <a:t>‹#›</a:t>
            </a:fld>
            <a:endParaRPr lang="en-GB" dirty="0"/>
          </a:p>
        </p:txBody>
      </p:sp>
    </p:spTree>
    <p:extLst>
      <p:ext uri="{BB962C8B-B14F-4D97-AF65-F5344CB8AC3E}">
        <p14:creationId xmlns:p14="http://schemas.microsoft.com/office/powerpoint/2010/main" val="1364029176"/>
      </p:ext>
    </p:extLst>
  </p:cSld>
  <p:clrMapOvr>
    <a:masterClrMapping/>
  </p:clrMapOvr>
  <p:hf hdr="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Picture with Caption">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65A019-E4E4-1209-09B0-DB16867B19EA}"/>
              </a:ext>
            </a:extLst>
          </p:cNvPr>
          <p:cNvSpPr>
            <a:spLocks noGrp="1"/>
          </p:cNvSpPr>
          <p:nvPr>
            <p:ph type="title" hasCustomPrompt="1"/>
          </p:nvPr>
        </p:nvSpPr>
        <p:spPr>
          <a:xfrm>
            <a:off x="576071" y="704088"/>
            <a:ext cx="6502620" cy="676656"/>
          </a:xfrm>
        </p:spPr>
        <p:txBody>
          <a:bodyPr rtlCol="0" anchor="b"/>
          <a:lstStyle>
            <a:lvl1pPr>
              <a:defRPr lang="en-GB" sz="4800"/>
            </a:lvl1pPr>
          </a:lstStyle>
          <a:p>
            <a:pPr rtl="0"/>
            <a:r>
              <a:rPr lang="en-GB"/>
              <a:t>click to edit master title style</a:t>
            </a:r>
          </a:p>
        </p:txBody>
      </p:sp>
      <p:sp>
        <p:nvSpPr>
          <p:cNvPr id="4" name="Text Placeholder 3">
            <a:extLst>
              <a:ext uri="{FF2B5EF4-FFF2-40B4-BE49-F238E27FC236}">
                <a16:creationId xmlns:a16="http://schemas.microsoft.com/office/drawing/2014/main" id="{EE7A4080-E621-B208-20C7-8547733A6966}"/>
              </a:ext>
            </a:extLst>
          </p:cNvPr>
          <p:cNvSpPr>
            <a:spLocks noGrp="1"/>
          </p:cNvSpPr>
          <p:nvPr>
            <p:ph type="body" sz="half" idx="2"/>
          </p:nvPr>
        </p:nvSpPr>
        <p:spPr>
          <a:xfrm>
            <a:off x="576072" y="1947671"/>
            <a:ext cx="4572000" cy="4070729"/>
          </a:xfrm>
        </p:spPr>
        <p:txBody>
          <a:bodyPr rtlCol="0">
            <a:normAutofit/>
          </a:bodyPr>
          <a:lstStyle>
            <a:lvl1pPr marL="0" indent="0">
              <a:lnSpc>
                <a:spcPct val="100000"/>
              </a:lnSpc>
              <a:spcBef>
                <a:spcPts val="0"/>
              </a:spcBef>
              <a:buNone/>
              <a:defRPr lang="en-GB" sz="1800"/>
            </a:lvl1pPr>
            <a:lvl2pPr marL="457200" indent="0">
              <a:buNone/>
              <a:defRPr lang="en-GB" sz="1400"/>
            </a:lvl2pPr>
            <a:lvl3pPr marL="914400" indent="0">
              <a:buNone/>
              <a:defRPr lang="en-GB" sz="1200"/>
            </a:lvl3pPr>
            <a:lvl4pPr marL="1371600" indent="0">
              <a:buNone/>
              <a:defRPr lang="en-GB" sz="1000"/>
            </a:lvl4pPr>
            <a:lvl5pPr marL="1828800" indent="0">
              <a:buNone/>
              <a:defRPr lang="en-GB" sz="1000"/>
            </a:lvl5pPr>
            <a:lvl6pPr marL="2286000" indent="0">
              <a:buNone/>
              <a:defRPr lang="en-GB" sz="1000"/>
            </a:lvl6pPr>
            <a:lvl7pPr marL="2743200" indent="0">
              <a:buNone/>
              <a:defRPr lang="en-GB" sz="1000"/>
            </a:lvl7pPr>
            <a:lvl8pPr marL="3200400" indent="0">
              <a:buNone/>
              <a:defRPr lang="en-GB" sz="1000"/>
            </a:lvl8pPr>
            <a:lvl9pPr marL="3657600" indent="0">
              <a:buNone/>
              <a:defRPr lang="en-GB" sz="1000"/>
            </a:lvl9pPr>
          </a:lstStyle>
          <a:p>
            <a:pPr lvl="0" rtl="0"/>
            <a:r>
              <a:rPr lang="en-US"/>
              <a:t>Click to edit Master text styles</a:t>
            </a:r>
          </a:p>
        </p:txBody>
      </p:sp>
      <p:pic>
        <p:nvPicPr>
          <p:cNvPr id="9" name="Picture 8" descr="Shape, circle&#10;&#10;Description automatically generated">
            <a:extLst>
              <a:ext uri="{FF2B5EF4-FFF2-40B4-BE49-F238E27FC236}">
                <a16:creationId xmlns:a16="http://schemas.microsoft.com/office/drawing/2014/main" id="{B5ED90D1-D640-D115-6711-35DE812FC014}"/>
              </a:ext>
            </a:extLst>
          </p:cNvPr>
          <p:cNvPicPr>
            <a:picLocks noChangeAspect="1"/>
          </p:cNvPicPr>
          <p:nvPr userDrawn="1"/>
        </p:nvPicPr>
        <p:blipFill rotWithShape="1">
          <a:blip r:embed="rId2">
            <a:alphaModFix/>
          </a:blip>
          <a:srcRect r="30186" b="9728"/>
          <a:stretch/>
        </p:blipFill>
        <p:spPr>
          <a:xfrm>
            <a:off x="6768197" y="1316481"/>
            <a:ext cx="4727117" cy="4998132"/>
          </a:xfrm>
          <a:prstGeom prst="rect">
            <a:avLst/>
          </a:prstGeom>
        </p:spPr>
      </p:pic>
      <p:sp>
        <p:nvSpPr>
          <p:cNvPr id="18" name="Freeform: Shape 17">
            <a:extLst>
              <a:ext uri="{FF2B5EF4-FFF2-40B4-BE49-F238E27FC236}">
                <a16:creationId xmlns:a16="http://schemas.microsoft.com/office/drawing/2014/main" id="{F8D9EAE4-01F5-6C99-C91E-BF0FD0CD1CEF}"/>
              </a:ext>
            </a:extLst>
          </p:cNvPr>
          <p:cNvSpPr/>
          <p:nvPr userDrawn="1"/>
        </p:nvSpPr>
        <p:spPr>
          <a:xfrm>
            <a:off x="7078692" y="1"/>
            <a:ext cx="5113309" cy="6162929"/>
          </a:xfrm>
          <a:custGeom>
            <a:avLst/>
            <a:gdLst>
              <a:gd name="connsiteX0" fmla="*/ 81117 w 5113309"/>
              <a:gd name="connsiteY0" fmla="*/ 0 h 6162929"/>
              <a:gd name="connsiteX1" fmla="*/ 3634645 w 5113309"/>
              <a:gd name="connsiteY1" fmla="*/ 0 h 6162929"/>
              <a:gd name="connsiteX2" fmla="*/ 3705129 w 5113309"/>
              <a:gd name="connsiteY2" fmla="*/ 216937 h 6162929"/>
              <a:gd name="connsiteX3" fmla="*/ 3956833 w 5113309"/>
              <a:gd name="connsiteY3" fmla="*/ 694220 h 6162929"/>
              <a:gd name="connsiteX4" fmla="*/ 4645418 w 5113309"/>
              <a:gd name="connsiteY4" fmla="*/ 1338790 h 6162929"/>
              <a:gd name="connsiteX5" fmla="*/ 5031903 w 5113309"/>
              <a:gd name="connsiteY5" fmla="*/ 1574625 h 6162929"/>
              <a:gd name="connsiteX6" fmla="*/ 5113309 w 5113309"/>
              <a:gd name="connsiteY6" fmla="*/ 1618978 h 6162929"/>
              <a:gd name="connsiteX7" fmla="*/ 5113309 w 5113309"/>
              <a:gd name="connsiteY7" fmla="*/ 6102719 h 6162929"/>
              <a:gd name="connsiteX8" fmla="*/ 5056297 w 5113309"/>
              <a:gd name="connsiteY8" fmla="*/ 6116431 h 6162929"/>
              <a:gd name="connsiteX9" fmla="*/ 4521806 w 5113309"/>
              <a:gd name="connsiteY9" fmla="*/ 6162795 h 6162929"/>
              <a:gd name="connsiteX10" fmla="*/ 3411736 w 5113309"/>
              <a:gd name="connsiteY10" fmla="*/ 5966394 h 6162929"/>
              <a:gd name="connsiteX11" fmla="*/ 2974881 w 5113309"/>
              <a:gd name="connsiteY11" fmla="*/ 5797150 h 6162929"/>
              <a:gd name="connsiteX12" fmla="*/ 1160053 w 5113309"/>
              <a:gd name="connsiteY12" fmla="*/ 4395025 h 6162929"/>
              <a:gd name="connsiteX13" fmla="*/ 186404 w 5113309"/>
              <a:gd name="connsiteY13" fmla="*/ 2488624 h 6162929"/>
              <a:gd name="connsiteX14" fmla="*/ 35878 w 5113309"/>
              <a:gd name="connsiteY14" fmla="*/ 360546 h 6162929"/>
              <a:gd name="connsiteX15" fmla="*/ 77715 w 5113309"/>
              <a:gd name="connsiteY15" fmla="*/ 19675 h 6162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113309" h="6162929">
                <a:moveTo>
                  <a:pt x="81117" y="0"/>
                </a:moveTo>
                <a:lnTo>
                  <a:pt x="3634645" y="0"/>
                </a:lnTo>
                <a:lnTo>
                  <a:pt x="3705129" y="216937"/>
                </a:lnTo>
                <a:cubicBezTo>
                  <a:pt x="3768027" y="381054"/>
                  <a:pt x="3849780" y="540685"/>
                  <a:pt x="3956833" y="694220"/>
                </a:cubicBezTo>
                <a:cubicBezTo>
                  <a:pt x="4136988" y="952807"/>
                  <a:pt x="4374398" y="1160535"/>
                  <a:pt x="4645418" y="1338790"/>
                </a:cubicBezTo>
                <a:cubicBezTo>
                  <a:pt x="4796746" y="1438318"/>
                  <a:pt x="4920829" y="1512316"/>
                  <a:pt x="5031903" y="1574625"/>
                </a:cubicBezTo>
                <a:lnTo>
                  <a:pt x="5113309" y="1618978"/>
                </a:lnTo>
                <a:lnTo>
                  <a:pt x="5113309" y="6102719"/>
                </a:lnTo>
                <a:lnTo>
                  <a:pt x="5056297" y="6116431"/>
                </a:lnTo>
                <a:cubicBezTo>
                  <a:pt x="4886403" y="6150062"/>
                  <a:pt x="4707722" y="6164497"/>
                  <a:pt x="4521806" y="6162795"/>
                </a:cubicBezTo>
                <a:cubicBezTo>
                  <a:pt x="4146032" y="6159370"/>
                  <a:pt x="3776369" y="6088419"/>
                  <a:pt x="3411736" y="5966394"/>
                </a:cubicBezTo>
                <a:cubicBezTo>
                  <a:pt x="3263463" y="5916738"/>
                  <a:pt x="3117320" y="5862607"/>
                  <a:pt x="2974881" y="5797150"/>
                </a:cubicBezTo>
                <a:cubicBezTo>
                  <a:pt x="2249814" y="5463847"/>
                  <a:pt x="1648791" y="4992377"/>
                  <a:pt x="1160053" y="4395025"/>
                </a:cubicBezTo>
                <a:cubicBezTo>
                  <a:pt x="682889" y="3811744"/>
                  <a:pt x="369553" y="3172420"/>
                  <a:pt x="186404" y="2488624"/>
                </a:cubicBezTo>
                <a:cubicBezTo>
                  <a:pt x="-4956" y="1773998"/>
                  <a:pt x="-36839" y="1065081"/>
                  <a:pt x="35878" y="360546"/>
                </a:cubicBezTo>
                <a:cubicBezTo>
                  <a:pt x="47653" y="246483"/>
                  <a:pt x="60608" y="132589"/>
                  <a:pt x="77715" y="19675"/>
                </a:cubicBezTo>
                <a:close/>
              </a:path>
            </a:pathLst>
          </a:custGeom>
          <a:solidFill>
            <a:schemeClr val="accent4">
              <a:alpha val="52000"/>
            </a:schemeClr>
          </a:solidFill>
          <a:ln w="224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
        <p:nvSpPr>
          <p:cNvPr id="21" name="Picture Placeholder 20">
            <a:extLst>
              <a:ext uri="{FF2B5EF4-FFF2-40B4-BE49-F238E27FC236}">
                <a16:creationId xmlns:a16="http://schemas.microsoft.com/office/drawing/2014/main" id="{D2E95AC0-BA60-4FFD-E9E7-F2F12ACF68D0}"/>
              </a:ext>
            </a:extLst>
          </p:cNvPr>
          <p:cNvSpPr>
            <a:spLocks noGrp="1"/>
          </p:cNvSpPr>
          <p:nvPr>
            <p:ph type="pic" idx="1"/>
          </p:nvPr>
        </p:nvSpPr>
        <p:spPr>
          <a:xfrm>
            <a:off x="7815470" y="0"/>
            <a:ext cx="4376530" cy="6018401"/>
          </a:xfrm>
          <a:custGeom>
            <a:avLst/>
            <a:gdLst>
              <a:gd name="connsiteX0" fmla="*/ 1022042 w 4376530"/>
              <a:gd name="connsiteY0" fmla="*/ 0 h 6018401"/>
              <a:gd name="connsiteX1" fmla="*/ 4326419 w 4376530"/>
              <a:gd name="connsiteY1" fmla="*/ 0 h 6018401"/>
              <a:gd name="connsiteX2" fmla="*/ 4374794 w 4376530"/>
              <a:gd name="connsiteY2" fmla="*/ 46177 h 6018401"/>
              <a:gd name="connsiteX3" fmla="*/ 4376530 w 4376530"/>
              <a:gd name="connsiteY3" fmla="*/ 48166 h 6018401"/>
              <a:gd name="connsiteX4" fmla="*/ 4376530 w 4376530"/>
              <a:gd name="connsiteY4" fmla="*/ 5243073 h 6018401"/>
              <a:gd name="connsiteX5" fmla="*/ 4234907 w 4376530"/>
              <a:gd name="connsiteY5" fmla="*/ 5384674 h 6018401"/>
              <a:gd name="connsiteX6" fmla="*/ 2811527 w 4376530"/>
              <a:gd name="connsiteY6" fmla="*/ 6014016 h 6018401"/>
              <a:gd name="connsiteX7" fmla="*/ 2673962 w 4376530"/>
              <a:gd name="connsiteY7" fmla="*/ 6018401 h 6018401"/>
              <a:gd name="connsiteX8" fmla="*/ 2673892 w 4376530"/>
              <a:gd name="connsiteY8" fmla="*/ 6018401 h 6018401"/>
              <a:gd name="connsiteX9" fmla="*/ 2536327 w 4376530"/>
              <a:gd name="connsiteY9" fmla="*/ 6014016 h 6018401"/>
              <a:gd name="connsiteX10" fmla="*/ 0 w 4376530"/>
              <a:gd name="connsiteY10" fmla="*/ 2647403 h 6018401"/>
              <a:gd name="connsiteX11" fmla="*/ 973061 w 4376530"/>
              <a:gd name="connsiteY11" fmla="*/ 46176 h 6018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76530" h="6018401">
                <a:moveTo>
                  <a:pt x="1022042" y="0"/>
                </a:moveTo>
                <a:lnTo>
                  <a:pt x="4326419" y="0"/>
                </a:lnTo>
                <a:lnTo>
                  <a:pt x="4374794" y="46177"/>
                </a:lnTo>
                <a:lnTo>
                  <a:pt x="4376530" y="48166"/>
                </a:lnTo>
                <a:lnTo>
                  <a:pt x="4376530" y="5243073"/>
                </a:lnTo>
                <a:lnTo>
                  <a:pt x="4234907" y="5384674"/>
                </a:lnTo>
                <a:cubicBezTo>
                  <a:pt x="3830459" y="5751892"/>
                  <a:pt x="3341336" y="5980159"/>
                  <a:pt x="2811527" y="6014016"/>
                </a:cubicBezTo>
                <a:lnTo>
                  <a:pt x="2673962" y="6018401"/>
                </a:lnTo>
                <a:lnTo>
                  <a:pt x="2673892" y="6018401"/>
                </a:lnTo>
                <a:lnTo>
                  <a:pt x="2536327" y="6014016"/>
                </a:lnTo>
                <a:cubicBezTo>
                  <a:pt x="1123504" y="5923730"/>
                  <a:pt x="0" y="4450975"/>
                  <a:pt x="0" y="2647403"/>
                </a:cubicBezTo>
                <a:cubicBezTo>
                  <a:pt x="0" y="1600168"/>
                  <a:pt x="378788" y="664467"/>
                  <a:pt x="973061" y="46176"/>
                </a:cubicBezTo>
                <a:close/>
              </a:path>
            </a:pathLst>
          </a:custGeom>
          <a:solidFill>
            <a:schemeClr val="bg2">
              <a:lumMod val="75000"/>
            </a:schemeClr>
          </a:solidFill>
        </p:spPr>
        <p:txBody>
          <a:bodyPr wrap="square" rtlCol="0" anchor="ctr">
            <a:noAutofit/>
          </a:bodyPr>
          <a:lstStyle>
            <a:lvl1pPr marL="0" indent="0" algn="ctr">
              <a:buNone/>
              <a:defRPr lang="en-GB" sz="3200"/>
            </a:lvl1pPr>
            <a:lvl2pPr marL="457200" indent="0">
              <a:buNone/>
              <a:defRPr lang="en-GB" sz="2800"/>
            </a:lvl2pPr>
            <a:lvl3pPr marL="914400" indent="0">
              <a:buNone/>
              <a:defRPr lang="en-GB" sz="2400"/>
            </a:lvl3pPr>
            <a:lvl4pPr marL="1371600" indent="0">
              <a:buNone/>
              <a:defRPr lang="en-GB" sz="2000"/>
            </a:lvl4pPr>
            <a:lvl5pPr marL="1828800" indent="0">
              <a:buNone/>
              <a:defRPr lang="en-GB" sz="2000"/>
            </a:lvl5pPr>
            <a:lvl6pPr marL="2286000" indent="0">
              <a:buNone/>
              <a:defRPr lang="en-GB" sz="2000"/>
            </a:lvl6pPr>
            <a:lvl7pPr marL="2743200" indent="0">
              <a:buNone/>
              <a:defRPr lang="en-GB" sz="2000"/>
            </a:lvl7pPr>
            <a:lvl8pPr marL="3200400" indent="0">
              <a:buNone/>
              <a:defRPr lang="en-GB" sz="2000"/>
            </a:lvl8pPr>
            <a:lvl9pPr marL="3657600" indent="0">
              <a:buNone/>
              <a:defRPr lang="en-GB" sz="2000"/>
            </a:lvl9pPr>
          </a:lstStyle>
          <a:p>
            <a:pPr rtl="0"/>
            <a:r>
              <a:rPr lang="en-US"/>
              <a:t>Click icon to add picture</a:t>
            </a:r>
            <a:endParaRPr lang="en-GB" dirty="0"/>
          </a:p>
        </p:txBody>
      </p:sp>
      <p:sp>
        <p:nvSpPr>
          <p:cNvPr id="5" name="Date Placeholder 4">
            <a:extLst>
              <a:ext uri="{FF2B5EF4-FFF2-40B4-BE49-F238E27FC236}">
                <a16:creationId xmlns:a16="http://schemas.microsoft.com/office/drawing/2014/main" id="{E6FD7452-E3B6-7579-A363-62FAAFA8C251}"/>
              </a:ext>
            </a:extLst>
          </p:cNvPr>
          <p:cNvSpPr>
            <a:spLocks noGrp="1"/>
          </p:cNvSpPr>
          <p:nvPr>
            <p:ph type="dt" sz="half" idx="10"/>
          </p:nvPr>
        </p:nvSpPr>
        <p:spPr/>
        <p:txBody>
          <a:bodyPr rtlCol="0"/>
          <a:lstStyle>
            <a:defPPr>
              <a:defRPr lang="en-GB"/>
            </a:defPPr>
          </a:lstStyle>
          <a:p>
            <a:pPr rtl="0"/>
            <a:r>
              <a:rPr lang="en-GB"/>
              <a:t>20XX</a:t>
            </a:r>
          </a:p>
        </p:txBody>
      </p:sp>
      <p:sp>
        <p:nvSpPr>
          <p:cNvPr id="6" name="Footer Placeholder 5">
            <a:extLst>
              <a:ext uri="{FF2B5EF4-FFF2-40B4-BE49-F238E27FC236}">
                <a16:creationId xmlns:a16="http://schemas.microsoft.com/office/drawing/2014/main" id="{2B98FAD9-245A-0174-9BD4-2B8E8A4A5B01}"/>
              </a:ext>
            </a:extLst>
          </p:cNvPr>
          <p:cNvSpPr>
            <a:spLocks noGrp="1"/>
          </p:cNvSpPr>
          <p:nvPr>
            <p:ph type="ftr" sz="quarter" idx="11"/>
          </p:nvPr>
        </p:nvSpPr>
        <p:spPr/>
        <p:txBody>
          <a:bodyPr rtlCol="0"/>
          <a:lstStyle>
            <a:defPPr>
              <a:defRPr lang="en-GB"/>
            </a:defPPr>
          </a:lstStyle>
          <a:p>
            <a:pPr rtl="0"/>
            <a:r>
              <a:rPr lang="en-GB"/>
              <a:t>presentation title</a:t>
            </a:r>
          </a:p>
        </p:txBody>
      </p:sp>
      <p:sp>
        <p:nvSpPr>
          <p:cNvPr id="7" name="Slide Number Placeholder 6">
            <a:extLst>
              <a:ext uri="{FF2B5EF4-FFF2-40B4-BE49-F238E27FC236}">
                <a16:creationId xmlns:a16="http://schemas.microsoft.com/office/drawing/2014/main" id="{43ECF68C-6FDB-D274-7021-666310B3ED0B}"/>
              </a:ext>
            </a:extLst>
          </p:cNvPr>
          <p:cNvSpPr>
            <a:spLocks noGrp="1"/>
          </p:cNvSpPr>
          <p:nvPr>
            <p:ph type="sldNum" sz="quarter" idx="12"/>
          </p:nvPr>
        </p:nvSpPr>
        <p:spPr/>
        <p:txBody>
          <a:bodyPr rtlCol="0"/>
          <a:lstStyle>
            <a:defPPr>
              <a:defRPr lang="en-GB"/>
            </a:defPPr>
          </a:lstStyle>
          <a:p>
            <a:pPr rtl="0"/>
            <a:fld id="{58FB4751-880F-D840-AAA9-3A15815CC996}" type="slidenum">
              <a:rPr lang="en-GB" smtClean="0"/>
              <a:t>‹#›</a:t>
            </a:fld>
            <a:endParaRPr lang="en-GB" dirty="0"/>
          </a:p>
        </p:txBody>
      </p:sp>
    </p:spTree>
    <p:extLst>
      <p:ext uri="{BB962C8B-B14F-4D97-AF65-F5344CB8AC3E}">
        <p14:creationId xmlns:p14="http://schemas.microsoft.com/office/powerpoint/2010/main" val="392048937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Comparison">
    <p:bg>
      <p:bgPr>
        <a:solidFill>
          <a:schemeClr val="accent6"/>
        </a:solidFill>
        <a:effectLst/>
      </p:bgPr>
    </p:bg>
    <p:spTree>
      <p:nvGrpSpPr>
        <p:cNvPr id="1" name=""/>
        <p:cNvGrpSpPr/>
        <p:nvPr/>
      </p:nvGrpSpPr>
      <p:grpSpPr>
        <a:xfrm>
          <a:off x="0" y="0"/>
          <a:ext cx="0" cy="0"/>
          <a:chOff x="0" y="0"/>
          <a:chExt cx="0" cy="0"/>
        </a:xfrm>
      </p:grpSpPr>
      <p:sp>
        <p:nvSpPr>
          <p:cNvPr id="23" name="Freeform: Shape 22">
            <a:extLst>
              <a:ext uri="{FF2B5EF4-FFF2-40B4-BE49-F238E27FC236}">
                <a16:creationId xmlns:a16="http://schemas.microsoft.com/office/drawing/2014/main" id="{212AF459-3431-0E12-3599-26E4E00D03DA}"/>
              </a:ext>
            </a:extLst>
          </p:cNvPr>
          <p:cNvSpPr/>
          <p:nvPr userDrawn="1"/>
        </p:nvSpPr>
        <p:spPr>
          <a:xfrm>
            <a:off x="737754" y="1496371"/>
            <a:ext cx="11454247" cy="5361629"/>
          </a:xfrm>
          <a:custGeom>
            <a:avLst/>
            <a:gdLst>
              <a:gd name="connsiteX0" fmla="*/ 6289581 w 11454247"/>
              <a:gd name="connsiteY0" fmla="*/ 282 h 5361629"/>
              <a:gd name="connsiteX1" fmla="*/ 10470807 w 11454247"/>
              <a:gd name="connsiteY1" fmla="*/ 759302 h 5361629"/>
              <a:gd name="connsiteX2" fmla="*/ 11276049 w 11454247"/>
              <a:gd name="connsiteY2" fmla="*/ 1131122 h 5361629"/>
              <a:gd name="connsiteX3" fmla="*/ 11454247 w 11454247"/>
              <a:gd name="connsiteY3" fmla="*/ 1230436 h 5361629"/>
              <a:gd name="connsiteX4" fmla="*/ 11454247 w 11454247"/>
              <a:gd name="connsiteY4" fmla="*/ 5361629 h 5361629"/>
              <a:gd name="connsiteX5" fmla="*/ 380284 w 11454247"/>
              <a:gd name="connsiteY5" fmla="*/ 5361629 h 5361629"/>
              <a:gd name="connsiteX6" fmla="*/ 335545 w 11454247"/>
              <a:gd name="connsiteY6" fmla="*/ 5249207 h 5361629"/>
              <a:gd name="connsiteX7" fmla="*/ 397857 w 11454247"/>
              <a:gd name="connsiteY7" fmla="*/ 1927967 h 5361629"/>
              <a:gd name="connsiteX8" fmla="*/ 2970513 w 11454247"/>
              <a:gd name="connsiteY8" fmla="*/ 486859 h 5361629"/>
              <a:gd name="connsiteX9" fmla="*/ 6289581 w 11454247"/>
              <a:gd name="connsiteY9" fmla="*/ 282 h 5361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454247" h="5361629">
                <a:moveTo>
                  <a:pt x="6289581" y="282"/>
                </a:moveTo>
                <a:cubicBezTo>
                  <a:pt x="8465340" y="-14675"/>
                  <a:pt x="10006154" y="571178"/>
                  <a:pt x="10470807" y="759302"/>
                </a:cubicBezTo>
                <a:cubicBezTo>
                  <a:pt x="10778666" y="883899"/>
                  <a:pt x="11045023" y="1008258"/>
                  <a:pt x="11276049" y="1131122"/>
                </a:cubicBezTo>
                <a:lnTo>
                  <a:pt x="11454247" y="1230436"/>
                </a:lnTo>
                <a:lnTo>
                  <a:pt x="11454247" y="5361629"/>
                </a:lnTo>
                <a:lnTo>
                  <a:pt x="380284" y="5361629"/>
                </a:lnTo>
                <a:lnTo>
                  <a:pt x="335545" y="5249207"/>
                </a:lnTo>
                <a:cubicBezTo>
                  <a:pt x="-39263" y="4244088"/>
                  <a:pt x="-202610" y="2928326"/>
                  <a:pt x="397857" y="1927967"/>
                </a:cubicBezTo>
                <a:cubicBezTo>
                  <a:pt x="517170" y="1729198"/>
                  <a:pt x="951042" y="1069104"/>
                  <a:pt x="2970513" y="486859"/>
                </a:cubicBezTo>
                <a:cubicBezTo>
                  <a:pt x="4180432" y="138015"/>
                  <a:pt x="5300600" y="7081"/>
                  <a:pt x="6289581" y="282"/>
                </a:cubicBezTo>
                <a:close/>
              </a:path>
            </a:pathLst>
          </a:custGeom>
          <a:solidFill>
            <a:schemeClr val="tx2">
              <a:lumMod val="75000"/>
              <a:alpha val="43000"/>
            </a:schemeClr>
          </a:solidFill>
          <a:ln w="402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
        <p:nvSpPr>
          <p:cNvPr id="16" name="Freeform: Shape 15">
            <a:extLst>
              <a:ext uri="{FF2B5EF4-FFF2-40B4-BE49-F238E27FC236}">
                <a16:creationId xmlns:a16="http://schemas.microsoft.com/office/drawing/2014/main" id="{B520FF74-6126-AF6C-96C5-066C7B7B29A9}"/>
              </a:ext>
            </a:extLst>
          </p:cNvPr>
          <p:cNvSpPr/>
          <p:nvPr userDrawn="1"/>
        </p:nvSpPr>
        <p:spPr>
          <a:xfrm>
            <a:off x="0" y="0"/>
            <a:ext cx="8254792" cy="6858000"/>
          </a:xfrm>
          <a:custGeom>
            <a:avLst/>
            <a:gdLst>
              <a:gd name="connsiteX0" fmla="*/ 0 w 8254792"/>
              <a:gd name="connsiteY0" fmla="*/ 0 h 6858000"/>
              <a:gd name="connsiteX1" fmla="*/ 6376520 w 8254792"/>
              <a:gd name="connsiteY1" fmla="*/ 0 h 6858000"/>
              <a:gd name="connsiteX2" fmla="*/ 6476044 w 8254792"/>
              <a:gd name="connsiteY2" fmla="*/ 189247 h 6858000"/>
              <a:gd name="connsiteX3" fmla="*/ 8222355 w 8254792"/>
              <a:gd name="connsiteY3" fmla="*/ 6291375 h 6858000"/>
              <a:gd name="connsiteX4" fmla="*/ 8254792 w 8254792"/>
              <a:gd name="connsiteY4" fmla="*/ 6858000 h 6858000"/>
              <a:gd name="connsiteX5" fmla="*/ 0 w 8254792"/>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54792" h="6858000">
                <a:moveTo>
                  <a:pt x="0" y="0"/>
                </a:moveTo>
                <a:lnTo>
                  <a:pt x="6376520" y="0"/>
                </a:lnTo>
                <a:lnTo>
                  <a:pt x="6476044" y="189247"/>
                </a:lnTo>
                <a:cubicBezTo>
                  <a:pt x="7520839" y="2231293"/>
                  <a:pt x="8066945" y="4314694"/>
                  <a:pt x="8222355" y="6291375"/>
                </a:cubicBezTo>
                <a:lnTo>
                  <a:pt x="8254792" y="6858000"/>
                </a:lnTo>
                <a:lnTo>
                  <a:pt x="0" y="6858000"/>
                </a:lnTo>
                <a:close/>
              </a:path>
            </a:pathLst>
          </a:custGeom>
          <a:solidFill>
            <a:schemeClr val="tx2">
              <a:alpha val="63000"/>
            </a:schemeClr>
          </a:solidFill>
          <a:ln w="1017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
        <p:nvSpPr>
          <p:cNvPr id="4" name="Content Placeholder 3">
            <a:extLst>
              <a:ext uri="{FF2B5EF4-FFF2-40B4-BE49-F238E27FC236}">
                <a16:creationId xmlns:a16="http://schemas.microsoft.com/office/drawing/2014/main" id="{0C4A600E-CA37-9E8F-9DD7-1AAEB3F2E208}"/>
              </a:ext>
            </a:extLst>
          </p:cNvPr>
          <p:cNvSpPr>
            <a:spLocks noGrp="1"/>
          </p:cNvSpPr>
          <p:nvPr>
            <p:ph sz="half" idx="2"/>
          </p:nvPr>
        </p:nvSpPr>
        <p:spPr>
          <a:xfrm>
            <a:off x="576072" y="2350008"/>
            <a:ext cx="6464808" cy="1097280"/>
          </a:xfrm>
        </p:spPr>
        <p:txBody>
          <a:bodyPr rtlCol="0">
            <a:normAutofit/>
          </a:bodyPr>
          <a:lstStyle>
            <a:lvl1pPr marL="283464" indent="-283464">
              <a:lnSpc>
                <a:spcPct val="100000"/>
              </a:lnSpc>
              <a:spcBef>
                <a:spcPts val="0"/>
              </a:spcBef>
              <a:buFont typeface="Courier New" panose="02070309020205020404" pitchFamily="49" charset="0"/>
              <a:buChar char="o"/>
              <a:defRPr lang="en-GB" sz="1800">
                <a:solidFill>
                  <a:schemeClr val="accent1"/>
                </a:solidFill>
              </a:defRPr>
            </a:lvl1pPr>
            <a:lvl2pPr>
              <a:lnSpc>
                <a:spcPct val="100000"/>
              </a:lnSpc>
              <a:spcBef>
                <a:spcPts val="0"/>
              </a:spcBef>
              <a:defRPr lang="en-GB" sz="1600">
                <a:solidFill>
                  <a:schemeClr val="accent1"/>
                </a:solidFill>
              </a:defRPr>
            </a:lvl2pPr>
            <a:lvl3pPr>
              <a:lnSpc>
                <a:spcPct val="100000"/>
              </a:lnSpc>
              <a:spcBef>
                <a:spcPts val="0"/>
              </a:spcBef>
              <a:defRPr lang="en-GB" sz="1400">
                <a:solidFill>
                  <a:schemeClr val="accent1"/>
                </a:solidFill>
              </a:defRPr>
            </a:lvl3pPr>
            <a:lvl4pPr>
              <a:lnSpc>
                <a:spcPct val="100000"/>
              </a:lnSpc>
              <a:spcBef>
                <a:spcPts val="0"/>
              </a:spcBef>
              <a:defRPr lang="en-GB" sz="1200">
                <a:solidFill>
                  <a:schemeClr val="accent1"/>
                </a:solidFill>
              </a:defRPr>
            </a:lvl4pPr>
            <a:lvl5pPr>
              <a:lnSpc>
                <a:spcPct val="100000"/>
              </a:lnSpc>
              <a:spcBef>
                <a:spcPts val="0"/>
              </a:spcBef>
              <a:defRPr lang="en-GB" sz="1200">
                <a:solidFill>
                  <a:schemeClr val="accent1"/>
                </a:solidFill>
              </a:defRPr>
            </a:lvl5pPr>
          </a:lstStyle>
          <a:p>
            <a:pPr lvl="0" rtl="0"/>
            <a:r>
              <a:rPr lang="en-US"/>
              <a:t>Click to edit Master text styles</a:t>
            </a:r>
          </a:p>
          <a:p>
            <a:pPr lvl="1" rtl="0"/>
            <a:r>
              <a:rPr lang="en-US"/>
              <a:t>Second level</a:t>
            </a:r>
          </a:p>
          <a:p>
            <a:pPr lvl="2" rtl="0"/>
            <a:r>
              <a:rPr lang="en-US"/>
              <a:t>Third level</a:t>
            </a:r>
          </a:p>
          <a:p>
            <a:pPr lvl="3" rtl="0"/>
            <a:r>
              <a:rPr lang="en-US"/>
              <a:t>Fourth level</a:t>
            </a:r>
          </a:p>
          <a:p>
            <a:pPr lvl="4" rtl="0"/>
            <a:r>
              <a:rPr lang="en-US"/>
              <a:t>Fifth level</a:t>
            </a:r>
            <a:endParaRPr lang="en-GB"/>
          </a:p>
        </p:txBody>
      </p:sp>
      <p:sp>
        <p:nvSpPr>
          <p:cNvPr id="7" name="Date Placeholder 6">
            <a:extLst>
              <a:ext uri="{FF2B5EF4-FFF2-40B4-BE49-F238E27FC236}">
                <a16:creationId xmlns:a16="http://schemas.microsoft.com/office/drawing/2014/main" id="{4DA73A1B-9BE9-D734-5640-B2B3206DACF4}"/>
              </a:ext>
            </a:extLst>
          </p:cNvPr>
          <p:cNvSpPr>
            <a:spLocks noGrp="1"/>
          </p:cNvSpPr>
          <p:nvPr>
            <p:ph type="dt" sz="half" idx="10"/>
          </p:nvPr>
        </p:nvSpPr>
        <p:spPr/>
        <p:txBody>
          <a:bodyPr rtlCol="0"/>
          <a:lstStyle>
            <a:lvl1pPr>
              <a:defRPr lang="en-GB">
                <a:solidFill>
                  <a:schemeClr val="accent1"/>
                </a:solidFill>
              </a:defRPr>
            </a:lvl1pPr>
          </a:lstStyle>
          <a:p>
            <a:pPr rtl="0"/>
            <a:r>
              <a:rPr lang="en-GB"/>
              <a:t>20XX</a:t>
            </a:r>
          </a:p>
        </p:txBody>
      </p:sp>
      <p:sp>
        <p:nvSpPr>
          <p:cNvPr id="8" name="Footer Placeholder 7">
            <a:extLst>
              <a:ext uri="{FF2B5EF4-FFF2-40B4-BE49-F238E27FC236}">
                <a16:creationId xmlns:a16="http://schemas.microsoft.com/office/drawing/2014/main" id="{4E605360-0D0D-0515-AF1D-715236942234}"/>
              </a:ext>
            </a:extLst>
          </p:cNvPr>
          <p:cNvSpPr>
            <a:spLocks noGrp="1"/>
          </p:cNvSpPr>
          <p:nvPr>
            <p:ph type="ftr" sz="quarter" idx="11"/>
          </p:nvPr>
        </p:nvSpPr>
        <p:spPr/>
        <p:txBody>
          <a:bodyPr rtlCol="0"/>
          <a:lstStyle>
            <a:lvl1pPr>
              <a:defRPr lang="en-GB">
                <a:solidFill>
                  <a:schemeClr val="accent1"/>
                </a:solidFill>
              </a:defRPr>
            </a:lvl1pPr>
          </a:lstStyle>
          <a:p>
            <a:pPr rtl="0"/>
            <a:r>
              <a:rPr lang="en-GB"/>
              <a:t>presentation title</a:t>
            </a:r>
          </a:p>
        </p:txBody>
      </p:sp>
      <p:sp>
        <p:nvSpPr>
          <p:cNvPr id="9" name="Slide Number Placeholder 8">
            <a:extLst>
              <a:ext uri="{FF2B5EF4-FFF2-40B4-BE49-F238E27FC236}">
                <a16:creationId xmlns:a16="http://schemas.microsoft.com/office/drawing/2014/main" id="{F02F138C-DDA6-0276-F8C9-E3D9813A00B0}"/>
              </a:ext>
            </a:extLst>
          </p:cNvPr>
          <p:cNvSpPr>
            <a:spLocks noGrp="1"/>
          </p:cNvSpPr>
          <p:nvPr>
            <p:ph type="sldNum" sz="quarter" idx="12"/>
          </p:nvPr>
        </p:nvSpPr>
        <p:spPr/>
        <p:txBody>
          <a:bodyPr rtlCol="0"/>
          <a:lstStyle>
            <a:lvl1pPr>
              <a:defRPr lang="en-GB">
                <a:solidFill>
                  <a:schemeClr val="accent1"/>
                </a:solidFill>
              </a:defRPr>
            </a:lvl1pPr>
          </a:lstStyle>
          <a:p>
            <a:pPr rtl="0"/>
            <a:fld id="{58FB4751-880F-D840-AAA9-3A15815CC996}" type="slidenum">
              <a:rPr lang="en-GB" smtClean="0"/>
              <a:pPr/>
              <a:t>‹#›</a:t>
            </a:fld>
            <a:endParaRPr lang="en-GB" dirty="0"/>
          </a:p>
        </p:txBody>
      </p:sp>
      <p:sp>
        <p:nvSpPr>
          <p:cNvPr id="30" name="Freeform: Shape 29">
            <a:extLst>
              <a:ext uri="{FF2B5EF4-FFF2-40B4-BE49-F238E27FC236}">
                <a16:creationId xmlns:a16="http://schemas.microsoft.com/office/drawing/2014/main" id="{1793FDF9-650D-88C9-2662-4EA29991B514}"/>
              </a:ext>
            </a:extLst>
          </p:cNvPr>
          <p:cNvSpPr/>
          <p:nvPr userDrawn="1"/>
        </p:nvSpPr>
        <p:spPr>
          <a:xfrm>
            <a:off x="8419454" y="0"/>
            <a:ext cx="3772547" cy="6858000"/>
          </a:xfrm>
          <a:custGeom>
            <a:avLst/>
            <a:gdLst>
              <a:gd name="connsiteX0" fmla="*/ 726013 w 3772547"/>
              <a:gd name="connsiteY0" fmla="*/ 6699184 h 6858000"/>
              <a:gd name="connsiteX1" fmla="*/ 194178 w 3772547"/>
              <a:gd name="connsiteY1" fmla="*/ 6822271 h 6858000"/>
              <a:gd name="connsiteX2" fmla="*/ 646765 w 3772547"/>
              <a:gd name="connsiteY2" fmla="*/ 6837951 h 6858000"/>
              <a:gd name="connsiteX3" fmla="*/ 726013 w 3772547"/>
              <a:gd name="connsiteY3" fmla="*/ 6699184 h 6858000"/>
              <a:gd name="connsiteX4" fmla="*/ 2688876 w 3772547"/>
              <a:gd name="connsiteY4" fmla="*/ 6144480 h 6858000"/>
              <a:gd name="connsiteX5" fmla="*/ 2614489 w 3772547"/>
              <a:gd name="connsiteY5" fmla="*/ 6172461 h 6858000"/>
              <a:gd name="connsiteX6" fmla="*/ 2815497 w 3772547"/>
              <a:gd name="connsiteY6" fmla="*/ 6219317 h 6858000"/>
              <a:gd name="connsiteX7" fmla="*/ 2688876 w 3772547"/>
              <a:gd name="connsiteY7" fmla="*/ 6144480 h 6858000"/>
              <a:gd name="connsiteX8" fmla="*/ 1441445 w 3772547"/>
              <a:gd name="connsiteY8" fmla="*/ 5828515 h 6858000"/>
              <a:gd name="connsiteX9" fmla="*/ 1597267 w 3772547"/>
              <a:gd name="connsiteY9" fmla="*/ 6261382 h 6858000"/>
              <a:gd name="connsiteX10" fmla="*/ 1441445 w 3772547"/>
              <a:gd name="connsiteY10" fmla="*/ 5828515 h 6858000"/>
              <a:gd name="connsiteX11" fmla="*/ 564047 w 3772547"/>
              <a:gd name="connsiteY11" fmla="*/ 5081627 h 6858000"/>
              <a:gd name="connsiteX12" fmla="*/ 757435 w 3772547"/>
              <a:gd name="connsiteY12" fmla="*/ 5169001 h 6858000"/>
              <a:gd name="connsiteX13" fmla="*/ 714026 w 3772547"/>
              <a:gd name="connsiteY13" fmla="*/ 5699328 h 6858000"/>
              <a:gd name="connsiteX14" fmla="*/ 819070 w 3772547"/>
              <a:gd name="connsiteY14" fmla="*/ 5460266 h 6858000"/>
              <a:gd name="connsiteX15" fmla="*/ 910123 w 3772547"/>
              <a:gd name="connsiteY15" fmla="*/ 5219072 h 6858000"/>
              <a:gd name="connsiteX16" fmla="*/ 926416 w 3772547"/>
              <a:gd name="connsiteY16" fmla="*/ 5486336 h 6858000"/>
              <a:gd name="connsiteX17" fmla="*/ 855495 w 3772547"/>
              <a:gd name="connsiteY17" fmla="*/ 5763094 h 6858000"/>
              <a:gd name="connsiteX18" fmla="*/ 895041 w 3772547"/>
              <a:gd name="connsiteY18" fmla="*/ 5778538 h 6858000"/>
              <a:gd name="connsiteX19" fmla="*/ 992346 w 3772547"/>
              <a:gd name="connsiteY19" fmla="*/ 5526090 h 6858000"/>
              <a:gd name="connsiteX20" fmla="*/ 1173864 w 3772547"/>
              <a:gd name="connsiteY20" fmla="*/ 5315600 h 6858000"/>
              <a:gd name="connsiteX21" fmla="*/ 847270 w 3772547"/>
              <a:gd name="connsiteY21" fmla="*/ 6236585 h 6858000"/>
              <a:gd name="connsiteX22" fmla="*/ 887516 w 3772547"/>
              <a:gd name="connsiteY22" fmla="*/ 6255450 h 6858000"/>
              <a:gd name="connsiteX23" fmla="*/ 1071336 w 3772547"/>
              <a:gd name="connsiteY23" fmla="*/ 5951839 h 6858000"/>
              <a:gd name="connsiteX24" fmla="*/ 1316332 w 3772547"/>
              <a:gd name="connsiteY24" fmla="*/ 5639299 h 6858000"/>
              <a:gd name="connsiteX25" fmla="*/ 1111498 w 3772547"/>
              <a:gd name="connsiteY25" fmla="*/ 6097820 h 6858000"/>
              <a:gd name="connsiteX26" fmla="*/ 920399 w 3772547"/>
              <a:gd name="connsiteY26" fmla="*/ 6543321 h 6858000"/>
              <a:gd name="connsiteX27" fmla="*/ 1314769 w 3772547"/>
              <a:gd name="connsiteY27" fmla="*/ 6236867 h 6858000"/>
              <a:gd name="connsiteX28" fmla="*/ 913038 w 3772547"/>
              <a:gd name="connsiteY28" fmla="*/ 6774078 h 6858000"/>
              <a:gd name="connsiteX29" fmla="*/ 947061 w 3772547"/>
              <a:gd name="connsiteY29" fmla="*/ 6810132 h 6858000"/>
              <a:gd name="connsiteX30" fmla="*/ 1390926 w 3772547"/>
              <a:gd name="connsiteY30" fmla="*/ 6536333 h 6858000"/>
              <a:gd name="connsiteX31" fmla="*/ 1123175 w 3772547"/>
              <a:gd name="connsiteY31" fmla="*/ 6814290 h 6858000"/>
              <a:gd name="connsiteX32" fmla="*/ 1084679 w 3772547"/>
              <a:gd name="connsiteY32" fmla="*/ 6858000 h 6858000"/>
              <a:gd name="connsiteX33" fmla="*/ 104784 w 3772547"/>
              <a:gd name="connsiteY33" fmla="*/ 6858000 h 6858000"/>
              <a:gd name="connsiteX34" fmla="*/ 65939 w 3772547"/>
              <a:gd name="connsiteY34" fmla="*/ 6835675 h 6858000"/>
              <a:gd name="connsiteX35" fmla="*/ 10114 w 3772547"/>
              <a:gd name="connsiteY35" fmla="*/ 6774567 h 6858000"/>
              <a:gd name="connsiteX36" fmla="*/ 681555 w 3772547"/>
              <a:gd name="connsiteY36" fmla="*/ 6591378 h 6858000"/>
              <a:gd name="connsiteX37" fmla="*/ 680218 w 3772547"/>
              <a:gd name="connsiteY37" fmla="*/ 6550076 h 6858000"/>
              <a:gd name="connsiteX38" fmla="*/ 347901 w 3772547"/>
              <a:gd name="connsiteY38" fmla="*/ 6482043 h 6858000"/>
              <a:gd name="connsiteX39" fmla="*/ 0 w 3772547"/>
              <a:gd name="connsiteY39" fmla="*/ 6393672 h 6858000"/>
              <a:gd name="connsiteX40" fmla="*/ 388033 w 3772547"/>
              <a:gd name="connsiteY40" fmla="*/ 6370506 h 6858000"/>
              <a:gd name="connsiteX41" fmla="*/ 156945 w 3772547"/>
              <a:gd name="connsiteY41" fmla="*/ 6232625 h 6858000"/>
              <a:gd name="connsiteX42" fmla="*/ 5193 w 3772547"/>
              <a:gd name="connsiteY42" fmla="*/ 6042198 h 6858000"/>
              <a:gd name="connsiteX43" fmla="*/ 688533 w 3772547"/>
              <a:gd name="connsiteY43" fmla="*/ 6376141 h 6858000"/>
              <a:gd name="connsiteX44" fmla="*/ 542200 w 3772547"/>
              <a:gd name="connsiteY44" fmla="*/ 6201712 h 6858000"/>
              <a:gd name="connsiteX45" fmla="*/ 90835 w 3772547"/>
              <a:gd name="connsiteY45" fmla="*/ 5738677 h 6858000"/>
              <a:gd name="connsiteX46" fmla="*/ 57248 w 3772547"/>
              <a:gd name="connsiteY46" fmla="*/ 5630552 h 6858000"/>
              <a:gd name="connsiteX47" fmla="*/ 208489 w 3772547"/>
              <a:gd name="connsiteY47" fmla="*/ 5722256 h 6858000"/>
              <a:gd name="connsiteX48" fmla="*/ 515823 w 3772547"/>
              <a:gd name="connsiteY48" fmla="*/ 6062655 h 6858000"/>
              <a:gd name="connsiteX49" fmla="*/ 613381 w 3772547"/>
              <a:gd name="connsiteY49" fmla="*/ 6115194 h 6858000"/>
              <a:gd name="connsiteX50" fmla="*/ 557060 w 3772547"/>
              <a:gd name="connsiteY50" fmla="*/ 5991279 h 6858000"/>
              <a:gd name="connsiteX51" fmla="*/ 197498 w 3772547"/>
              <a:gd name="connsiteY51" fmla="*/ 5562003 h 6858000"/>
              <a:gd name="connsiteX52" fmla="*/ 119794 w 3772547"/>
              <a:gd name="connsiteY52" fmla="*/ 5447443 h 6858000"/>
              <a:gd name="connsiteX53" fmla="*/ 346001 w 3772547"/>
              <a:gd name="connsiteY53" fmla="*/ 5567315 h 6858000"/>
              <a:gd name="connsiteX54" fmla="*/ 530348 w 3772547"/>
              <a:gd name="connsiteY54" fmla="*/ 5742773 h 6858000"/>
              <a:gd name="connsiteX55" fmla="*/ 332108 w 3772547"/>
              <a:gd name="connsiteY55" fmla="*/ 5208571 h 6858000"/>
              <a:gd name="connsiteX56" fmla="*/ 549238 w 3772547"/>
              <a:gd name="connsiteY56" fmla="*/ 5418673 h 6858000"/>
              <a:gd name="connsiteX57" fmla="*/ 564047 w 3772547"/>
              <a:gd name="connsiteY57" fmla="*/ 5081627 h 6858000"/>
              <a:gd name="connsiteX58" fmla="*/ 3484566 w 3772547"/>
              <a:gd name="connsiteY58" fmla="*/ 5050701 h 6858000"/>
              <a:gd name="connsiteX59" fmla="*/ 3408344 w 3772547"/>
              <a:gd name="connsiteY59" fmla="*/ 5182198 h 6858000"/>
              <a:gd name="connsiteX60" fmla="*/ 3484566 w 3772547"/>
              <a:gd name="connsiteY60" fmla="*/ 5050701 h 6858000"/>
              <a:gd name="connsiteX61" fmla="*/ 3753012 w 3772547"/>
              <a:gd name="connsiteY61" fmla="*/ 4634545 h 6858000"/>
              <a:gd name="connsiteX62" fmla="*/ 3630314 w 3772547"/>
              <a:gd name="connsiteY62" fmla="*/ 5024030 h 6858000"/>
              <a:gd name="connsiteX63" fmla="*/ 3753012 w 3772547"/>
              <a:gd name="connsiteY63" fmla="*/ 4634545 h 6858000"/>
              <a:gd name="connsiteX64" fmla="*/ 2191761 w 3772547"/>
              <a:gd name="connsiteY64" fmla="*/ 3599906 h 6858000"/>
              <a:gd name="connsiteX65" fmla="*/ 2111338 w 3772547"/>
              <a:gd name="connsiteY65" fmla="*/ 4350890 h 6858000"/>
              <a:gd name="connsiteX66" fmla="*/ 2191761 w 3772547"/>
              <a:gd name="connsiteY66" fmla="*/ 3599906 h 6858000"/>
              <a:gd name="connsiteX67" fmla="*/ 2139285 w 3772547"/>
              <a:gd name="connsiteY67" fmla="*/ 2984627 h 6858000"/>
              <a:gd name="connsiteX68" fmla="*/ 2038114 w 3772547"/>
              <a:gd name="connsiteY68" fmla="*/ 3424594 h 6858000"/>
              <a:gd name="connsiteX69" fmla="*/ 2229896 w 3772547"/>
              <a:gd name="connsiteY69" fmla="*/ 3220086 h 6858000"/>
              <a:gd name="connsiteX70" fmla="*/ 2139285 w 3772547"/>
              <a:gd name="connsiteY70" fmla="*/ 2984627 h 6858000"/>
              <a:gd name="connsiteX71" fmla="*/ 2045357 w 3772547"/>
              <a:gd name="connsiteY71" fmla="*/ 2781680 h 6858000"/>
              <a:gd name="connsiteX72" fmla="*/ 1898928 w 3772547"/>
              <a:gd name="connsiteY72" fmla="*/ 3505280 h 6858000"/>
              <a:gd name="connsiteX73" fmla="*/ 1913499 w 3772547"/>
              <a:gd name="connsiteY73" fmla="*/ 3495177 h 6858000"/>
              <a:gd name="connsiteX74" fmla="*/ 2099086 w 3772547"/>
              <a:gd name="connsiteY74" fmla="*/ 2879039 h 6858000"/>
              <a:gd name="connsiteX75" fmla="*/ 2045357 w 3772547"/>
              <a:gd name="connsiteY75" fmla="*/ 2781680 h 6858000"/>
              <a:gd name="connsiteX76" fmla="*/ 2445714 w 3772547"/>
              <a:gd name="connsiteY76" fmla="*/ 657549 h 6858000"/>
              <a:gd name="connsiteX77" fmla="*/ 2408187 w 3772547"/>
              <a:gd name="connsiteY77" fmla="*/ 672815 h 6858000"/>
              <a:gd name="connsiteX78" fmla="*/ 2543521 w 3772547"/>
              <a:gd name="connsiteY78" fmla="*/ 1091573 h 6858000"/>
              <a:gd name="connsiteX79" fmla="*/ 2534234 w 3772547"/>
              <a:gd name="connsiteY79" fmla="*/ 866591 h 6858000"/>
              <a:gd name="connsiteX80" fmla="*/ 2445714 w 3772547"/>
              <a:gd name="connsiteY80" fmla="*/ 657549 h 6858000"/>
              <a:gd name="connsiteX81" fmla="*/ 2412873 w 3772547"/>
              <a:gd name="connsiteY81" fmla="*/ 0 h 6858000"/>
              <a:gd name="connsiteX82" fmla="*/ 2529957 w 3772547"/>
              <a:gd name="connsiteY82" fmla="*/ 0 h 6858000"/>
              <a:gd name="connsiteX83" fmla="*/ 2583860 w 3772547"/>
              <a:gd name="connsiteY83" fmla="*/ 285134 h 6858000"/>
              <a:gd name="connsiteX84" fmla="*/ 2643016 w 3772547"/>
              <a:gd name="connsiteY84" fmla="*/ 577351 h 6858000"/>
              <a:gd name="connsiteX85" fmla="*/ 2683825 w 3772547"/>
              <a:gd name="connsiteY85" fmla="*/ 676637 h 6858000"/>
              <a:gd name="connsiteX86" fmla="*/ 2709915 w 3772547"/>
              <a:gd name="connsiteY86" fmla="*/ 60368 h 6858000"/>
              <a:gd name="connsiteX87" fmla="*/ 2715689 w 3772547"/>
              <a:gd name="connsiteY87" fmla="*/ 0 h 6858000"/>
              <a:gd name="connsiteX88" fmla="*/ 2823803 w 3772547"/>
              <a:gd name="connsiteY88" fmla="*/ 0 h 6858000"/>
              <a:gd name="connsiteX89" fmla="*/ 2795833 w 3772547"/>
              <a:gd name="connsiteY89" fmla="*/ 345165 h 6858000"/>
              <a:gd name="connsiteX90" fmla="*/ 2832734 w 3772547"/>
              <a:gd name="connsiteY90" fmla="*/ 352359 h 6858000"/>
              <a:gd name="connsiteX91" fmla="*/ 2978848 w 3772547"/>
              <a:gd name="connsiteY91" fmla="*/ 0 h 6858000"/>
              <a:gd name="connsiteX92" fmla="*/ 3056356 w 3772547"/>
              <a:gd name="connsiteY92" fmla="*/ 0 h 6858000"/>
              <a:gd name="connsiteX93" fmla="*/ 3064838 w 3772547"/>
              <a:gd name="connsiteY93" fmla="*/ 8688 h 6858000"/>
              <a:gd name="connsiteX94" fmla="*/ 3058339 w 3772547"/>
              <a:gd name="connsiteY94" fmla="*/ 73950 h 6858000"/>
              <a:gd name="connsiteX95" fmla="*/ 2964524 w 3772547"/>
              <a:gd name="connsiteY95" fmla="*/ 397907 h 6858000"/>
              <a:gd name="connsiteX96" fmla="*/ 3198449 w 3772547"/>
              <a:gd name="connsiteY96" fmla="*/ 227319 h 6858000"/>
              <a:gd name="connsiteX97" fmla="*/ 3028251 w 3772547"/>
              <a:gd name="connsiteY97" fmla="*/ 532426 h 6858000"/>
              <a:gd name="connsiteX98" fmla="*/ 3051113 w 3772547"/>
              <a:gd name="connsiteY98" fmla="*/ 555790 h 6858000"/>
              <a:gd name="connsiteX99" fmla="*/ 3319980 w 3772547"/>
              <a:gd name="connsiteY99" fmla="*/ 335305 h 6858000"/>
              <a:gd name="connsiteX100" fmla="*/ 3150131 w 3772547"/>
              <a:gd name="connsiteY100" fmla="*/ 588787 h 6858000"/>
              <a:gd name="connsiteX101" fmla="*/ 2951622 w 3772547"/>
              <a:gd name="connsiteY101" fmla="*/ 848597 h 6858000"/>
              <a:gd name="connsiteX102" fmla="*/ 2818780 w 3772547"/>
              <a:gd name="connsiteY102" fmla="*/ 1141086 h 6858000"/>
              <a:gd name="connsiteX103" fmla="*/ 3295693 w 3772547"/>
              <a:gd name="connsiteY103" fmla="*/ 725838 h 6858000"/>
              <a:gd name="connsiteX104" fmla="*/ 3228111 w 3772547"/>
              <a:gd name="connsiteY104" fmla="*/ 839179 h 6858000"/>
              <a:gd name="connsiteX105" fmla="*/ 2753013 w 3772547"/>
              <a:gd name="connsiteY105" fmla="*/ 1396598 h 6858000"/>
              <a:gd name="connsiteX106" fmla="*/ 2672132 w 3772547"/>
              <a:gd name="connsiteY106" fmla="*/ 1595804 h 6858000"/>
              <a:gd name="connsiteX107" fmla="*/ 3258502 w 3772547"/>
              <a:gd name="connsiteY107" fmla="*/ 1102139 h 6858000"/>
              <a:gd name="connsiteX108" fmla="*/ 3353759 w 3772547"/>
              <a:gd name="connsiteY108" fmla="*/ 1102882 h 6858000"/>
              <a:gd name="connsiteX109" fmla="*/ 3014951 w 3772547"/>
              <a:gd name="connsiteY109" fmla="*/ 1411295 h 6858000"/>
              <a:gd name="connsiteX110" fmla="*/ 2682237 w 3772547"/>
              <a:gd name="connsiteY110" fmla="*/ 1733193 h 6858000"/>
              <a:gd name="connsiteX111" fmla="*/ 2479450 w 3772547"/>
              <a:gd name="connsiteY111" fmla="*/ 2083440 h 6858000"/>
              <a:gd name="connsiteX112" fmla="*/ 2503532 w 3772547"/>
              <a:gd name="connsiteY112" fmla="*/ 2094203 h 6858000"/>
              <a:gd name="connsiteX113" fmla="*/ 3206149 w 3772547"/>
              <a:gd name="connsiteY113" fmla="*/ 1363939 h 6858000"/>
              <a:gd name="connsiteX114" fmla="*/ 3265856 w 3772547"/>
              <a:gd name="connsiteY114" fmla="*/ 1382632 h 6858000"/>
              <a:gd name="connsiteX115" fmla="*/ 2504245 w 3772547"/>
              <a:gd name="connsiteY115" fmla="*/ 2409548 h 6858000"/>
              <a:gd name="connsiteX116" fmla="*/ 2953868 w 3772547"/>
              <a:gd name="connsiteY116" fmla="*/ 1933115 h 6858000"/>
              <a:gd name="connsiteX117" fmla="*/ 2937109 w 3772547"/>
              <a:gd name="connsiteY117" fmla="*/ 2021824 h 6858000"/>
              <a:gd name="connsiteX118" fmla="*/ 2895476 w 3772547"/>
              <a:gd name="connsiteY118" fmla="*/ 2086629 h 6858000"/>
              <a:gd name="connsiteX119" fmla="*/ 2484341 w 3772547"/>
              <a:gd name="connsiteY119" fmla="*/ 2596541 h 6858000"/>
              <a:gd name="connsiteX120" fmla="*/ 2400519 w 3772547"/>
              <a:gd name="connsiteY120" fmla="*/ 2782567 h 6858000"/>
              <a:gd name="connsiteX121" fmla="*/ 2330841 w 3772547"/>
              <a:gd name="connsiteY121" fmla="*/ 3670574 h 6858000"/>
              <a:gd name="connsiteX122" fmla="*/ 2359272 w 3772547"/>
              <a:gd name="connsiteY122" fmla="*/ 3586608 h 6858000"/>
              <a:gd name="connsiteX123" fmla="*/ 2609271 w 3772547"/>
              <a:gd name="connsiteY123" fmla="*/ 2621396 h 6858000"/>
              <a:gd name="connsiteX124" fmla="*/ 2730771 w 3772547"/>
              <a:gd name="connsiteY124" fmla="*/ 2510111 h 6858000"/>
              <a:gd name="connsiteX125" fmla="*/ 2590012 w 3772547"/>
              <a:gd name="connsiteY125" fmla="*/ 2944858 h 6858000"/>
              <a:gd name="connsiteX126" fmla="*/ 3113847 w 3772547"/>
              <a:gd name="connsiteY126" fmla="*/ 2153223 h 6858000"/>
              <a:gd name="connsiteX127" fmla="*/ 2689048 w 3772547"/>
              <a:gd name="connsiteY127" fmla="*/ 3068366 h 6858000"/>
              <a:gd name="connsiteX128" fmla="*/ 3514969 w 3772547"/>
              <a:gd name="connsiteY128" fmla="*/ 2018815 h 6858000"/>
              <a:gd name="connsiteX129" fmla="*/ 3558525 w 3772547"/>
              <a:gd name="connsiteY129" fmla="*/ 2051496 h 6858000"/>
              <a:gd name="connsiteX130" fmla="*/ 3255544 w 3772547"/>
              <a:gd name="connsiteY130" fmla="*/ 2477792 h 6858000"/>
              <a:gd name="connsiteX131" fmla="*/ 3272311 w 3772547"/>
              <a:gd name="connsiteY131" fmla="*/ 2487672 h 6858000"/>
              <a:gd name="connsiteX132" fmla="*/ 3772547 w 3772547"/>
              <a:gd name="connsiteY132" fmla="*/ 2100610 h 6858000"/>
              <a:gd name="connsiteX133" fmla="*/ 3772547 w 3772547"/>
              <a:gd name="connsiteY133" fmla="*/ 2150086 h 6858000"/>
              <a:gd name="connsiteX134" fmla="*/ 3505352 w 3772547"/>
              <a:gd name="connsiteY134" fmla="*/ 2400889 h 6858000"/>
              <a:gd name="connsiteX135" fmla="*/ 3187478 w 3772547"/>
              <a:gd name="connsiteY135" fmla="*/ 2749928 h 6858000"/>
              <a:gd name="connsiteX136" fmla="*/ 3759511 w 3772547"/>
              <a:gd name="connsiteY136" fmla="*/ 2519092 h 6858000"/>
              <a:gd name="connsiteX137" fmla="*/ 2813207 w 3772547"/>
              <a:gd name="connsiteY137" fmla="*/ 3200760 h 6858000"/>
              <a:gd name="connsiteX138" fmla="*/ 3528616 w 3772547"/>
              <a:gd name="connsiteY138" fmla="*/ 3002414 h 6858000"/>
              <a:gd name="connsiteX139" fmla="*/ 3541229 w 3772547"/>
              <a:gd name="connsiteY139" fmla="*/ 3041889 h 6858000"/>
              <a:gd name="connsiteX140" fmla="*/ 2892796 w 3772547"/>
              <a:gd name="connsiteY140" fmla="*/ 3308281 h 6858000"/>
              <a:gd name="connsiteX141" fmla="*/ 2900491 w 3772547"/>
              <a:gd name="connsiteY141" fmla="*/ 3331893 h 6858000"/>
              <a:gd name="connsiteX142" fmla="*/ 3259179 w 3772547"/>
              <a:gd name="connsiteY142" fmla="*/ 3257227 h 6858000"/>
              <a:gd name="connsiteX143" fmla="*/ 3276087 w 3772547"/>
              <a:gd name="connsiteY143" fmla="*/ 3296775 h 6858000"/>
              <a:gd name="connsiteX144" fmla="*/ 3175844 w 3772547"/>
              <a:gd name="connsiteY144" fmla="*/ 3352877 h 6858000"/>
              <a:gd name="connsiteX145" fmla="*/ 2595847 w 3772547"/>
              <a:gd name="connsiteY145" fmla="*/ 3561108 h 6858000"/>
              <a:gd name="connsiteX146" fmla="*/ 2486394 w 3772547"/>
              <a:gd name="connsiteY146" fmla="*/ 3707944 h 6858000"/>
              <a:gd name="connsiteX147" fmla="*/ 3179439 w 3772547"/>
              <a:gd name="connsiteY147" fmla="*/ 3601116 h 6858000"/>
              <a:gd name="connsiteX148" fmla="*/ 2540349 w 3772547"/>
              <a:gd name="connsiteY148" fmla="*/ 3814523 h 6858000"/>
              <a:gd name="connsiteX149" fmla="*/ 2356656 w 3772547"/>
              <a:gd name="connsiteY149" fmla="*/ 3980794 h 6858000"/>
              <a:gd name="connsiteX150" fmla="*/ 2260967 w 3772547"/>
              <a:gd name="connsiteY150" fmla="*/ 4120542 h 6858000"/>
              <a:gd name="connsiteX151" fmla="*/ 2290263 w 3772547"/>
              <a:gd name="connsiteY151" fmla="*/ 4152097 h 6858000"/>
              <a:gd name="connsiteX152" fmla="*/ 2756331 w 3772547"/>
              <a:gd name="connsiteY152" fmla="*/ 3888019 h 6858000"/>
              <a:gd name="connsiteX153" fmla="*/ 2777414 w 3772547"/>
              <a:gd name="connsiteY153" fmla="*/ 3911984 h 6858000"/>
              <a:gd name="connsiteX154" fmla="*/ 2716348 w 3772547"/>
              <a:gd name="connsiteY154" fmla="*/ 3982895 h 6858000"/>
              <a:gd name="connsiteX155" fmla="*/ 2372228 w 3772547"/>
              <a:gd name="connsiteY155" fmla="*/ 4230625 h 6858000"/>
              <a:gd name="connsiteX156" fmla="*/ 2240762 w 3772547"/>
              <a:gd name="connsiteY156" fmla="*/ 4379105 h 6858000"/>
              <a:gd name="connsiteX157" fmla="*/ 2268988 w 3772547"/>
              <a:gd name="connsiteY157" fmla="*/ 4406600 h 6858000"/>
              <a:gd name="connsiteX158" fmla="*/ 2485245 w 3772547"/>
              <a:gd name="connsiteY158" fmla="*/ 4257675 h 6858000"/>
              <a:gd name="connsiteX159" fmla="*/ 2708599 w 3772547"/>
              <a:gd name="connsiteY159" fmla="*/ 4160754 h 6858000"/>
              <a:gd name="connsiteX160" fmla="*/ 2154688 w 3772547"/>
              <a:gd name="connsiteY160" fmla="*/ 4784867 h 6858000"/>
              <a:gd name="connsiteX161" fmla="*/ 2645822 w 3772547"/>
              <a:gd name="connsiteY161" fmla="*/ 4556058 h 6858000"/>
              <a:gd name="connsiteX162" fmla="*/ 2227510 w 3772547"/>
              <a:gd name="connsiteY162" fmla="*/ 4881418 h 6858000"/>
              <a:gd name="connsiteX163" fmla="*/ 2057993 w 3772547"/>
              <a:gd name="connsiteY163" fmla="*/ 5282600 h 6858000"/>
              <a:gd name="connsiteX164" fmla="*/ 2728941 w 3772547"/>
              <a:gd name="connsiteY164" fmla="*/ 4908031 h 6858000"/>
              <a:gd name="connsiteX165" fmla="*/ 2349504 w 3772547"/>
              <a:gd name="connsiteY165" fmla="*/ 5213099 h 6858000"/>
              <a:gd name="connsiteX166" fmla="*/ 2039798 w 3772547"/>
              <a:gd name="connsiteY166" fmla="*/ 5473283 h 6858000"/>
              <a:gd name="connsiteX167" fmla="*/ 2050129 w 3772547"/>
              <a:gd name="connsiteY167" fmla="*/ 5658139 h 6858000"/>
              <a:gd name="connsiteX168" fmla="*/ 2401412 w 3772547"/>
              <a:gd name="connsiteY168" fmla="*/ 5427953 h 6858000"/>
              <a:gd name="connsiteX169" fmla="*/ 1987248 w 3772547"/>
              <a:gd name="connsiteY169" fmla="*/ 6524803 h 6858000"/>
              <a:gd name="connsiteX170" fmla="*/ 2229444 w 3772547"/>
              <a:gd name="connsiteY170" fmla="*/ 6228751 h 6858000"/>
              <a:gd name="connsiteX171" fmla="*/ 2630547 w 3772547"/>
              <a:gd name="connsiteY171" fmla="*/ 5393994 h 6858000"/>
              <a:gd name="connsiteX172" fmla="*/ 2693638 w 3772547"/>
              <a:gd name="connsiteY172" fmla="*/ 5345714 h 6858000"/>
              <a:gd name="connsiteX173" fmla="*/ 2415454 w 3772547"/>
              <a:gd name="connsiteY173" fmla="*/ 6059869 h 6858000"/>
              <a:gd name="connsiteX174" fmla="*/ 2673329 w 3772547"/>
              <a:gd name="connsiteY174" fmla="*/ 5824049 h 6858000"/>
              <a:gd name="connsiteX175" fmla="*/ 3239985 w 3772547"/>
              <a:gd name="connsiteY175" fmla="*/ 4880653 h 6858000"/>
              <a:gd name="connsiteX176" fmla="*/ 3375154 w 3772547"/>
              <a:gd name="connsiteY176" fmla="*/ 4684141 h 6858000"/>
              <a:gd name="connsiteX177" fmla="*/ 3406641 w 3772547"/>
              <a:gd name="connsiteY177" fmla="*/ 4705508 h 6858000"/>
              <a:gd name="connsiteX178" fmla="*/ 2954865 w 3772547"/>
              <a:gd name="connsiteY178" fmla="*/ 5548237 h 6858000"/>
              <a:gd name="connsiteX179" fmla="*/ 2986919 w 3772547"/>
              <a:gd name="connsiteY179" fmla="*/ 5573525 h 6858000"/>
              <a:gd name="connsiteX180" fmla="*/ 3170208 w 3772547"/>
              <a:gd name="connsiteY180" fmla="*/ 5370514 h 6858000"/>
              <a:gd name="connsiteX181" fmla="*/ 3548793 w 3772547"/>
              <a:gd name="connsiteY181" fmla="*/ 4720432 h 6858000"/>
              <a:gd name="connsiteX182" fmla="*/ 3643719 w 3772547"/>
              <a:gd name="connsiteY182" fmla="*/ 4428558 h 6858000"/>
              <a:gd name="connsiteX183" fmla="*/ 3748137 w 3772547"/>
              <a:gd name="connsiteY183" fmla="*/ 4356872 h 6858000"/>
              <a:gd name="connsiteX184" fmla="*/ 3749459 w 3772547"/>
              <a:gd name="connsiteY184" fmla="*/ 4559249 h 6858000"/>
              <a:gd name="connsiteX185" fmla="*/ 3772547 w 3772547"/>
              <a:gd name="connsiteY185" fmla="*/ 4522718 h 6858000"/>
              <a:gd name="connsiteX186" fmla="*/ 3772547 w 3772547"/>
              <a:gd name="connsiteY186" fmla="*/ 5175880 h 6858000"/>
              <a:gd name="connsiteX187" fmla="*/ 3746445 w 3772547"/>
              <a:gd name="connsiteY187" fmla="*/ 5187135 h 6858000"/>
              <a:gd name="connsiteX188" fmla="*/ 3654602 w 3772547"/>
              <a:gd name="connsiteY188" fmla="*/ 5281584 h 6858000"/>
              <a:gd name="connsiteX189" fmla="*/ 3772547 w 3772547"/>
              <a:gd name="connsiteY189" fmla="*/ 5292972 h 6858000"/>
              <a:gd name="connsiteX190" fmla="*/ 3772547 w 3772547"/>
              <a:gd name="connsiteY190" fmla="*/ 5392015 h 6858000"/>
              <a:gd name="connsiteX191" fmla="*/ 3592335 w 3772547"/>
              <a:gd name="connsiteY191" fmla="*/ 5399303 h 6858000"/>
              <a:gd name="connsiteX192" fmla="*/ 3418032 w 3772547"/>
              <a:gd name="connsiteY192" fmla="*/ 5443922 h 6858000"/>
              <a:gd name="connsiteX193" fmla="*/ 3417889 w 3772547"/>
              <a:gd name="connsiteY193" fmla="*/ 5490752 h 6858000"/>
              <a:gd name="connsiteX194" fmla="*/ 3772547 w 3772547"/>
              <a:gd name="connsiteY194" fmla="*/ 5529147 h 6858000"/>
              <a:gd name="connsiteX195" fmla="*/ 3772547 w 3772547"/>
              <a:gd name="connsiteY195" fmla="*/ 5605381 h 6858000"/>
              <a:gd name="connsiteX196" fmla="*/ 3629414 w 3772547"/>
              <a:gd name="connsiteY196" fmla="*/ 5612078 h 6858000"/>
              <a:gd name="connsiteX197" fmla="*/ 3219677 w 3772547"/>
              <a:gd name="connsiteY197" fmla="*/ 5610572 h 6858000"/>
              <a:gd name="connsiteX198" fmla="*/ 3762799 w 3772547"/>
              <a:gd name="connsiteY198" fmla="*/ 5835833 h 6858000"/>
              <a:gd name="connsiteX199" fmla="*/ 3030643 w 3772547"/>
              <a:gd name="connsiteY199" fmla="*/ 5748475 h 6858000"/>
              <a:gd name="connsiteX200" fmla="*/ 2992944 w 3772547"/>
              <a:gd name="connsiteY200" fmla="*/ 5804637 h 6858000"/>
              <a:gd name="connsiteX201" fmla="*/ 3519784 w 3772547"/>
              <a:gd name="connsiteY201" fmla="*/ 6074558 h 6858000"/>
              <a:gd name="connsiteX202" fmla="*/ 2885684 w 3772547"/>
              <a:gd name="connsiteY202" fmla="*/ 5903036 h 6858000"/>
              <a:gd name="connsiteX203" fmla="*/ 2775550 w 3772547"/>
              <a:gd name="connsiteY203" fmla="*/ 6022215 h 6858000"/>
              <a:gd name="connsiteX204" fmla="*/ 3423078 w 3772547"/>
              <a:gd name="connsiteY204" fmla="*/ 6260366 h 6858000"/>
              <a:gd name="connsiteX205" fmla="*/ 3420560 w 3772547"/>
              <a:gd name="connsiteY205" fmla="*/ 6297941 h 6858000"/>
              <a:gd name="connsiteX206" fmla="*/ 3199016 w 3772547"/>
              <a:gd name="connsiteY206" fmla="*/ 6323697 h 6858000"/>
              <a:gd name="connsiteX207" fmla="*/ 3258069 w 3772547"/>
              <a:gd name="connsiteY207" fmla="*/ 6397164 h 6858000"/>
              <a:gd name="connsiteX208" fmla="*/ 2523644 w 3772547"/>
              <a:gd name="connsiteY208" fmla="*/ 6332364 h 6858000"/>
              <a:gd name="connsiteX209" fmla="*/ 3238170 w 3772547"/>
              <a:gd name="connsiteY209" fmla="*/ 6507658 h 6858000"/>
              <a:gd name="connsiteX210" fmla="*/ 3127035 w 3772547"/>
              <a:gd name="connsiteY210" fmla="*/ 6550069 h 6858000"/>
              <a:gd name="connsiteX211" fmla="*/ 2746596 w 3772547"/>
              <a:gd name="connsiteY211" fmla="*/ 6488535 h 6858000"/>
              <a:gd name="connsiteX212" fmla="*/ 2424002 w 3772547"/>
              <a:gd name="connsiteY212" fmla="*/ 6428494 h 6858000"/>
              <a:gd name="connsiteX213" fmla="*/ 2280606 w 3772547"/>
              <a:gd name="connsiteY213" fmla="*/ 6488659 h 6858000"/>
              <a:gd name="connsiteX214" fmla="*/ 3060078 w 3772547"/>
              <a:gd name="connsiteY214" fmla="*/ 6640951 h 6858000"/>
              <a:gd name="connsiteX215" fmla="*/ 2763439 w 3772547"/>
              <a:gd name="connsiteY215" fmla="*/ 6669212 h 6858000"/>
              <a:gd name="connsiteX216" fmla="*/ 2284249 w 3772547"/>
              <a:gd name="connsiteY216" fmla="*/ 6611926 h 6858000"/>
              <a:gd name="connsiteX217" fmla="*/ 2088752 w 3772547"/>
              <a:gd name="connsiteY217" fmla="*/ 6735705 h 6858000"/>
              <a:gd name="connsiteX218" fmla="*/ 2744260 w 3772547"/>
              <a:gd name="connsiteY218" fmla="*/ 6835388 h 6858000"/>
              <a:gd name="connsiteX219" fmla="*/ 2666732 w 3772547"/>
              <a:gd name="connsiteY219" fmla="*/ 6858000 h 6858000"/>
              <a:gd name="connsiteX220" fmla="*/ 1726042 w 3772547"/>
              <a:gd name="connsiteY220" fmla="*/ 6858000 h 6858000"/>
              <a:gd name="connsiteX221" fmla="*/ 1735077 w 3772547"/>
              <a:gd name="connsiteY221" fmla="*/ 6850032 h 6858000"/>
              <a:gd name="connsiteX222" fmla="*/ 1834534 w 3772547"/>
              <a:gd name="connsiteY222" fmla="*/ 6682133 h 6858000"/>
              <a:gd name="connsiteX223" fmla="*/ 2017500 w 3772547"/>
              <a:gd name="connsiteY223" fmla="*/ 6178426 h 6858000"/>
              <a:gd name="connsiteX224" fmla="*/ 2254753 w 3772547"/>
              <a:gd name="connsiteY224" fmla="*/ 5677413 h 6858000"/>
              <a:gd name="connsiteX225" fmla="*/ 1840100 w 3772547"/>
              <a:gd name="connsiteY225" fmla="*/ 6109882 h 6858000"/>
              <a:gd name="connsiteX226" fmla="*/ 1624328 w 3772547"/>
              <a:gd name="connsiteY226" fmla="*/ 6765710 h 6858000"/>
              <a:gd name="connsiteX227" fmla="*/ 1598196 w 3772547"/>
              <a:gd name="connsiteY227" fmla="*/ 6858000 h 6858000"/>
              <a:gd name="connsiteX228" fmla="*/ 1329551 w 3772547"/>
              <a:gd name="connsiteY228" fmla="*/ 6858000 h 6858000"/>
              <a:gd name="connsiteX229" fmla="*/ 1498508 w 3772547"/>
              <a:gd name="connsiteY229" fmla="*/ 6525294 h 6858000"/>
              <a:gd name="connsiteX230" fmla="*/ 1487939 w 3772547"/>
              <a:gd name="connsiteY230" fmla="*/ 6309126 h 6858000"/>
              <a:gd name="connsiteX231" fmla="*/ 1373642 w 3772547"/>
              <a:gd name="connsiteY231" fmla="*/ 6107724 h 6858000"/>
              <a:gd name="connsiteX232" fmla="*/ 1377198 w 3772547"/>
              <a:gd name="connsiteY232" fmla="*/ 5748269 h 6858000"/>
              <a:gd name="connsiteX233" fmla="*/ 1395219 w 3772547"/>
              <a:gd name="connsiteY233" fmla="*/ 5636733 h 6858000"/>
              <a:gd name="connsiteX234" fmla="*/ 1703951 w 3772547"/>
              <a:gd name="connsiteY234" fmla="*/ 5953804 h 6858000"/>
              <a:gd name="connsiteX235" fmla="*/ 1783768 w 3772547"/>
              <a:gd name="connsiteY235" fmla="*/ 5780710 h 6858000"/>
              <a:gd name="connsiteX236" fmla="*/ 1498333 w 3772547"/>
              <a:gd name="connsiteY236" fmla="*/ 5414932 h 6858000"/>
              <a:gd name="connsiteX237" fmla="*/ 1651493 w 3772547"/>
              <a:gd name="connsiteY237" fmla="*/ 5284117 h 6858000"/>
              <a:gd name="connsiteX238" fmla="*/ 1899695 w 3772547"/>
              <a:gd name="connsiteY238" fmla="*/ 5456752 h 6858000"/>
              <a:gd name="connsiteX239" fmla="*/ 1846783 w 3772547"/>
              <a:gd name="connsiteY239" fmla="*/ 5310048 h 6858000"/>
              <a:gd name="connsiteX240" fmla="*/ 1559454 w 3772547"/>
              <a:gd name="connsiteY240" fmla="*/ 4997634 h 6858000"/>
              <a:gd name="connsiteX241" fmla="*/ 1440197 w 3772547"/>
              <a:gd name="connsiteY241" fmla="*/ 4790594 h 6858000"/>
              <a:gd name="connsiteX242" fmla="*/ 1820387 w 3772547"/>
              <a:gd name="connsiteY242" fmla="*/ 5118730 h 6858000"/>
              <a:gd name="connsiteX243" fmla="*/ 1764530 w 3772547"/>
              <a:gd name="connsiteY243" fmla="*/ 4928677 h 6858000"/>
              <a:gd name="connsiteX244" fmla="*/ 1197377 w 3772547"/>
              <a:gd name="connsiteY244" fmla="*/ 4422766 h 6858000"/>
              <a:gd name="connsiteX245" fmla="*/ 1310537 w 3772547"/>
              <a:gd name="connsiteY245" fmla="*/ 4402986 h 6858000"/>
              <a:gd name="connsiteX246" fmla="*/ 1660484 w 3772547"/>
              <a:gd name="connsiteY246" fmla="*/ 4672917 h 6858000"/>
              <a:gd name="connsiteX247" fmla="*/ 1775842 w 3772547"/>
              <a:gd name="connsiteY247" fmla="*/ 4779788 h 6858000"/>
              <a:gd name="connsiteX248" fmla="*/ 1614496 w 3772547"/>
              <a:gd name="connsiteY248" fmla="*/ 4405777 h 6858000"/>
              <a:gd name="connsiteX249" fmla="*/ 1199467 w 3772547"/>
              <a:gd name="connsiteY249" fmla="*/ 4159350 h 6858000"/>
              <a:gd name="connsiteX250" fmla="*/ 1091551 w 3772547"/>
              <a:gd name="connsiteY250" fmla="*/ 4060939 h 6858000"/>
              <a:gd name="connsiteX251" fmla="*/ 1445828 w 3772547"/>
              <a:gd name="connsiteY251" fmla="*/ 4183881 h 6858000"/>
              <a:gd name="connsiteX252" fmla="*/ 1742683 w 3772547"/>
              <a:gd name="connsiteY252" fmla="*/ 4356083 h 6858000"/>
              <a:gd name="connsiteX253" fmla="*/ 1684025 w 3772547"/>
              <a:gd name="connsiteY253" fmla="*/ 4182519 h 6858000"/>
              <a:gd name="connsiteX254" fmla="*/ 1263849 w 3772547"/>
              <a:gd name="connsiteY254" fmla="*/ 3842591 h 6858000"/>
              <a:gd name="connsiteX255" fmla="*/ 1128414 w 3772547"/>
              <a:gd name="connsiteY255" fmla="*/ 3712025 h 6858000"/>
              <a:gd name="connsiteX256" fmla="*/ 1440807 w 3772547"/>
              <a:gd name="connsiteY256" fmla="*/ 3846370 h 6858000"/>
              <a:gd name="connsiteX257" fmla="*/ 1726425 w 3772547"/>
              <a:gd name="connsiteY257" fmla="*/ 4086673 h 6858000"/>
              <a:gd name="connsiteX258" fmla="*/ 1637128 w 3772547"/>
              <a:gd name="connsiteY258" fmla="*/ 3810084 h 6858000"/>
              <a:gd name="connsiteX259" fmla="*/ 1070112 w 3772547"/>
              <a:gd name="connsiteY259" fmla="*/ 3410339 h 6858000"/>
              <a:gd name="connsiteX260" fmla="*/ 977638 w 3772547"/>
              <a:gd name="connsiteY260" fmla="*/ 3302596 h 6858000"/>
              <a:gd name="connsiteX261" fmla="*/ 1669297 w 3772547"/>
              <a:gd name="connsiteY261" fmla="*/ 3675941 h 6858000"/>
              <a:gd name="connsiteX262" fmla="*/ 1606746 w 3772547"/>
              <a:gd name="connsiteY262" fmla="*/ 3539045 h 6858000"/>
              <a:gd name="connsiteX263" fmla="*/ 1242819 w 3772547"/>
              <a:gd name="connsiteY263" fmla="*/ 3113985 h 6858000"/>
              <a:gd name="connsiteX264" fmla="*/ 1132289 w 3772547"/>
              <a:gd name="connsiteY264" fmla="*/ 2975008 h 6858000"/>
              <a:gd name="connsiteX265" fmla="*/ 1344032 w 3772547"/>
              <a:gd name="connsiteY265" fmla="*/ 3060296 h 6858000"/>
              <a:gd name="connsiteX266" fmla="*/ 1520044 w 3772547"/>
              <a:gd name="connsiteY266" fmla="*/ 3250760 h 6858000"/>
              <a:gd name="connsiteX267" fmla="*/ 1409170 w 3772547"/>
              <a:gd name="connsiteY267" fmla="*/ 2652157 h 6858000"/>
              <a:gd name="connsiteX268" fmla="*/ 1645160 w 3772547"/>
              <a:gd name="connsiteY268" fmla="*/ 3111892 h 6858000"/>
              <a:gd name="connsiteX269" fmla="*/ 1667245 w 3772547"/>
              <a:gd name="connsiteY269" fmla="*/ 2816123 h 6858000"/>
              <a:gd name="connsiteX270" fmla="*/ 1735210 w 3772547"/>
              <a:gd name="connsiteY270" fmla="*/ 2542345 h 6858000"/>
              <a:gd name="connsiteX271" fmla="*/ 1793949 w 3772547"/>
              <a:gd name="connsiteY271" fmla="*/ 3313379 h 6858000"/>
              <a:gd name="connsiteX272" fmla="*/ 1941073 w 3772547"/>
              <a:gd name="connsiteY272" fmla="*/ 2601277 h 6858000"/>
              <a:gd name="connsiteX273" fmla="*/ 1855623 w 3772547"/>
              <a:gd name="connsiteY273" fmla="*/ 2481410 h 6858000"/>
              <a:gd name="connsiteX274" fmla="*/ 1871991 w 3772547"/>
              <a:gd name="connsiteY274" fmla="*/ 2416300 h 6858000"/>
              <a:gd name="connsiteX275" fmla="*/ 1938865 w 3772547"/>
              <a:gd name="connsiteY275" fmla="*/ 2414286 h 6858000"/>
              <a:gd name="connsiteX276" fmla="*/ 2085777 w 3772547"/>
              <a:gd name="connsiteY276" fmla="*/ 2614729 h 6858000"/>
              <a:gd name="connsiteX277" fmla="*/ 2248112 w 3772547"/>
              <a:gd name="connsiteY277" fmla="*/ 2898499 h 6858000"/>
              <a:gd name="connsiteX278" fmla="*/ 2221641 w 3772547"/>
              <a:gd name="connsiteY278" fmla="*/ 2643054 h 6858000"/>
              <a:gd name="connsiteX279" fmla="*/ 1828760 w 3772547"/>
              <a:gd name="connsiteY279" fmla="*/ 2142895 h 6858000"/>
              <a:gd name="connsiteX280" fmla="*/ 1775697 w 3772547"/>
              <a:gd name="connsiteY280" fmla="*/ 2051101 h 6858000"/>
              <a:gd name="connsiteX281" fmla="*/ 1912547 w 3772547"/>
              <a:gd name="connsiteY281" fmla="*/ 2065682 h 6858000"/>
              <a:gd name="connsiteX282" fmla="*/ 2130439 w 3772547"/>
              <a:gd name="connsiteY282" fmla="*/ 2359489 h 6858000"/>
              <a:gd name="connsiteX283" fmla="*/ 2257330 w 3772547"/>
              <a:gd name="connsiteY283" fmla="*/ 2548103 h 6858000"/>
              <a:gd name="connsiteX284" fmla="*/ 2246483 w 3772547"/>
              <a:gd name="connsiteY284" fmla="*/ 2234352 h 6858000"/>
              <a:gd name="connsiteX285" fmla="*/ 1864135 w 3772547"/>
              <a:gd name="connsiteY285" fmla="*/ 1700921 h 6858000"/>
              <a:gd name="connsiteX286" fmla="*/ 1862150 w 3772547"/>
              <a:gd name="connsiteY286" fmla="*/ 1561398 h 6858000"/>
              <a:gd name="connsiteX287" fmla="*/ 2276094 w 3772547"/>
              <a:gd name="connsiteY287" fmla="*/ 2071510 h 6858000"/>
              <a:gd name="connsiteX288" fmla="*/ 2251787 w 3772547"/>
              <a:gd name="connsiteY288" fmla="*/ 1906611 h 6858000"/>
              <a:gd name="connsiteX289" fmla="*/ 1899277 w 3772547"/>
              <a:gd name="connsiteY289" fmla="*/ 1471143 h 6858000"/>
              <a:gd name="connsiteX290" fmla="*/ 1817621 w 3772547"/>
              <a:gd name="connsiteY290" fmla="*/ 1312966 h 6858000"/>
              <a:gd name="connsiteX291" fmla="*/ 2112975 w 3772547"/>
              <a:gd name="connsiteY291" fmla="*/ 1583353 h 6858000"/>
              <a:gd name="connsiteX292" fmla="*/ 2366513 w 3772547"/>
              <a:gd name="connsiteY292" fmla="*/ 1899103 h 6858000"/>
              <a:gd name="connsiteX293" fmla="*/ 2398523 w 3772547"/>
              <a:gd name="connsiteY293" fmla="*/ 1683031 h 6858000"/>
              <a:gd name="connsiteX294" fmla="*/ 2012815 w 3772547"/>
              <a:gd name="connsiteY294" fmla="*/ 1154087 h 6858000"/>
              <a:gd name="connsiteX295" fmla="*/ 1968689 w 3772547"/>
              <a:gd name="connsiteY295" fmla="*/ 1049064 h 6858000"/>
              <a:gd name="connsiteX296" fmla="*/ 2018558 w 3772547"/>
              <a:gd name="connsiteY296" fmla="*/ 967611 h 6858000"/>
              <a:gd name="connsiteX297" fmla="*/ 2423566 w 3772547"/>
              <a:gd name="connsiteY297" fmla="*/ 1597619 h 6858000"/>
              <a:gd name="connsiteX298" fmla="*/ 2454360 w 3772547"/>
              <a:gd name="connsiteY298" fmla="*/ 1317652 h 6858000"/>
              <a:gd name="connsiteX299" fmla="*/ 2205557 w 3772547"/>
              <a:gd name="connsiteY299" fmla="*/ 998322 h 6858000"/>
              <a:gd name="connsiteX300" fmla="*/ 2017222 w 3772547"/>
              <a:gd name="connsiteY300" fmla="*/ 529807 h 6858000"/>
              <a:gd name="connsiteX301" fmla="*/ 1980980 w 3772547"/>
              <a:gd name="connsiteY301" fmla="*/ 353090 h 6858000"/>
              <a:gd name="connsiteX302" fmla="*/ 2320169 w 3772547"/>
              <a:gd name="connsiteY302" fmla="*/ 860412 h 6858000"/>
              <a:gd name="connsiteX303" fmla="*/ 2397827 w 3772547"/>
              <a:gd name="connsiteY303" fmla="*/ 520273 h 6858000"/>
              <a:gd name="connsiteX304" fmla="*/ 2272034 w 3772547"/>
              <a:gd name="connsiteY304" fmla="*/ 196732 h 6858000"/>
              <a:gd name="connsiteX305" fmla="*/ 2308761 w 3772547"/>
              <a:gd name="connsiteY305" fmla="*/ 176405 h 6858000"/>
              <a:gd name="connsiteX306" fmla="*/ 2421548 w 3772547"/>
              <a:gd name="connsiteY306" fmla="*/ 377402 h 6858000"/>
              <a:gd name="connsiteX307" fmla="*/ 2541527 w 3772547"/>
              <a:gd name="connsiteY307" fmla="*/ 601876 h 6858000"/>
              <a:gd name="connsiteX308" fmla="*/ 2463744 w 3772547"/>
              <a:gd name="connsiteY308" fmla="*/ 248100 h 6858000"/>
              <a:gd name="connsiteX309" fmla="*/ 2421990 w 3772547"/>
              <a:gd name="connsiteY309" fmla="*/ 7334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Lst>
            <a:rect l="l" t="t" r="r" b="b"/>
            <a:pathLst>
              <a:path w="3772547" h="6858000">
                <a:moveTo>
                  <a:pt x="726013" y="6699184"/>
                </a:moveTo>
                <a:cubicBezTo>
                  <a:pt x="505094" y="6702481"/>
                  <a:pt x="252855" y="6758262"/>
                  <a:pt x="194178" y="6822271"/>
                </a:cubicBezTo>
                <a:cubicBezTo>
                  <a:pt x="340965" y="6831973"/>
                  <a:pt x="513890" y="6842751"/>
                  <a:pt x="646765" y="6837951"/>
                </a:cubicBezTo>
                <a:cubicBezTo>
                  <a:pt x="728437" y="6835053"/>
                  <a:pt x="763236" y="6793738"/>
                  <a:pt x="726013" y="6699184"/>
                </a:cubicBezTo>
                <a:close/>
                <a:moveTo>
                  <a:pt x="2688876" y="6144480"/>
                </a:moveTo>
                <a:cubicBezTo>
                  <a:pt x="2667939" y="6147456"/>
                  <a:pt x="2643536" y="6156136"/>
                  <a:pt x="2614489" y="6172461"/>
                </a:cubicBezTo>
                <a:cubicBezTo>
                  <a:pt x="2707881" y="6194253"/>
                  <a:pt x="2761756" y="6206533"/>
                  <a:pt x="2815497" y="6219317"/>
                </a:cubicBezTo>
                <a:cubicBezTo>
                  <a:pt x="2783299" y="6177962"/>
                  <a:pt x="2751687" y="6135552"/>
                  <a:pt x="2688876" y="6144480"/>
                </a:cubicBezTo>
                <a:close/>
                <a:moveTo>
                  <a:pt x="1441445" y="5828515"/>
                </a:moveTo>
                <a:cubicBezTo>
                  <a:pt x="1396390" y="6000687"/>
                  <a:pt x="1505235" y="6111739"/>
                  <a:pt x="1597267" y="6261382"/>
                </a:cubicBezTo>
                <a:cubicBezTo>
                  <a:pt x="1694641" y="6042892"/>
                  <a:pt x="1513131" y="5955469"/>
                  <a:pt x="1441445" y="5828515"/>
                </a:cubicBezTo>
                <a:close/>
                <a:moveTo>
                  <a:pt x="564047" y="5081627"/>
                </a:moveTo>
                <a:cubicBezTo>
                  <a:pt x="641557" y="5116402"/>
                  <a:pt x="701122" y="5143676"/>
                  <a:pt x="757435" y="5169001"/>
                </a:cubicBezTo>
                <a:cubicBezTo>
                  <a:pt x="751231" y="5345118"/>
                  <a:pt x="664682" y="5505095"/>
                  <a:pt x="714026" y="5699328"/>
                </a:cubicBezTo>
                <a:cubicBezTo>
                  <a:pt x="809018" y="5624578"/>
                  <a:pt x="790582" y="5532365"/>
                  <a:pt x="819070" y="5460266"/>
                </a:cubicBezTo>
                <a:cubicBezTo>
                  <a:pt x="848733" y="5385789"/>
                  <a:pt x="876015" y="5310136"/>
                  <a:pt x="910123" y="5219072"/>
                </a:cubicBezTo>
                <a:cubicBezTo>
                  <a:pt x="1044340" y="5323992"/>
                  <a:pt x="942395" y="5406577"/>
                  <a:pt x="926416" y="5486336"/>
                </a:cubicBezTo>
                <a:cubicBezTo>
                  <a:pt x="907439" y="5579299"/>
                  <a:pt x="879639" y="5670976"/>
                  <a:pt x="855495" y="5763094"/>
                </a:cubicBezTo>
                <a:cubicBezTo>
                  <a:pt x="868677" y="5768242"/>
                  <a:pt x="881859" y="5773390"/>
                  <a:pt x="895041" y="5778538"/>
                </a:cubicBezTo>
                <a:cubicBezTo>
                  <a:pt x="927397" y="5694008"/>
                  <a:pt x="956233" y="5608535"/>
                  <a:pt x="992346" y="5526090"/>
                </a:cubicBezTo>
                <a:cubicBezTo>
                  <a:pt x="1025836" y="5449406"/>
                  <a:pt x="1043304" y="5356038"/>
                  <a:pt x="1173864" y="5315600"/>
                </a:cubicBezTo>
                <a:cubicBezTo>
                  <a:pt x="1058405" y="5641838"/>
                  <a:pt x="952905" y="5938960"/>
                  <a:pt x="847270" y="6236585"/>
                </a:cubicBezTo>
                <a:cubicBezTo>
                  <a:pt x="860685" y="6242873"/>
                  <a:pt x="874102" y="6249162"/>
                  <a:pt x="887516" y="6255450"/>
                </a:cubicBezTo>
                <a:cubicBezTo>
                  <a:pt x="993445" y="6184169"/>
                  <a:pt x="1015272" y="6056414"/>
                  <a:pt x="1071336" y="5951839"/>
                </a:cubicBezTo>
                <a:cubicBezTo>
                  <a:pt x="1128443" y="5845388"/>
                  <a:pt x="1130357" y="5699368"/>
                  <a:pt x="1316332" y="5639299"/>
                </a:cubicBezTo>
                <a:cubicBezTo>
                  <a:pt x="1239300" y="5812061"/>
                  <a:pt x="1176658" y="5955277"/>
                  <a:pt x="1111498" y="6097820"/>
                </a:cubicBezTo>
                <a:cubicBezTo>
                  <a:pt x="1050408" y="6231217"/>
                  <a:pt x="961076" y="6353275"/>
                  <a:pt x="920399" y="6543321"/>
                </a:cubicBezTo>
                <a:cubicBezTo>
                  <a:pt x="1076435" y="6421896"/>
                  <a:pt x="1119853" y="6241744"/>
                  <a:pt x="1314769" y="6236867"/>
                </a:cubicBezTo>
                <a:cubicBezTo>
                  <a:pt x="1181027" y="6415982"/>
                  <a:pt x="1046781" y="6594962"/>
                  <a:pt x="913038" y="6774078"/>
                </a:cubicBezTo>
                <a:cubicBezTo>
                  <a:pt x="924334" y="6786263"/>
                  <a:pt x="935765" y="6797946"/>
                  <a:pt x="947061" y="6810132"/>
                </a:cubicBezTo>
                <a:cubicBezTo>
                  <a:pt x="1122666" y="6788766"/>
                  <a:pt x="1173692" y="6546005"/>
                  <a:pt x="1390926" y="6536333"/>
                </a:cubicBezTo>
                <a:cubicBezTo>
                  <a:pt x="1309143" y="6641289"/>
                  <a:pt x="1209026" y="6724094"/>
                  <a:pt x="1123175" y="6814290"/>
                </a:cubicBezTo>
                <a:lnTo>
                  <a:pt x="1084679" y="6858000"/>
                </a:lnTo>
                <a:lnTo>
                  <a:pt x="104784" y="6858000"/>
                </a:lnTo>
                <a:lnTo>
                  <a:pt x="65939" y="6835675"/>
                </a:lnTo>
                <a:cubicBezTo>
                  <a:pt x="44059" y="6818587"/>
                  <a:pt x="25229" y="6798415"/>
                  <a:pt x="10114" y="6774567"/>
                </a:cubicBezTo>
                <a:cubicBezTo>
                  <a:pt x="221167" y="6665192"/>
                  <a:pt x="457501" y="6646630"/>
                  <a:pt x="681555" y="6591378"/>
                </a:cubicBezTo>
                <a:cubicBezTo>
                  <a:pt x="681031" y="6577231"/>
                  <a:pt x="680876" y="6563721"/>
                  <a:pt x="680218" y="6550076"/>
                </a:cubicBezTo>
                <a:cubicBezTo>
                  <a:pt x="569008" y="6528358"/>
                  <a:pt x="454602" y="6516560"/>
                  <a:pt x="347901" y="6482043"/>
                </a:cubicBezTo>
                <a:cubicBezTo>
                  <a:pt x="244587" y="6448973"/>
                  <a:pt x="119191" y="6528506"/>
                  <a:pt x="0" y="6393672"/>
                </a:cubicBezTo>
                <a:cubicBezTo>
                  <a:pt x="142543" y="6384997"/>
                  <a:pt x="253209" y="6378554"/>
                  <a:pt x="388033" y="6370506"/>
                </a:cubicBezTo>
                <a:cubicBezTo>
                  <a:pt x="315593" y="6296684"/>
                  <a:pt x="230692" y="6273396"/>
                  <a:pt x="156945" y="6232625"/>
                </a:cubicBezTo>
                <a:cubicBezTo>
                  <a:pt x="90712" y="6196023"/>
                  <a:pt x="-7558" y="6186392"/>
                  <a:pt x="5193" y="6042198"/>
                </a:cubicBezTo>
                <a:cubicBezTo>
                  <a:pt x="237445" y="6155607"/>
                  <a:pt x="452022" y="6260511"/>
                  <a:pt x="688533" y="6376141"/>
                </a:cubicBezTo>
                <a:cubicBezTo>
                  <a:pt x="685932" y="6250998"/>
                  <a:pt x="598911" y="6233607"/>
                  <a:pt x="542200" y="6201712"/>
                </a:cubicBezTo>
                <a:cubicBezTo>
                  <a:pt x="345413" y="6090800"/>
                  <a:pt x="193658" y="5938621"/>
                  <a:pt x="90835" y="5738677"/>
                </a:cubicBezTo>
                <a:cubicBezTo>
                  <a:pt x="74927" y="5707478"/>
                  <a:pt x="69457" y="5671534"/>
                  <a:pt x="57248" y="5630552"/>
                </a:cubicBezTo>
                <a:cubicBezTo>
                  <a:pt x="160757" y="5598488"/>
                  <a:pt x="181794" y="5670927"/>
                  <a:pt x="208489" y="5722256"/>
                </a:cubicBezTo>
                <a:cubicBezTo>
                  <a:pt x="281840" y="5863123"/>
                  <a:pt x="385115" y="5974836"/>
                  <a:pt x="515823" y="6062655"/>
                </a:cubicBezTo>
                <a:cubicBezTo>
                  <a:pt x="535439" y="6075993"/>
                  <a:pt x="557778" y="6085211"/>
                  <a:pt x="613381" y="6115194"/>
                </a:cubicBezTo>
                <a:cubicBezTo>
                  <a:pt x="585121" y="6051594"/>
                  <a:pt x="577371" y="6016115"/>
                  <a:pt x="557060" y="5991279"/>
                </a:cubicBezTo>
                <a:cubicBezTo>
                  <a:pt x="438784" y="5846994"/>
                  <a:pt x="316547" y="5705417"/>
                  <a:pt x="197498" y="5562003"/>
                </a:cubicBezTo>
                <a:cubicBezTo>
                  <a:pt x="171355" y="5530756"/>
                  <a:pt x="151492" y="5494187"/>
                  <a:pt x="119794" y="5447443"/>
                </a:cubicBezTo>
                <a:cubicBezTo>
                  <a:pt x="257938" y="5406882"/>
                  <a:pt x="290087" y="5510313"/>
                  <a:pt x="346001" y="5567315"/>
                </a:cubicBezTo>
                <a:cubicBezTo>
                  <a:pt x="404162" y="5625998"/>
                  <a:pt x="455000" y="5691875"/>
                  <a:pt x="530348" y="5742773"/>
                </a:cubicBezTo>
                <a:cubicBezTo>
                  <a:pt x="464313" y="5564539"/>
                  <a:pt x="398278" y="5386303"/>
                  <a:pt x="332108" y="5208571"/>
                </a:cubicBezTo>
                <a:cubicBezTo>
                  <a:pt x="405482" y="5180285"/>
                  <a:pt x="412456" y="5186464"/>
                  <a:pt x="549238" y="5418673"/>
                </a:cubicBezTo>
                <a:cubicBezTo>
                  <a:pt x="554347" y="5300983"/>
                  <a:pt x="558902" y="5201462"/>
                  <a:pt x="564047" y="5081627"/>
                </a:cubicBezTo>
                <a:close/>
                <a:moveTo>
                  <a:pt x="3484566" y="5050701"/>
                </a:moveTo>
                <a:cubicBezTo>
                  <a:pt x="3453884" y="5102817"/>
                  <a:pt x="3430863" y="5142441"/>
                  <a:pt x="3408344" y="5182198"/>
                </a:cubicBezTo>
                <a:cubicBezTo>
                  <a:pt x="3493137" y="5143504"/>
                  <a:pt x="3493137" y="5143504"/>
                  <a:pt x="3484566" y="5050701"/>
                </a:cubicBezTo>
                <a:close/>
                <a:moveTo>
                  <a:pt x="3753012" y="4634545"/>
                </a:moveTo>
                <a:cubicBezTo>
                  <a:pt x="3643304" y="4766227"/>
                  <a:pt x="3632193" y="4880154"/>
                  <a:pt x="3630314" y="5024030"/>
                </a:cubicBezTo>
                <a:cubicBezTo>
                  <a:pt x="3770126" y="4920884"/>
                  <a:pt x="3745647" y="4796882"/>
                  <a:pt x="3753012" y="4634545"/>
                </a:cubicBezTo>
                <a:close/>
                <a:moveTo>
                  <a:pt x="2191761" y="3599906"/>
                </a:moveTo>
                <a:cubicBezTo>
                  <a:pt x="2067894" y="3838773"/>
                  <a:pt x="2027499" y="4088153"/>
                  <a:pt x="2111338" y="4350890"/>
                </a:cubicBezTo>
                <a:cubicBezTo>
                  <a:pt x="2137978" y="4100517"/>
                  <a:pt x="2165122" y="3850280"/>
                  <a:pt x="2191761" y="3599906"/>
                </a:cubicBezTo>
                <a:close/>
                <a:moveTo>
                  <a:pt x="2139285" y="2984627"/>
                </a:moveTo>
                <a:cubicBezTo>
                  <a:pt x="2106068" y="3128724"/>
                  <a:pt x="2076521" y="3257105"/>
                  <a:pt x="2038114" y="3424594"/>
                </a:cubicBezTo>
                <a:cubicBezTo>
                  <a:pt x="2125270" y="3334814"/>
                  <a:pt x="2195307" y="3286778"/>
                  <a:pt x="2229896" y="3220086"/>
                </a:cubicBezTo>
                <a:cubicBezTo>
                  <a:pt x="2272316" y="3138253"/>
                  <a:pt x="2248571" y="3053776"/>
                  <a:pt x="2139285" y="2984627"/>
                </a:cubicBezTo>
                <a:close/>
                <a:moveTo>
                  <a:pt x="2045357" y="2781680"/>
                </a:moveTo>
                <a:cubicBezTo>
                  <a:pt x="1955972" y="2960290"/>
                  <a:pt x="1880913" y="3357152"/>
                  <a:pt x="1898928" y="3505280"/>
                </a:cubicBezTo>
                <a:cubicBezTo>
                  <a:pt x="1904165" y="3501835"/>
                  <a:pt x="1911784" y="3499566"/>
                  <a:pt x="1913499" y="3495177"/>
                </a:cubicBezTo>
                <a:cubicBezTo>
                  <a:pt x="1989852" y="3294758"/>
                  <a:pt x="1958965" y="3061833"/>
                  <a:pt x="2099086" y="2879039"/>
                </a:cubicBezTo>
                <a:cubicBezTo>
                  <a:pt x="2105940" y="2869563"/>
                  <a:pt x="2071754" y="2828078"/>
                  <a:pt x="2045357" y="2781680"/>
                </a:cubicBezTo>
                <a:close/>
                <a:moveTo>
                  <a:pt x="2445714" y="657549"/>
                </a:moveTo>
                <a:cubicBezTo>
                  <a:pt x="2432993" y="662761"/>
                  <a:pt x="2420908" y="667604"/>
                  <a:pt x="2408187" y="672815"/>
                </a:cubicBezTo>
                <a:cubicBezTo>
                  <a:pt x="2451815" y="807874"/>
                  <a:pt x="2495074" y="942294"/>
                  <a:pt x="2543521" y="1091573"/>
                </a:cubicBezTo>
                <a:cubicBezTo>
                  <a:pt x="2647189" y="996521"/>
                  <a:pt x="2559539" y="933170"/>
                  <a:pt x="2534234" y="866591"/>
                </a:cubicBezTo>
                <a:cubicBezTo>
                  <a:pt x="2507357" y="795819"/>
                  <a:pt x="2475646" y="726985"/>
                  <a:pt x="2445714" y="657549"/>
                </a:cubicBezTo>
                <a:close/>
                <a:moveTo>
                  <a:pt x="2412873" y="0"/>
                </a:moveTo>
                <a:lnTo>
                  <a:pt x="2529957" y="0"/>
                </a:lnTo>
                <a:lnTo>
                  <a:pt x="2583860" y="285134"/>
                </a:lnTo>
                <a:cubicBezTo>
                  <a:pt x="2603251" y="382587"/>
                  <a:pt x="2623276" y="479940"/>
                  <a:pt x="2643016" y="577351"/>
                </a:cubicBezTo>
                <a:cubicBezTo>
                  <a:pt x="2647791" y="601796"/>
                  <a:pt x="2661829" y="623875"/>
                  <a:pt x="2683825" y="676637"/>
                </a:cubicBezTo>
                <a:cubicBezTo>
                  <a:pt x="2724724" y="467392"/>
                  <a:pt x="2699630" y="258351"/>
                  <a:pt x="2709915" y="60368"/>
                </a:cubicBezTo>
                <a:lnTo>
                  <a:pt x="2715689" y="0"/>
                </a:lnTo>
                <a:lnTo>
                  <a:pt x="2823803" y="0"/>
                </a:lnTo>
                <a:lnTo>
                  <a:pt x="2795833" y="345165"/>
                </a:lnTo>
                <a:cubicBezTo>
                  <a:pt x="2808044" y="347897"/>
                  <a:pt x="2820389" y="350128"/>
                  <a:pt x="2832734" y="352359"/>
                </a:cubicBezTo>
                <a:lnTo>
                  <a:pt x="2978848" y="0"/>
                </a:lnTo>
                <a:lnTo>
                  <a:pt x="3056356" y="0"/>
                </a:lnTo>
                <a:lnTo>
                  <a:pt x="3064838" y="8688"/>
                </a:lnTo>
                <a:cubicBezTo>
                  <a:pt x="3072996" y="26294"/>
                  <a:pt x="3068060" y="47733"/>
                  <a:pt x="3058339" y="73950"/>
                </a:cubicBezTo>
                <a:cubicBezTo>
                  <a:pt x="3019085" y="178181"/>
                  <a:pt x="2950009" y="274959"/>
                  <a:pt x="2964524" y="397907"/>
                </a:cubicBezTo>
                <a:cubicBezTo>
                  <a:pt x="3062525" y="370294"/>
                  <a:pt x="3022564" y="189349"/>
                  <a:pt x="3198449" y="227319"/>
                </a:cubicBezTo>
                <a:cubicBezTo>
                  <a:pt x="3136204" y="338857"/>
                  <a:pt x="3082160" y="435892"/>
                  <a:pt x="3028251" y="532426"/>
                </a:cubicBezTo>
                <a:cubicBezTo>
                  <a:pt x="3035827" y="540382"/>
                  <a:pt x="3043537" y="547834"/>
                  <a:pt x="3051113" y="555790"/>
                </a:cubicBezTo>
                <a:cubicBezTo>
                  <a:pt x="3133347" y="488396"/>
                  <a:pt x="3216220" y="420634"/>
                  <a:pt x="3319980" y="335305"/>
                </a:cubicBezTo>
                <a:cubicBezTo>
                  <a:pt x="3327116" y="491831"/>
                  <a:pt x="3205529" y="516895"/>
                  <a:pt x="3150131" y="588787"/>
                </a:cubicBezTo>
                <a:cubicBezTo>
                  <a:pt x="3083381" y="674875"/>
                  <a:pt x="3012002" y="758107"/>
                  <a:pt x="2951622" y="848597"/>
                </a:cubicBezTo>
                <a:cubicBezTo>
                  <a:pt x="2897324" y="930479"/>
                  <a:pt x="2819277" y="1004383"/>
                  <a:pt x="2818780" y="1141086"/>
                </a:cubicBezTo>
                <a:cubicBezTo>
                  <a:pt x="3000061" y="1005955"/>
                  <a:pt x="3085408" y="804174"/>
                  <a:pt x="3295693" y="725838"/>
                </a:cubicBezTo>
                <a:cubicBezTo>
                  <a:pt x="3273714" y="763586"/>
                  <a:pt x="3255959" y="805697"/>
                  <a:pt x="3228111" y="839179"/>
                </a:cubicBezTo>
                <a:cubicBezTo>
                  <a:pt x="3071243" y="1026105"/>
                  <a:pt x="2910753" y="1210444"/>
                  <a:pt x="2753013" y="1396598"/>
                </a:cubicBezTo>
                <a:cubicBezTo>
                  <a:pt x="2704945" y="1453214"/>
                  <a:pt x="2643292" y="1506189"/>
                  <a:pt x="2672132" y="1595804"/>
                </a:cubicBezTo>
                <a:cubicBezTo>
                  <a:pt x="2867935" y="1430623"/>
                  <a:pt x="3062230" y="1265039"/>
                  <a:pt x="3258502" y="1102139"/>
                </a:cubicBezTo>
                <a:cubicBezTo>
                  <a:pt x="3268877" y="1093606"/>
                  <a:pt x="3292625" y="1101586"/>
                  <a:pt x="3353759" y="1102882"/>
                </a:cubicBezTo>
                <a:cubicBezTo>
                  <a:pt x="3223931" y="1221093"/>
                  <a:pt x="3118385" y="1315103"/>
                  <a:pt x="3014951" y="1411295"/>
                </a:cubicBezTo>
                <a:cubicBezTo>
                  <a:pt x="2901509" y="1516657"/>
                  <a:pt x="2778345" y="1614028"/>
                  <a:pt x="2682237" y="1733193"/>
                </a:cubicBezTo>
                <a:cubicBezTo>
                  <a:pt x="2598392" y="1836789"/>
                  <a:pt x="2546096" y="1965539"/>
                  <a:pt x="2479450" y="2083440"/>
                </a:cubicBezTo>
                <a:cubicBezTo>
                  <a:pt x="2488472" y="2088012"/>
                  <a:pt x="2498132" y="2092216"/>
                  <a:pt x="2503532" y="2094203"/>
                </a:cubicBezTo>
                <a:cubicBezTo>
                  <a:pt x="2737660" y="1850401"/>
                  <a:pt x="2971285" y="1606466"/>
                  <a:pt x="3206149" y="1363939"/>
                </a:cubicBezTo>
                <a:cubicBezTo>
                  <a:pt x="3209877" y="1360090"/>
                  <a:pt x="3227651" y="1370240"/>
                  <a:pt x="3265856" y="1382632"/>
                </a:cubicBezTo>
                <a:cubicBezTo>
                  <a:pt x="2991952" y="1716517"/>
                  <a:pt x="2653075" y="1990971"/>
                  <a:pt x="2504245" y="2409548"/>
                </a:cubicBezTo>
                <a:cubicBezTo>
                  <a:pt x="2645711" y="2259977"/>
                  <a:pt x="2786674" y="2110272"/>
                  <a:pt x="2953868" y="1933115"/>
                </a:cubicBezTo>
                <a:cubicBezTo>
                  <a:pt x="2944928" y="1984593"/>
                  <a:pt x="2944842" y="2005041"/>
                  <a:pt x="2937109" y="2021824"/>
                </a:cubicBezTo>
                <a:cubicBezTo>
                  <a:pt x="2926116" y="2044738"/>
                  <a:pt x="2911601" y="2066708"/>
                  <a:pt x="2895476" y="2086629"/>
                </a:cubicBezTo>
                <a:cubicBezTo>
                  <a:pt x="2758353" y="2256220"/>
                  <a:pt x="2617106" y="2423088"/>
                  <a:pt x="2484341" y="2596541"/>
                </a:cubicBezTo>
                <a:cubicBezTo>
                  <a:pt x="2444161" y="2649883"/>
                  <a:pt x="2408666" y="2717948"/>
                  <a:pt x="2400519" y="2782567"/>
                </a:cubicBezTo>
                <a:cubicBezTo>
                  <a:pt x="2363573" y="3075432"/>
                  <a:pt x="2337094" y="3369485"/>
                  <a:pt x="2330841" y="3670574"/>
                </a:cubicBezTo>
                <a:cubicBezTo>
                  <a:pt x="2341034" y="3642597"/>
                  <a:pt x="2358172" y="3614865"/>
                  <a:pt x="2359272" y="3586608"/>
                </a:cubicBezTo>
                <a:cubicBezTo>
                  <a:pt x="2375761" y="3247318"/>
                  <a:pt x="2486477" y="2932739"/>
                  <a:pt x="2609271" y="2621396"/>
                </a:cubicBezTo>
                <a:cubicBezTo>
                  <a:pt x="2627870" y="2574123"/>
                  <a:pt x="2669445" y="2535700"/>
                  <a:pt x="2730771" y="2510111"/>
                </a:cubicBezTo>
                <a:cubicBezTo>
                  <a:pt x="2683896" y="2654859"/>
                  <a:pt x="2636887" y="2800109"/>
                  <a:pt x="2590012" y="2944858"/>
                </a:cubicBezTo>
                <a:cubicBezTo>
                  <a:pt x="2784877" y="2706699"/>
                  <a:pt x="2860457" y="2400482"/>
                  <a:pt x="3113847" y="2153223"/>
                </a:cubicBezTo>
                <a:cubicBezTo>
                  <a:pt x="2959629" y="2485238"/>
                  <a:pt x="2824406" y="2776550"/>
                  <a:pt x="2689048" y="3068366"/>
                </a:cubicBezTo>
                <a:cubicBezTo>
                  <a:pt x="2990734" y="2735460"/>
                  <a:pt x="3195183" y="2330709"/>
                  <a:pt x="3514969" y="2018815"/>
                </a:cubicBezTo>
                <a:cubicBezTo>
                  <a:pt x="3529823" y="2029799"/>
                  <a:pt x="3544174" y="2040648"/>
                  <a:pt x="3558525" y="2051496"/>
                </a:cubicBezTo>
                <a:cubicBezTo>
                  <a:pt x="3457363" y="2193550"/>
                  <a:pt x="3356705" y="2335738"/>
                  <a:pt x="3255544" y="2477792"/>
                </a:cubicBezTo>
                <a:cubicBezTo>
                  <a:pt x="3261177" y="2480919"/>
                  <a:pt x="3266677" y="2484547"/>
                  <a:pt x="3272311" y="2487672"/>
                </a:cubicBezTo>
                <a:lnTo>
                  <a:pt x="3772547" y="2100610"/>
                </a:lnTo>
                <a:lnTo>
                  <a:pt x="3772547" y="2150086"/>
                </a:lnTo>
                <a:lnTo>
                  <a:pt x="3505352" y="2400889"/>
                </a:lnTo>
                <a:cubicBezTo>
                  <a:pt x="3392812" y="2510937"/>
                  <a:pt x="3284815" y="2625166"/>
                  <a:pt x="3187478" y="2749928"/>
                </a:cubicBezTo>
                <a:cubicBezTo>
                  <a:pt x="3388350" y="2690619"/>
                  <a:pt x="3546088" y="2542715"/>
                  <a:pt x="3759511" y="2519092"/>
                </a:cubicBezTo>
                <a:cubicBezTo>
                  <a:pt x="3447632" y="2735056"/>
                  <a:pt x="3105430" y="2905184"/>
                  <a:pt x="2813207" y="3200760"/>
                </a:cubicBezTo>
                <a:cubicBezTo>
                  <a:pt x="3077019" y="3148079"/>
                  <a:pt x="3288398" y="3011316"/>
                  <a:pt x="3528616" y="3002414"/>
                </a:cubicBezTo>
                <a:cubicBezTo>
                  <a:pt x="3532697" y="3015361"/>
                  <a:pt x="3537148" y="3028944"/>
                  <a:pt x="3541229" y="3041889"/>
                </a:cubicBezTo>
                <a:cubicBezTo>
                  <a:pt x="3325465" y="3130609"/>
                  <a:pt x="3109063" y="3219696"/>
                  <a:pt x="2892796" y="3308281"/>
                </a:cubicBezTo>
                <a:cubicBezTo>
                  <a:pt x="2895573" y="3316029"/>
                  <a:pt x="2898216" y="3324279"/>
                  <a:pt x="2900491" y="3331893"/>
                </a:cubicBezTo>
                <a:cubicBezTo>
                  <a:pt x="3020434" y="3306926"/>
                  <a:pt x="3139740" y="3282328"/>
                  <a:pt x="3259179" y="3257227"/>
                </a:cubicBezTo>
                <a:cubicBezTo>
                  <a:pt x="3264770" y="3270577"/>
                  <a:pt x="3270496" y="3283425"/>
                  <a:pt x="3276087" y="3296775"/>
                </a:cubicBezTo>
                <a:cubicBezTo>
                  <a:pt x="3242918" y="3315900"/>
                  <a:pt x="3211188" y="3339722"/>
                  <a:pt x="3175844" y="3352877"/>
                </a:cubicBezTo>
                <a:cubicBezTo>
                  <a:pt x="2983249" y="3423562"/>
                  <a:pt x="2789179" y="3491698"/>
                  <a:pt x="2595847" y="3561108"/>
                </a:cubicBezTo>
                <a:cubicBezTo>
                  <a:pt x="2533820" y="3583277"/>
                  <a:pt x="2478865" y="3613265"/>
                  <a:pt x="2486394" y="3707944"/>
                </a:cubicBezTo>
                <a:cubicBezTo>
                  <a:pt x="2709510" y="3686380"/>
                  <a:pt x="2907205" y="3544333"/>
                  <a:pt x="3179439" y="3601116"/>
                </a:cubicBezTo>
                <a:cubicBezTo>
                  <a:pt x="2938785" y="3682090"/>
                  <a:pt x="2740654" y="3751292"/>
                  <a:pt x="2540349" y="3814523"/>
                </a:cubicBezTo>
                <a:cubicBezTo>
                  <a:pt x="2450802" y="3842786"/>
                  <a:pt x="2372602" y="3864929"/>
                  <a:pt x="2356656" y="3980794"/>
                </a:cubicBezTo>
                <a:cubicBezTo>
                  <a:pt x="2349766" y="4030665"/>
                  <a:pt x="2294463" y="4074029"/>
                  <a:pt x="2260967" y="4120542"/>
                </a:cubicBezTo>
                <a:cubicBezTo>
                  <a:pt x="2270520" y="4131183"/>
                  <a:pt x="2280710" y="4141456"/>
                  <a:pt x="2290263" y="4152097"/>
                </a:cubicBezTo>
                <a:cubicBezTo>
                  <a:pt x="2445361" y="4064361"/>
                  <a:pt x="2601098" y="3976257"/>
                  <a:pt x="2756331" y="3888019"/>
                </a:cubicBezTo>
                <a:cubicBezTo>
                  <a:pt x="2763404" y="3895840"/>
                  <a:pt x="2770342" y="3904163"/>
                  <a:pt x="2777414" y="3911984"/>
                </a:cubicBezTo>
                <a:cubicBezTo>
                  <a:pt x="2757562" y="3935756"/>
                  <a:pt x="2741160" y="3964762"/>
                  <a:pt x="2716348" y="3982895"/>
                </a:cubicBezTo>
                <a:cubicBezTo>
                  <a:pt x="2602256" y="4066535"/>
                  <a:pt x="2483472" y="4143529"/>
                  <a:pt x="2372228" y="4230625"/>
                </a:cubicBezTo>
                <a:cubicBezTo>
                  <a:pt x="2321022" y="4270777"/>
                  <a:pt x="2284293" y="4329354"/>
                  <a:pt x="2240762" y="4379105"/>
                </a:cubicBezTo>
                <a:cubicBezTo>
                  <a:pt x="2250081" y="4388605"/>
                  <a:pt x="2259535" y="4397603"/>
                  <a:pt x="2268988" y="4406600"/>
                </a:cubicBezTo>
                <a:cubicBezTo>
                  <a:pt x="2340570" y="4356824"/>
                  <a:pt x="2410813" y="4303995"/>
                  <a:pt x="2485245" y="4257675"/>
                </a:cubicBezTo>
                <a:cubicBezTo>
                  <a:pt x="2552659" y="4215402"/>
                  <a:pt x="2624630" y="4180275"/>
                  <a:pt x="2708599" y="4160754"/>
                </a:cubicBezTo>
                <a:cubicBezTo>
                  <a:pt x="2530781" y="4361460"/>
                  <a:pt x="2251317" y="4466513"/>
                  <a:pt x="2154688" y="4784867"/>
                </a:cubicBezTo>
                <a:cubicBezTo>
                  <a:pt x="2340793" y="4694126"/>
                  <a:pt x="2463718" y="4565446"/>
                  <a:pt x="2645822" y="4556058"/>
                </a:cubicBezTo>
                <a:cubicBezTo>
                  <a:pt x="2506675" y="4664769"/>
                  <a:pt x="2369003" y="4776029"/>
                  <a:pt x="2227510" y="4881418"/>
                </a:cubicBezTo>
                <a:cubicBezTo>
                  <a:pt x="2096762" y="4978911"/>
                  <a:pt x="2057316" y="5110026"/>
                  <a:pt x="2057993" y="5282600"/>
                </a:cubicBezTo>
                <a:cubicBezTo>
                  <a:pt x="2306451" y="5180552"/>
                  <a:pt x="2467141" y="4961249"/>
                  <a:pt x="2728941" y="4908031"/>
                </a:cubicBezTo>
                <a:cubicBezTo>
                  <a:pt x="2602552" y="5009385"/>
                  <a:pt x="2474788" y="5109832"/>
                  <a:pt x="2349504" y="5213099"/>
                </a:cubicBezTo>
                <a:cubicBezTo>
                  <a:pt x="2245241" y="5298295"/>
                  <a:pt x="2144933" y="5388859"/>
                  <a:pt x="2039798" y="5473283"/>
                </a:cubicBezTo>
                <a:cubicBezTo>
                  <a:pt x="1967706" y="5531003"/>
                  <a:pt x="1962657" y="5584061"/>
                  <a:pt x="2050129" y="5658139"/>
                </a:cubicBezTo>
                <a:cubicBezTo>
                  <a:pt x="2158842" y="5586527"/>
                  <a:pt x="2269333" y="5514314"/>
                  <a:pt x="2401412" y="5427953"/>
                </a:cubicBezTo>
                <a:cubicBezTo>
                  <a:pt x="2324051" y="5811268"/>
                  <a:pt x="2091102" y="6121110"/>
                  <a:pt x="1987248" y="6524803"/>
                </a:cubicBezTo>
                <a:cubicBezTo>
                  <a:pt x="2116288" y="6423619"/>
                  <a:pt x="2180757" y="6337996"/>
                  <a:pt x="2229444" y="6228751"/>
                </a:cubicBezTo>
                <a:cubicBezTo>
                  <a:pt x="2355666" y="5946879"/>
                  <a:pt x="2494801" y="5671160"/>
                  <a:pt x="2630547" y="5393994"/>
                </a:cubicBezTo>
                <a:cubicBezTo>
                  <a:pt x="2641001" y="5373092"/>
                  <a:pt x="2661987" y="5357166"/>
                  <a:pt x="2693638" y="5345714"/>
                </a:cubicBezTo>
                <a:cubicBezTo>
                  <a:pt x="2643215" y="5590253"/>
                  <a:pt x="2491965" y="5796462"/>
                  <a:pt x="2415454" y="6059869"/>
                </a:cubicBezTo>
                <a:cubicBezTo>
                  <a:pt x="2544385" y="6003372"/>
                  <a:pt x="2615126" y="5920507"/>
                  <a:pt x="2673329" y="5824049"/>
                </a:cubicBezTo>
                <a:cubicBezTo>
                  <a:pt x="2862763" y="5509551"/>
                  <a:pt x="3050184" y="5194513"/>
                  <a:pt x="3239985" y="4880653"/>
                </a:cubicBezTo>
                <a:cubicBezTo>
                  <a:pt x="3280782" y="4812930"/>
                  <a:pt x="3329595" y="4749511"/>
                  <a:pt x="3375154" y="4684141"/>
                </a:cubicBezTo>
                <a:cubicBezTo>
                  <a:pt x="3385650" y="4691263"/>
                  <a:pt x="3396146" y="4698386"/>
                  <a:pt x="3406641" y="4705508"/>
                </a:cubicBezTo>
                <a:cubicBezTo>
                  <a:pt x="3255926" y="4986206"/>
                  <a:pt x="3105580" y="5267539"/>
                  <a:pt x="2954865" y="5548237"/>
                </a:cubicBezTo>
                <a:cubicBezTo>
                  <a:pt x="2965594" y="5556498"/>
                  <a:pt x="2976190" y="5565263"/>
                  <a:pt x="2986919" y="5573525"/>
                </a:cubicBezTo>
                <a:cubicBezTo>
                  <a:pt x="3049055" y="5506672"/>
                  <a:pt x="3122827" y="5446708"/>
                  <a:pt x="3170208" y="5370514"/>
                </a:cubicBezTo>
                <a:cubicBezTo>
                  <a:pt x="3303110" y="5158311"/>
                  <a:pt x="3431284" y="4941609"/>
                  <a:pt x="3548793" y="4720432"/>
                </a:cubicBezTo>
                <a:cubicBezTo>
                  <a:pt x="3595750" y="4631734"/>
                  <a:pt x="3608264" y="4524648"/>
                  <a:pt x="3643719" y="4428558"/>
                </a:cubicBezTo>
                <a:cubicBezTo>
                  <a:pt x="3656031" y="4394684"/>
                  <a:pt x="3690681" y="4370029"/>
                  <a:pt x="3748137" y="4356872"/>
                </a:cubicBezTo>
                <a:cubicBezTo>
                  <a:pt x="3748687" y="4415202"/>
                  <a:pt x="3748868" y="4472894"/>
                  <a:pt x="3749459" y="4559249"/>
                </a:cubicBezTo>
                <a:lnTo>
                  <a:pt x="3772547" y="4522718"/>
                </a:lnTo>
                <a:lnTo>
                  <a:pt x="3772547" y="5175880"/>
                </a:lnTo>
                <a:lnTo>
                  <a:pt x="3746445" y="5187135"/>
                </a:lnTo>
                <a:cubicBezTo>
                  <a:pt x="3713230" y="5207191"/>
                  <a:pt x="3683062" y="5237761"/>
                  <a:pt x="3654602" y="5281584"/>
                </a:cubicBezTo>
                <a:lnTo>
                  <a:pt x="3772547" y="5292972"/>
                </a:lnTo>
                <a:lnTo>
                  <a:pt x="3772547" y="5392015"/>
                </a:lnTo>
                <a:lnTo>
                  <a:pt x="3592335" y="5399303"/>
                </a:lnTo>
                <a:cubicBezTo>
                  <a:pt x="3532793" y="5405715"/>
                  <a:pt x="3474367" y="5418343"/>
                  <a:pt x="3418032" y="5443922"/>
                </a:cubicBezTo>
                <a:cubicBezTo>
                  <a:pt x="3418153" y="5459576"/>
                  <a:pt x="3417769" y="5475097"/>
                  <a:pt x="3417889" y="5490752"/>
                </a:cubicBezTo>
                <a:lnTo>
                  <a:pt x="3772547" y="5529147"/>
                </a:lnTo>
                <a:lnTo>
                  <a:pt x="3772547" y="5605381"/>
                </a:lnTo>
                <a:lnTo>
                  <a:pt x="3629414" y="5612078"/>
                </a:lnTo>
                <a:cubicBezTo>
                  <a:pt x="3500059" y="5610279"/>
                  <a:pt x="3364992" y="5598600"/>
                  <a:pt x="3219677" y="5610572"/>
                </a:cubicBezTo>
                <a:cubicBezTo>
                  <a:pt x="3426489" y="5696156"/>
                  <a:pt x="3594392" y="5765927"/>
                  <a:pt x="3762799" y="5835833"/>
                </a:cubicBezTo>
                <a:cubicBezTo>
                  <a:pt x="3501949" y="5877455"/>
                  <a:pt x="3285910" y="5685425"/>
                  <a:pt x="3030643" y="5748475"/>
                </a:cubicBezTo>
                <a:cubicBezTo>
                  <a:pt x="3017454" y="5751406"/>
                  <a:pt x="3009813" y="5777911"/>
                  <a:pt x="2992944" y="5804637"/>
                </a:cubicBezTo>
                <a:cubicBezTo>
                  <a:pt x="3141723" y="5945783"/>
                  <a:pt x="3334270" y="6000070"/>
                  <a:pt x="3519784" y="6074558"/>
                </a:cubicBezTo>
                <a:cubicBezTo>
                  <a:pt x="3391163" y="6158076"/>
                  <a:pt x="3303953" y="6091072"/>
                  <a:pt x="2885684" y="5903036"/>
                </a:cubicBezTo>
                <a:cubicBezTo>
                  <a:pt x="2854413" y="5937217"/>
                  <a:pt x="2818777" y="5975615"/>
                  <a:pt x="2775550" y="6022215"/>
                </a:cubicBezTo>
                <a:cubicBezTo>
                  <a:pt x="2977638" y="6171718"/>
                  <a:pt x="3195010" y="6229963"/>
                  <a:pt x="3423078" y="6260366"/>
                </a:cubicBezTo>
                <a:cubicBezTo>
                  <a:pt x="3421992" y="6272466"/>
                  <a:pt x="3421276" y="6285203"/>
                  <a:pt x="3420560" y="6297941"/>
                </a:cubicBezTo>
                <a:cubicBezTo>
                  <a:pt x="3348143" y="6306550"/>
                  <a:pt x="3275862" y="6314659"/>
                  <a:pt x="3199016" y="6323697"/>
                </a:cubicBezTo>
                <a:cubicBezTo>
                  <a:pt x="3216711" y="6346217"/>
                  <a:pt x="3234173" y="6367596"/>
                  <a:pt x="3258069" y="6397164"/>
                </a:cubicBezTo>
                <a:cubicBezTo>
                  <a:pt x="2997430" y="6464163"/>
                  <a:pt x="2777558" y="6244170"/>
                  <a:pt x="2523644" y="6332364"/>
                </a:cubicBezTo>
                <a:cubicBezTo>
                  <a:pt x="2750414" y="6387739"/>
                  <a:pt x="2977049" y="6443618"/>
                  <a:pt x="3238170" y="6507658"/>
                </a:cubicBezTo>
                <a:cubicBezTo>
                  <a:pt x="3183222" y="6529569"/>
                  <a:pt x="3153136" y="6553292"/>
                  <a:pt x="3127035" y="6550069"/>
                </a:cubicBezTo>
                <a:cubicBezTo>
                  <a:pt x="2999816" y="6533759"/>
                  <a:pt x="2873206" y="6511147"/>
                  <a:pt x="2746596" y="6488535"/>
                </a:cubicBezTo>
                <a:cubicBezTo>
                  <a:pt x="2638640" y="6468767"/>
                  <a:pt x="2532065" y="6441826"/>
                  <a:pt x="2424002" y="6428494"/>
                </a:cubicBezTo>
                <a:cubicBezTo>
                  <a:pt x="2392231" y="6424291"/>
                  <a:pt x="2355830" y="6455481"/>
                  <a:pt x="2280606" y="6488659"/>
                </a:cubicBezTo>
                <a:cubicBezTo>
                  <a:pt x="2560458" y="6543172"/>
                  <a:pt x="2789553" y="6587858"/>
                  <a:pt x="3060078" y="6640951"/>
                </a:cubicBezTo>
                <a:cubicBezTo>
                  <a:pt x="2935873" y="6701947"/>
                  <a:pt x="2848456" y="6677985"/>
                  <a:pt x="2763439" y="6669212"/>
                </a:cubicBezTo>
                <a:cubicBezTo>
                  <a:pt x="2603372" y="6652720"/>
                  <a:pt x="2443743" y="6632573"/>
                  <a:pt x="2284249" y="6611926"/>
                </a:cubicBezTo>
                <a:cubicBezTo>
                  <a:pt x="2189304" y="6599953"/>
                  <a:pt x="2123576" y="6631904"/>
                  <a:pt x="2088752" y="6735705"/>
                </a:cubicBezTo>
                <a:cubicBezTo>
                  <a:pt x="2299284" y="6825518"/>
                  <a:pt x="2527511" y="6792933"/>
                  <a:pt x="2744260" y="6835388"/>
                </a:cubicBezTo>
                <a:lnTo>
                  <a:pt x="2666732" y="6858000"/>
                </a:lnTo>
                <a:lnTo>
                  <a:pt x="1726042" y="6858000"/>
                </a:lnTo>
                <a:lnTo>
                  <a:pt x="1735077" y="6850032"/>
                </a:lnTo>
                <a:cubicBezTo>
                  <a:pt x="1786208" y="6800095"/>
                  <a:pt x="1824155" y="6748040"/>
                  <a:pt x="1834534" y="6682133"/>
                </a:cubicBezTo>
                <a:cubicBezTo>
                  <a:pt x="1862857" y="6497936"/>
                  <a:pt x="1943665" y="6341271"/>
                  <a:pt x="2017500" y="6178426"/>
                </a:cubicBezTo>
                <a:cubicBezTo>
                  <a:pt x="2093823" y="6010323"/>
                  <a:pt x="2175546" y="5844205"/>
                  <a:pt x="2254753" y="5677413"/>
                </a:cubicBezTo>
                <a:cubicBezTo>
                  <a:pt x="2049293" y="5761891"/>
                  <a:pt x="1922298" y="5937965"/>
                  <a:pt x="1840100" y="6109882"/>
                </a:cubicBezTo>
                <a:cubicBezTo>
                  <a:pt x="1743808" y="6310749"/>
                  <a:pt x="1687849" y="6530909"/>
                  <a:pt x="1624328" y="6765710"/>
                </a:cubicBezTo>
                <a:lnTo>
                  <a:pt x="1598196" y="6858000"/>
                </a:lnTo>
                <a:lnTo>
                  <a:pt x="1329551" y="6858000"/>
                </a:lnTo>
                <a:lnTo>
                  <a:pt x="1498508" y="6525294"/>
                </a:lnTo>
                <a:cubicBezTo>
                  <a:pt x="1537803" y="6449088"/>
                  <a:pt x="1537531" y="6381674"/>
                  <a:pt x="1487939" y="6309126"/>
                </a:cubicBezTo>
                <a:cubicBezTo>
                  <a:pt x="1444512" y="6245772"/>
                  <a:pt x="1405587" y="6177698"/>
                  <a:pt x="1373642" y="6107724"/>
                </a:cubicBezTo>
                <a:cubicBezTo>
                  <a:pt x="1320134" y="5989412"/>
                  <a:pt x="1228242" y="5869436"/>
                  <a:pt x="1377198" y="5748269"/>
                </a:cubicBezTo>
                <a:cubicBezTo>
                  <a:pt x="1397815" y="5731705"/>
                  <a:pt x="1389207" y="5679297"/>
                  <a:pt x="1395219" y="5636733"/>
                </a:cubicBezTo>
                <a:cubicBezTo>
                  <a:pt x="1590850" y="5657367"/>
                  <a:pt x="1572738" y="5865850"/>
                  <a:pt x="1703951" y="5953804"/>
                </a:cubicBezTo>
                <a:cubicBezTo>
                  <a:pt x="1731218" y="5894308"/>
                  <a:pt x="1756770" y="5839200"/>
                  <a:pt x="1783768" y="5780710"/>
                </a:cubicBezTo>
                <a:cubicBezTo>
                  <a:pt x="1688991" y="5659422"/>
                  <a:pt x="1598673" y="5543638"/>
                  <a:pt x="1498333" y="5414932"/>
                </a:cubicBezTo>
                <a:cubicBezTo>
                  <a:pt x="1550887" y="5369754"/>
                  <a:pt x="1597026" y="5330398"/>
                  <a:pt x="1651493" y="5284117"/>
                </a:cubicBezTo>
                <a:cubicBezTo>
                  <a:pt x="1725564" y="5335750"/>
                  <a:pt x="1791522" y="5381437"/>
                  <a:pt x="1899695" y="5456752"/>
                </a:cubicBezTo>
                <a:cubicBezTo>
                  <a:pt x="1872555" y="5378906"/>
                  <a:pt x="1869475" y="5336060"/>
                  <a:pt x="1846783" y="5310048"/>
                </a:cubicBezTo>
                <a:cubicBezTo>
                  <a:pt x="1753905" y="5203813"/>
                  <a:pt x="1652701" y="5104506"/>
                  <a:pt x="1559454" y="4997634"/>
                </a:cubicBezTo>
                <a:cubicBezTo>
                  <a:pt x="1507871" y="4938560"/>
                  <a:pt x="1466663" y="4870952"/>
                  <a:pt x="1440197" y="4790594"/>
                </a:cubicBezTo>
                <a:cubicBezTo>
                  <a:pt x="1611297" y="4850447"/>
                  <a:pt x="1689090" y="5012976"/>
                  <a:pt x="1820387" y="5118730"/>
                </a:cubicBezTo>
                <a:cubicBezTo>
                  <a:pt x="1834256" y="4998539"/>
                  <a:pt x="1837849" y="4995193"/>
                  <a:pt x="1764530" y="4928677"/>
                </a:cubicBezTo>
                <a:cubicBezTo>
                  <a:pt x="1579806" y="4760661"/>
                  <a:pt x="1391993" y="4596127"/>
                  <a:pt x="1197377" y="4422766"/>
                </a:cubicBezTo>
                <a:cubicBezTo>
                  <a:pt x="1212632" y="4363823"/>
                  <a:pt x="1270703" y="4374534"/>
                  <a:pt x="1310537" y="4402986"/>
                </a:cubicBezTo>
                <a:cubicBezTo>
                  <a:pt x="1430681" y="4487973"/>
                  <a:pt x="1545380" y="4581199"/>
                  <a:pt x="1660484" y="4672917"/>
                </a:cubicBezTo>
                <a:cubicBezTo>
                  <a:pt x="1699645" y="4703882"/>
                  <a:pt x="1733534" y="4740438"/>
                  <a:pt x="1775842" y="4779788"/>
                </a:cubicBezTo>
                <a:cubicBezTo>
                  <a:pt x="1825971" y="4598740"/>
                  <a:pt x="1768968" y="4485417"/>
                  <a:pt x="1614496" y="4405777"/>
                </a:cubicBezTo>
                <a:cubicBezTo>
                  <a:pt x="1471929" y="4332021"/>
                  <a:pt x="1336421" y="4243993"/>
                  <a:pt x="1199467" y="4159350"/>
                </a:cubicBezTo>
                <a:cubicBezTo>
                  <a:pt x="1166202" y="4138585"/>
                  <a:pt x="1139961" y="4105696"/>
                  <a:pt x="1091551" y="4060939"/>
                </a:cubicBezTo>
                <a:cubicBezTo>
                  <a:pt x="1259417" y="4026187"/>
                  <a:pt x="1343741" y="4130129"/>
                  <a:pt x="1445828" y="4183881"/>
                </a:cubicBezTo>
                <a:cubicBezTo>
                  <a:pt x="1546405" y="4237228"/>
                  <a:pt x="1642949" y="4297576"/>
                  <a:pt x="1742683" y="4356083"/>
                </a:cubicBezTo>
                <a:cubicBezTo>
                  <a:pt x="1787060" y="4262922"/>
                  <a:pt x="1734653" y="4223022"/>
                  <a:pt x="1684025" y="4182519"/>
                </a:cubicBezTo>
                <a:cubicBezTo>
                  <a:pt x="1543877" y="4069545"/>
                  <a:pt x="1403091" y="3956939"/>
                  <a:pt x="1263849" y="3842591"/>
                </a:cubicBezTo>
                <a:cubicBezTo>
                  <a:pt x="1222342" y="3808304"/>
                  <a:pt x="1186243" y="3767924"/>
                  <a:pt x="1128414" y="3712025"/>
                </a:cubicBezTo>
                <a:cubicBezTo>
                  <a:pt x="1303314" y="3657070"/>
                  <a:pt x="1356572" y="3790398"/>
                  <a:pt x="1440807" y="3846370"/>
                </a:cubicBezTo>
                <a:cubicBezTo>
                  <a:pt x="1535303" y="3908323"/>
                  <a:pt x="1615553" y="3991241"/>
                  <a:pt x="1726425" y="4086673"/>
                </a:cubicBezTo>
                <a:cubicBezTo>
                  <a:pt x="1745574" y="3952814"/>
                  <a:pt x="1724310" y="3871155"/>
                  <a:pt x="1637128" y="3810084"/>
                </a:cubicBezTo>
                <a:cubicBezTo>
                  <a:pt x="1447910" y="3676958"/>
                  <a:pt x="1258557" y="3544335"/>
                  <a:pt x="1070112" y="3410339"/>
                </a:cubicBezTo>
                <a:cubicBezTo>
                  <a:pt x="1033027" y="3383701"/>
                  <a:pt x="999839" y="3350566"/>
                  <a:pt x="977638" y="3302596"/>
                </a:cubicBezTo>
                <a:cubicBezTo>
                  <a:pt x="1257535" y="3308638"/>
                  <a:pt x="1417712" y="3532031"/>
                  <a:pt x="1669297" y="3675941"/>
                </a:cubicBezTo>
                <a:cubicBezTo>
                  <a:pt x="1638592" y="3607377"/>
                  <a:pt x="1630040" y="3566835"/>
                  <a:pt x="1606746" y="3539045"/>
                </a:cubicBezTo>
                <a:cubicBezTo>
                  <a:pt x="1487195" y="3395495"/>
                  <a:pt x="1363915" y="3255795"/>
                  <a:pt x="1242819" y="3113985"/>
                </a:cubicBezTo>
                <a:cubicBezTo>
                  <a:pt x="1207124" y="3072098"/>
                  <a:pt x="1174249" y="3027733"/>
                  <a:pt x="1132289" y="2975008"/>
                </a:cubicBezTo>
                <a:cubicBezTo>
                  <a:pt x="1263248" y="2902891"/>
                  <a:pt x="1291094" y="3014327"/>
                  <a:pt x="1344032" y="3060296"/>
                </a:cubicBezTo>
                <a:cubicBezTo>
                  <a:pt x="1399586" y="3108583"/>
                  <a:pt x="1444592" y="3168050"/>
                  <a:pt x="1520044" y="3250760"/>
                </a:cubicBezTo>
                <a:cubicBezTo>
                  <a:pt x="1496222" y="3033735"/>
                  <a:pt x="1403567" y="2868301"/>
                  <a:pt x="1409170" y="2652157"/>
                </a:cubicBezTo>
                <a:cubicBezTo>
                  <a:pt x="1591954" y="2777094"/>
                  <a:pt x="1503113" y="2983864"/>
                  <a:pt x="1645160" y="3111892"/>
                </a:cubicBezTo>
                <a:cubicBezTo>
                  <a:pt x="1652543" y="3001816"/>
                  <a:pt x="1650819" y="2907616"/>
                  <a:pt x="1667245" y="2816123"/>
                </a:cubicBezTo>
                <a:cubicBezTo>
                  <a:pt x="1682558" y="2730798"/>
                  <a:pt x="1608872" y="2625396"/>
                  <a:pt x="1735210" y="2542345"/>
                </a:cubicBezTo>
                <a:cubicBezTo>
                  <a:pt x="1838278" y="2803769"/>
                  <a:pt x="1702313" y="3063637"/>
                  <a:pt x="1793949" y="3313379"/>
                </a:cubicBezTo>
                <a:cubicBezTo>
                  <a:pt x="1842452" y="3078022"/>
                  <a:pt x="1891323" y="2843302"/>
                  <a:pt x="1941073" y="2601277"/>
                </a:cubicBezTo>
                <a:cubicBezTo>
                  <a:pt x="1914130" y="2564966"/>
                  <a:pt x="1879773" y="2526131"/>
                  <a:pt x="1855623" y="2481410"/>
                </a:cubicBezTo>
                <a:cubicBezTo>
                  <a:pt x="1847283" y="2466245"/>
                  <a:pt x="1857518" y="2428045"/>
                  <a:pt x="1871991" y="2416300"/>
                </a:cubicBezTo>
                <a:cubicBezTo>
                  <a:pt x="1886464" y="2404555"/>
                  <a:pt x="1929447" y="2403142"/>
                  <a:pt x="1938865" y="2414286"/>
                </a:cubicBezTo>
                <a:cubicBezTo>
                  <a:pt x="1991887" y="2478056"/>
                  <a:pt x="2041450" y="2544671"/>
                  <a:pt x="2085777" y="2614729"/>
                </a:cubicBezTo>
                <a:cubicBezTo>
                  <a:pt x="2138712" y="2698948"/>
                  <a:pt x="2185136" y="2787347"/>
                  <a:pt x="2248112" y="2898499"/>
                </a:cubicBezTo>
                <a:cubicBezTo>
                  <a:pt x="2288919" y="2784448"/>
                  <a:pt x="2281970" y="2715785"/>
                  <a:pt x="2221641" y="2643054"/>
                </a:cubicBezTo>
                <a:cubicBezTo>
                  <a:pt x="2086372" y="2479669"/>
                  <a:pt x="1958020" y="2310595"/>
                  <a:pt x="1828760" y="2142895"/>
                </a:cubicBezTo>
                <a:cubicBezTo>
                  <a:pt x="1806743" y="2114370"/>
                  <a:pt x="1792145" y="2080289"/>
                  <a:pt x="1775697" y="2051101"/>
                </a:cubicBezTo>
                <a:cubicBezTo>
                  <a:pt x="1840214" y="1985424"/>
                  <a:pt x="1881615" y="2026147"/>
                  <a:pt x="1912547" y="2065682"/>
                </a:cubicBezTo>
                <a:cubicBezTo>
                  <a:pt x="1988290" y="2161398"/>
                  <a:pt x="2059296" y="2260695"/>
                  <a:pt x="2130439" y="2359489"/>
                </a:cubicBezTo>
                <a:cubicBezTo>
                  <a:pt x="2170450" y="2415463"/>
                  <a:pt x="2207136" y="2473778"/>
                  <a:pt x="2257330" y="2548103"/>
                </a:cubicBezTo>
                <a:cubicBezTo>
                  <a:pt x="2316733" y="2425029"/>
                  <a:pt x="2326916" y="2336712"/>
                  <a:pt x="2246483" y="2234352"/>
                </a:cubicBezTo>
                <a:cubicBezTo>
                  <a:pt x="2111355" y="2062386"/>
                  <a:pt x="1992479" y="1878073"/>
                  <a:pt x="1864135" y="1700921"/>
                </a:cubicBezTo>
                <a:cubicBezTo>
                  <a:pt x="1831763" y="1656691"/>
                  <a:pt x="1801800" y="1619572"/>
                  <a:pt x="1862150" y="1561398"/>
                </a:cubicBezTo>
                <a:cubicBezTo>
                  <a:pt x="2049696" y="1688689"/>
                  <a:pt x="2118436" y="1917211"/>
                  <a:pt x="2276094" y="2071510"/>
                </a:cubicBezTo>
                <a:cubicBezTo>
                  <a:pt x="2342909" y="1989210"/>
                  <a:pt x="2285335" y="1948463"/>
                  <a:pt x="2251787" y="1906611"/>
                </a:cubicBezTo>
                <a:cubicBezTo>
                  <a:pt x="2135694" y="1760217"/>
                  <a:pt x="2015505" y="1617035"/>
                  <a:pt x="1899277" y="1471143"/>
                </a:cubicBezTo>
                <a:cubicBezTo>
                  <a:pt x="1863015" y="1425332"/>
                  <a:pt x="1834308" y="1373464"/>
                  <a:pt x="1817621" y="1312966"/>
                </a:cubicBezTo>
                <a:cubicBezTo>
                  <a:pt x="1983387" y="1336372"/>
                  <a:pt x="2026702" y="1482660"/>
                  <a:pt x="2112975" y="1583353"/>
                </a:cubicBezTo>
                <a:cubicBezTo>
                  <a:pt x="2200488" y="1685457"/>
                  <a:pt x="2282090" y="1793518"/>
                  <a:pt x="2366513" y="1899103"/>
                </a:cubicBezTo>
                <a:cubicBezTo>
                  <a:pt x="2472839" y="1796144"/>
                  <a:pt x="2471946" y="1781359"/>
                  <a:pt x="2398523" y="1683031"/>
                </a:cubicBezTo>
                <a:cubicBezTo>
                  <a:pt x="2267860" y="1508490"/>
                  <a:pt x="2139382" y="1331840"/>
                  <a:pt x="2012815" y="1154087"/>
                </a:cubicBezTo>
                <a:cubicBezTo>
                  <a:pt x="1991336" y="1123551"/>
                  <a:pt x="1969864" y="1084934"/>
                  <a:pt x="1968689" y="1049064"/>
                </a:cubicBezTo>
                <a:cubicBezTo>
                  <a:pt x="1967472" y="1023417"/>
                  <a:pt x="1999507" y="996445"/>
                  <a:pt x="2018558" y="967611"/>
                </a:cubicBezTo>
                <a:cubicBezTo>
                  <a:pt x="2157873" y="1184336"/>
                  <a:pt x="2288072" y="1386766"/>
                  <a:pt x="2423566" y="1597619"/>
                </a:cubicBezTo>
                <a:cubicBezTo>
                  <a:pt x="2535274" y="1444384"/>
                  <a:pt x="2536869" y="1424340"/>
                  <a:pt x="2454360" y="1317652"/>
                </a:cubicBezTo>
                <a:cubicBezTo>
                  <a:pt x="2371851" y="1210963"/>
                  <a:pt x="2278228" y="1111533"/>
                  <a:pt x="2205557" y="998322"/>
                </a:cubicBezTo>
                <a:cubicBezTo>
                  <a:pt x="2114289" y="855887"/>
                  <a:pt x="1988820" y="726374"/>
                  <a:pt x="2017222" y="529807"/>
                </a:cubicBezTo>
                <a:cubicBezTo>
                  <a:pt x="2024383" y="478930"/>
                  <a:pt x="1979744" y="420100"/>
                  <a:pt x="1980980" y="353090"/>
                </a:cubicBezTo>
                <a:cubicBezTo>
                  <a:pt x="2132679" y="493402"/>
                  <a:pt x="2176743" y="701306"/>
                  <a:pt x="2320169" y="860412"/>
                </a:cubicBezTo>
                <a:cubicBezTo>
                  <a:pt x="2355476" y="742733"/>
                  <a:pt x="2194494" y="590775"/>
                  <a:pt x="2397827" y="520273"/>
                </a:cubicBezTo>
                <a:cubicBezTo>
                  <a:pt x="2353106" y="405394"/>
                  <a:pt x="2312503" y="301315"/>
                  <a:pt x="2272034" y="196732"/>
                </a:cubicBezTo>
                <a:cubicBezTo>
                  <a:pt x="2284656" y="189878"/>
                  <a:pt x="2296641" y="183393"/>
                  <a:pt x="2308761" y="176405"/>
                </a:cubicBezTo>
                <a:cubicBezTo>
                  <a:pt x="2346949" y="243203"/>
                  <a:pt x="2388831" y="308298"/>
                  <a:pt x="2421548" y="377402"/>
                </a:cubicBezTo>
                <a:cubicBezTo>
                  <a:pt x="2457078" y="452108"/>
                  <a:pt x="2483311" y="531326"/>
                  <a:pt x="2541527" y="601876"/>
                </a:cubicBezTo>
                <a:cubicBezTo>
                  <a:pt x="2515432" y="483905"/>
                  <a:pt x="2487557" y="366536"/>
                  <a:pt x="2463744" y="248100"/>
                </a:cubicBezTo>
                <a:cubicBezTo>
                  <a:pt x="2451887" y="189704"/>
                  <a:pt x="2433671" y="131894"/>
                  <a:pt x="2421990" y="73342"/>
                </a:cubicBezTo>
                <a:close/>
              </a:path>
            </a:pathLst>
          </a:custGeom>
          <a:solidFill>
            <a:srgbClr val="543E35">
              <a:alpha val="11000"/>
            </a:srgbClr>
          </a:solidFill>
          <a:ln w="520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
        <p:nvSpPr>
          <p:cNvPr id="3" name="Text Placeholder 2">
            <a:extLst>
              <a:ext uri="{FF2B5EF4-FFF2-40B4-BE49-F238E27FC236}">
                <a16:creationId xmlns:a16="http://schemas.microsoft.com/office/drawing/2014/main" id="{EC3C3BFB-5486-BE54-F045-8548591C141D}"/>
              </a:ext>
            </a:extLst>
          </p:cNvPr>
          <p:cNvSpPr>
            <a:spLocks noGrp="1"/>
          </p:cNvSpPr>
          <p:nvPr>
            <p:ph type="body" idx="1"/>
          </p:nvPr>
        </p:nvSpPr>
        <p:spPr>
          <a:xfrm>
            <a:off x="576072" y="1911096"/>
            <a:ext cx="6464808" cy="402336"/>
          </a:xfrm>
        </p:spPr>
        <p:txBody>
          <a:bodyPr rtlCol="0" anchor="b">
            <a:normAutofit/>
          </a:bodyPr>
          <a:lstStyle>
            <a:lvl1pPr marL="0" indent="0">
              <a:buNone/>
              <a:defRPr lang="en-GB" sz="2000" b="0" cap="all" baseline="0">
                <a:solidFill>
                  <a:schemeClr val="accent1"/>
                </a:solidFill>
                <a:latin typeface="Gill Sans Nova" panose="020B0602020104020203" pitchFamily="34" charset="0"/>
              </a:defRPr>
            </a:lvl1pPr>
            <a:lvl2pPr marL="457200" indent="0">
              <a:buNone/>
              <a:defRPr lang="en-GB" sz="2000" b="1"/>
            </a:lvl2pPr>
            <a:lvl3pPr marL="914400" indent="0">
              <a:buNone/>
              <a:defRPr lang="en-GB" sz="1800" b="1"/>
            </a:lvl3pPr>
            <a:lvl4pPr marL="1371600" indent="0">
              <a:buNone/>
              <a:defRPr lang="en-GB" sz="1600" b="1"/>
            </a:lvl4pPr>
            <a:lvl5pPr marL="1828800" indent="0">
              <a:buNone/>
              <a:defRPr lang="en-GB" sz="1600" b="1"/>
            </a:lvl5pPr>
            <a:lvl6pPr marL="2286000" indent="0">
              <a:buNone/>
              <a:defRPr lang="en-GB" sz="1600" b="1"/>
            </a:lvl6pPr>
            <a:lvl7pPr marL="2743200" indent="0">
              <a:buNone/>
              <a:defRPr lang="en-GB" sz="1600" b="1"/>
            </a:lvl7pPr>
            <a:lvl8pPr marL="3200400" indent="0">
              <a:buNone/>
              <a:defRPr lang="en-GB" sz="1600" b="1"/>
            </a:lvl8pPr>
            <a:lvl9pPr marL="3657600" indent="0">
              <a:buNone/>
              <a:defRPr lang="en-GB" sz="1600" b="1"/>
            </a:lvl9pPr>
          </a:lstStyle>
          <a:p>
            <a:pPr lvl="0" rtl="0"/>
            <a:r>
              <a:rPr lang="en-US"/>
              <a:t>Click to edit Master text styles</a:t>
            </a:r>
          </a:p>
        </p:txBody>
      </p:sp>
      <p:sp>
        <p:nvSpPr>
          <p:cNvPr id="5" name="Text Placeholder 4">
            <a:extLst>
              <a:ext uri="{FF2B5EF4-FFF2-40B4-BE49-F238E27FC236}">
                <a16:creationId xmlns:a16="http://schemas.microsoft.com/office/drawing/2014/main" id="{AB59C067-8245-DC0E-BED3-F9DBBF40A047}"/>
              </a:ext>
            </a:extLst>
          </p:cNvPr>
          <p:cNvSpPr>
            <a:spLocks noGrp="1"/>
          </p:cNvSpPr>
          <p:nvPr>
            <p:ph type="body" sz="quarter" idx="3"/>
          </p:nvPr>
        </p:nvSpPr>
        <p:spPr>
          <a:xfrm>
            <a:off x="576072" y="3557016"/>
            <a:ext cx="6464808" cy="402336"/>
          </a:xfrm>
        </p:spPr>
        <p:txBody>
          <a:bodyPr rtlCol="0" anchor="b">
            <a:normAutofit/>
          </a:bodyPr>
          <a:lstStyle>
            <a:lvl1pPr marL="0" indent="0">
              <a:buNone/>
              <a:defRPr lang="en-GB" sz="2000" b="0" cap="all" baseline="0">
                <a:solidFill>
                  <a:schemeClr val="accent1"/>
                </a:solidFill>
                <a:latin typeface="Gill Sans Nova" panose="020B0602020104020203" pitchFamily="34" charset="0"/>
              </a:defRPr>
            </a:lvl1pPr>
            <a:lvl2pPr marL="457200" indent="0">
              <a:buNone/>
              <a:defRPr lang="en-GB" sz="2000" b="1"/>
            </a:lvl2pPr>
            <a:lvl3pPr marL="914400" indent="0">
              <a:buNone/>
              <a:defRPr lang="en-GB" sz="1800" b="1"/>
            </a:lvl3pPr>
            <a:lvl4pPr marL="1371600" indent="0">
              <a:buNone/>
              <a:defRPr lang="en-GB" sz="1600" b="1"/>
            </a:lvl4pPr>
            <a:lvl5pPr marL="1828800" indent="0">
              <a:buNone/>
              <a:defRPr lang="en-GB" sz="1600" b="1"/>
            </a:lvl5pPr>
            <a:lvl6pPr marL="2286000" indent="0">
              <a:buNone/>
              <a:defRPr lang="en-GB" sz="1600" b="1"/>
            </a:lvl6pPr>
            <a:lvl7pPr marL="2743200" indent="0">
              <a:buNone/>
              <a:defRPr lang="en-GB" sz="1600" b="1"/>
            </a:lvl7pPr>
            <a:lvl8pPr marL="3200400" indent="0">
              <a:buNone/>
              <a:defRPr lang="en-GB" sz="1600" b="1"/>
            </a:lvl8pPr>
            <a:lvl9pPr marL="3657600" indent="0">
              <a:buNone/>
              <a:defRPr lang="en-GB" sz="1600" b="1"/>
            </a:lvl9pPr>
          </a:lstStyle>
          <a:p>
            <a:pPr lvl="0" rtl="0"/>
            <a:r>
              <a:rPr lang="en-US"/>
              <a:t>Click to edit Master text styles</a:t>
            </a:r>
          </a:p>
        </p:txBody>
      </p:sp>
      <p:sp>
        <p:nvSpPr>
          <p:cNvPr id="6" name="Content Placeholder 5">
            <a:extLst>
              <a:ext uri="{FF2B5EF4-FFF2-40B4-BE49-F238E27FC236}">
                <a16:creationId xmlns:a16="http://schemas.microsoft.com/office/drawing/2014/main" id="{E81024D6-E13C-20EA-3930-CD93CA581230}"/>
              </a:ext>
            </a:extLst>
          </p:cNvPr>
          <p:cNvSpPr>
            <a:spLocks noGrp="1"/>
          </p:cNvSpPr>
          <p:nvPr>
            <p:ph sz="quarter" idx="4"/>
          </p:nvPr>
        </p:nvSpPr>
        <p:spPr>
          <a:xfrm>
            <a:off x="576072" y="3995928"/>
            <a:ext cx="6464808" cy="1097280"/>
          </a:xfrm>
        </p:spPr>
        <p:txBody>
          <a:bodyPr rtlCol="0">
            <a:normAutofit/>
          </a:bodyPr>
          <a:lstStyle>
            <a:lvl1pPr marL="283464" indent="-283464">
              <a:lnSpc>
                <a:spcPct val="100000"/>
              </a:lnSpc>
              <a:spcBef>
                <a:spcPts val="0"/>
              </a:spcBef>
              <a:buFont typeface="Courier New" panose="02070309020205020404" pitchFamily="49" charset="0"/>
              <a:buChar char="o"/>
              <a:defRPr lang="en-GB" sz="1800">
                <a:solidFill>
                  <a:schemeClr val="accent1"/>
                </a:solidFill>
              </a:defRPr>
            </a:lvl1pPr>
            <a:lvl2pPr>
              <a:lnSpc>
                <a:spcPct val="100000"/>
              </a:lnSpc>
              <a:spcBef>
                <a:spcPts val="0"/>
              </a:spcBef>
              <a:defRPr lang="en-GB" sz="1600">
                <a:solidFill>
                  <a:schemeClr val="accent1"/>
                </a:solidFill>
              </a:defRPr>
            </a:lvl2pPr>
            <a:lvl3pPr>
              <a:lnSpc>
                <a:spcPct val="100000"/>
              </a:lnSpc>
              <a:spcBef>
                <a:spcPts val="0"/>
              </a:spcBef>
              <a:defRPr lang="en-GB" sz="1400">
                <a:solidFill>
                  <a:schemeClr val="accent1"/>
                </a:solidFill>
              </a:defRPr>
            </a:lvl3pPr>
            <a:lvl4pPr>
              <a:lnSpc>
                <a:spcPct val="100000"/>
              </a:lnSpc>
              <a:spcBef>
                <a:spcPts val="0"/>
              </a:spcBef>
              <a:defRPr lang="en-GB" sz="1200">
                <a:solidFill>
                  <a:schemeClr val="accent1"/>
                </a:solidFill>
              </a:defRPr>
            </a:lvl4pPr>
            <a:lvl5pPr>
              <a:lnSpc>
                <a:spcPct val="100000"/>
              </a:lnSpc>
              <a:spcBef>
                <a:spcPts val="0"/>
              </a:spcBef>
              <a:defRPr lang="en-GB" sz="1200">
                <a:solidFill>
                  <a:schemeClr val="accent1"/>
                </a:solidFill>
              </a:defRPr>
            </a:lvl5pPr>
          </a:lstStyle>
          <a:p>
            <a:pPr lvl="0" rtl="0"/>
            <a:r>
              <a:rPr lang="en-US"/>
              <a:t>Click to edit Master text styles</a:t>
            </a:r>
          </a:p>
          <a:p>
            <a:pPr lvl="1" rtl="0"/>
            <a:r>
              <a:rPr lang="en-US"/>
              <a:t>Second level</a:t>
            </a:r>
          </a:p>
          <a:p>
            <a:pPr lvl="2" rtl="0"/>
            <a:r>
              <a:rPr lang="en-US"/>
              <a:t>Third level</a:t>
            </a:r>
          </a:p>
          <a:p>
            <a:pPr lvl="3" rtl="0"/>
            <a:r>
              <a:rPr lang="en-US"/>
              <a:t>Fourth level</a:t>
            </a:r>
          </a:p>
          <a:p>
            <a:pPr lvl="4" rtl="0"/>
            <a:r>
              <a:rPr lang="en-US"/>
              <a:t>Fifth level</a:t>
            </a:r>
            <a:endParaRPr lang="en-GB"/>
          </a:p>
        </p:txBody>
      </p:sp>
      <p:sp>
        <p:nvSpPr>
          <p:cNvPr id="31" name="Title 1">
            <a:extLst>
              <a:ext uri="{FF2B5EF4-FFF2-40B4-BE49-F238E27FC236}">
                <a16:creationId xmlns:a16="http://schemas.microsoft.com/office/drawing/2014/main" id="{268AF7E1-2A9B-B52C-F1A7-BE596AB012F7}"/>
              </a:ext>
            </a:extLst>
          </p:cNvPr>
          <p:cNvSpPr>
            <a:spLocks noGrp="1"/>
          </p:cNvSpPr>
          <p:nvPr>
            <p:ph type="title" hasCustomPrompt="1"/>
          </p:nvPr>
        </p:nvSpPr>
        <p:spPr>
          <a:xfrm>
            <a:off x="576072" y="704088"/>
            <a:ext cx="10515600" cy="676656"/>
          </a:xfrm>
        </p:spPr>
        <p:txBody>
          <a:bodyPr rtlCol="0"/>
          <a:lstStyle>
            <a:lvl1pPr>
              <a:defRPr lang="en-GB" sz="4800">
                <a:solidFill>
                  <a:schemeClr val="accent1"/>
                </a:solidFill>
              </a:defRPr>
            </a:lvl1pPr>
          </a:lstStyle>
          <a:p>
            <a:pPr rtl="0"/>
            <a:r>
              <a:rPr lang="en-GB"/>
              <a:t>click to edit master title style	</a:t>
            </a:r>
          </a:p>
        </p:txBody>
      </p:sp>
      <p:cxnSp>
        <p:nvCxnSpPr>
          <p:cNvPr id="10" name="Straight Connector 9">
            <a:extLst>
              <a:ext uri="{FF2B5EF4-FFF2-40B4-BE49-F238E27FC236}">
                <a16:creationId xmlns:a16="http://schemas.microsoft.com/office/drawing/2014/main" id="{D6E0E53F-80E4-D83A-8BC2-C22ED75540F5}"/>
              </a:ext>
            </a:extLst>
          </p:cNvPr>
          <p:cNvCxnSpPr>
            <a:cxnSpLocks/>
          </p:cNvCxnSpPr>
          <p:nvPr userDrawn="1"/>
        </p:nvCxnSpPr>
        <p:spPr>
          <a:xfrm>
            <a:off x="0" y="6324600"/>
            <a:ext cx="12192000" cy="0"/>
          </a:xfrm>
          <a:prstGeom prst="line">
            <a:avLst/>
          </a:prstGeom>
          <a:ln w="15875">
            <a:solidFill>
              <a:schemeClr val="accent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75129272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5D2FAB7-6DDF-86AA-6FF5-4EBD6234F258}"/>
              </a:ext>
            </a:extLst>
          </p:cNvPr>
          <p:cNvSpPr>
            <a:spLocks noGrp="1"/>
          </p:cNvSpPr>
          <p:nvPr>
            <p:ph sz="half" idx="1"/>
          </p:nvPr>
        </p:nvSpPr>
        <p:spPr>
          <a:xfrm>
            <a:off x="838200" y="1825625"/>
            <a:ext cx="5181600" cy="4351338"/>
          </a:xfrm>
        </p:spPr>
        <p:txBody>
          <a:bodyPr rtlCol="0"/>
          <a:lstStyle>
            <a:defPPr>
              <a:defRPr lang="en-GB"/>
            </a:defPPr>
          </a:lstStyle>
          <a:p>
            <a:pPr lvl="0" rtl="0"/>
            <a:r>
              <a:rPr lang="en-US"/>
              <a:t>Click to edit Master text styles</a:t>
            </a:r>
          </a:p>
          <a:p>
            <a:pPr lvl="1" rtl="0"/>
            <a:r>
              <a:rPr lang="en-US"/>
              <a:t>Second level</a:t>
            </a:r>
          </a:p>
          <a:p>
            <a:pPr lvl="2" rtl="0"/>
            <a:r>
              <a:rPr lang="en-US"/>
              <a:t>Third level</a:t>
            </a:r>
          </a:p>
          <a:p>
            <a:pPr lvl="3" rtl="0"/>
            <a:r>
              <a:rPr lang="en-US"/>
              <a:t>Fourth level</a:t>
            </a:r>
          </a:p>
          <a:p>
            <a:pPr lvl="4" rtl="0"/>
            <a:r>
              <a:rPr lang="en-US"/>
              <a:t>Fifth level</a:t>
            </a:r>
            <a:endParaRPr lang="en-GB"/>
          </a:p>
        </p:txBody>
      </p:sp>
      <p:sp>
        <p:nvSpPr>
          <p:cNvPr id="4" name="Content Placeholder 3">
            <a:extLst>
              <a:ext uri="{FF2B5EF4-FFF2-40B4-BE49-F238E27FC236}">
                <a16:creationId xmlns:a16="http://schemas.microsoft.com/office/drawing/2014/main" id="{6FF36D92-E9A2-BC35-2CA0-2DC56E32DCB9}"/>
              </a:ext>
            </a:extLst>
          </p:cNvPr>
          <p:cNvSpPr>
            <a:spLocks noGrp="1"/>
          </p:cNvSpPr>
          <p:nvPr>
            <p:ph sz="half" idx="2"/>
          </p:nvPr>
        </p:nvSpPr>
        <p:spPr>
          <a:xfrm>
            <a:off x="6172200" y="1825625"/>
            <a:ext cx="5181600" cy="4351338"/>
          </a:xfrm>
        </p:spPr>
        <p:txBody>
          <a:bodyPr rtlCol="0"/>
          <a:lstStyle>
            <a:defPPr>
              <a:defRPr lang="en-GB"/>
            </a:defPPr>
          </a:lstStyle>
          <a:p>
            <a:pPr lvl="0" rtl="0"/>
            <a:r>
              <a:rPr lang="en-US"/>
              <a:t>Click to edit Master text styles</a:t>
            </a:r>
          </a:p>
          <a:p>
            <a:pPr lvl="1" rtl="0"/>
            <a:r>
              <a:rPr lang="en-US"/>
              <a:t>Second level</a:t>
            </a:r>
          </a:p>
          <a:p>
            <a:pPr lvl="2" rtl="0"/>
            <a:r>
              <a:rPr lang="en-US"/>
              <a:t>Third level</a:t>
            </a:r>
          </a:p>
          <a:p>
            <a:pPr lvl="3" rtl="0"/>
            <a:r>
              <a:rPr lang="en-US"/>
              <a:t>Fourth level</a:t>
            </a:r>
          </a:p>
          <a:p>
            <a:pPr lvl="4" rtl="0"/>
            <a:r>
              <a:rPr lang="en-US"/>
              <a:t>Fifth level</a:t>
            </a:r>
            <a:endParaRPr lang="en-GB"/>
          </a:p>
        </p:txBody>
      </p:sp>
      <p:sp>
        <p:nvSpPr>
          <p:cNvPr id="5" name="Date Placeholder 4">
            <a:extLst>
              <a:ext uri="{FF2B5EF4-FFF2-40B4-BE49-F238E27FC236}">
                <a16:creationId xmlns:a16="http://schemas.microsoft.com/office/drawing/2014/main" id="{C4D6EF47-99AC-6166-B194-13D68424C067}"/>
              </a:ext>
            </a:extLst>
          </p:cNvPr>
          <p:cNvSpPr>
            <a:spLocks noGrp="1"/>
          </p:cNvSpPr>
          <p:nvPr>
            <p:ph type="dt" sz="half" idx="10"/>
          </p:nvPr>
        </p:nvSpPr>
        <p:spPr/>
        <p:txBody>
          <a:bodyPr rtlCol="0"/>
          <a:lstStyle>
            <a:defPPr>
              <a:defRPr lang="en-GB"/>
            </a:defPPr>
          </a:lstStyle>
          <a:p>
            <a:pPr rtl="0"/>
            <a:r>
              <a:rPr lang="en-GB"/>
              <a:t>20XX</a:t>
            </a:r>
          </a:p>
        </p:txBody>
      </p:sp>
      <p:sp>
        <p:nvSpPr>
          <p:cNvPr id="6" name="Footer Placeholder 5">
            <a:extLst>
              <a:ext uri="{FF2B5EF4-FFF2-40B4-BE49-F238E27FC236}">
                <a16:creationId xmlns:a16="http://schemas.microsoft.com/office/drawing/2014/main" id="{822996CE-5BB1-CA7E-667B-F066341E3C85}"/>
              </a:ext>
            </a:extLst>
          </p:cNvPr>
          <p:cNvSpPr>
            <a:spLocks noGrp="1"/>
          </p:cNvSpPr>
          <p:nvPr>
            <p:ph type="ftr" sz="quarter" idx="11"/>
          </p:nvPr>
        </p:nvSpPr>
        <p:spPr/>
        <p:txBody>
          <a:bodyPr rtlCol="0"/>
          <a:lstStyle>
            <a:defPPr>
              <a:defRPr lang="en-GB"/>
            </a:defPPr>
          </a:lstStyle>
          <a:p>
            <a:pPr rtl="0"/>
            <a:r>
              <a:rPr lang="en-GB"/>
              <a:t>presentation title</a:t>
            </a:r>
          </a:p>
        </p:txBody>
      </p:sp>
      <p:sp>
        <p:nvSpPr>
          <p:cNvPr id="7" name="Slide Number Placeholder 6">
            <a:extLst>
              <a:ext uri="{FF2B5EF4-FFF2-40B4-BE49-F238E27FC236}">
                <a16:creationId xmlns:a16="http://schemas.microsoft.com/office/drawing/2014/main" id="{5D755DEF-097E-EE27-F5A1-F531067296BF}"/>
              </a:ext>
            </a:extLst>
          </p:cNvPr>
          <p:cNvSpPr>
            <a:spLocks noGrp="1"/>
          </p:cNvSpPr>
          <p:nvPr>
            <p:ph type="sldNum" sz="quarter" idx="12"/>
          </p:nvPr>
        </p:nvSpPr>
        <p:spPr/>
        <p:txBody>
          <a:bodyPr rtlCol="0"/>
          <a:lstStyle>
            <a:defPPr>
              <a:defRPr lang="en-GB"/>
            </a:defPPr>
          </a:lstStyle>
          <a:p>
            <a:pPr rtl="0"/>
            <a:fld id="{58FB4751-880F-D840-AAA9-3A15815CC996}" type="slidenum">
              <a:rPr lang="en-GB" smtClean="0"/>
              <a:t>‹#›</a:t>
            </a:fld>
            <a:endParaRPr lang="en-GB" dirty="0"/>
          </a:p>
        </p:txBody>
      </p:sp>
      <p:sp>
        <p:nvSpPr>
          <p:cNvPr id="9" name="Freeform: Shape 8">
            <a:extLst>
              <a:ext uri="{FF2B5EF4-FFF2-40B4-BE49-F238E27FC236}">
                <a16:creationId xmlns:a16="http://schemas.microsoft.com/office/drawing/2014/main" id="{30B88804-97CC-BE78-8D40-672973E4CD32}"/>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
        <p:nvSpPr>
          <p:cNvPr id="11" name="Freeform: Shape 10">
            <a:extLst>
              <a:ext uri="{FF2B5EF4-FFF2-40B4-BE49-F238E27FC236}">
                <a16:creationId xmlns:a16="http://schemas.microsoft.com/office/drawing/2014/main" id="{77FB28C4-D7BE-9D2F-25D0-06D2480EA06A}"/>
              </a:ext>
            </a:extLst>
          </p:cNvPr>
          <p:cNvSpPr/>
          <p:nvPr userDrawn="1"/>
        </p:nvSpPr>
        <p:spPr>
          <a:xfrm>
            <a:off x="9164166" y="2461367"/>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
        <p:nvSpPr>
          <p:cNvPr id="8" name="Title 1">
            <a:extLst>
              <a:ext uri="{FF2B5EF4-FFF2-40B4-BE49-F238E27FC236}">
                <a16:creationId xmlns:a16="http://schemas.microsoft.com/office/drawing/2014/main" id="{694847DB-2FD4-A0B7-D27C-B0D097130852}"/>
              </a:ext>
            </a:extLst>
          </p:cNvPr>
          <p:cNvSpPr>
            <a:spLocks noGrp="1"/>
          </p:cNvSpPr>
          <p:nvPr>
            <p:ph type="title" hasCustomPrompt="1"/>
          </p:nvPr>
        </p:nvSpPr>
        <p:spPr>
          <a:xfrm>
            <a:off x="576071" y="704088"/>
            <a:ext cx="9144000" cy="676656"/>
          </a:xfrm>
        </p:spPr>
        <p:txBody>
          <a:bodyPr rtlCol="0" anchor="b"/>
          <a:lstStyle>
            <a:lvl1pPr>
              <a:defRPr lang="en-GB" sz="4800"/>
            </a:lvl1pPr>
          </a:lstStyle>
          <a:p>
            <a:pPr rtl="0"/>
            <a:r>
              <a:rPr lang="en-GB"/>
              <a:t>click to edit master title style</a:t>
            </a:r>
          </a:p>
        </p:txBody>
      </p:sp>
    </p:spTree>
    <p:extLst>
      <p:ext uri="{BB962C8B-B14F-4D97-AF65-F5344CB8AC3E}">
        <p14:creationId xmlns:p14="http://schemas.microsoft.com/office/powerpoint/2010/main" val="136174238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78415A3A-F1FD-1C49-5759-DC4DDE2A64CB}"/>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
        <p:nvSpPr>
          <p:cNvPr id="7" name="Freeform: Shape 6">
            <a:extLst>
              <a:ext uri="{FF2B5EF4-FFF2-40B4-BE49-F238E27FC236}">
                <a16:creationId xmlns:a16="http://schemas.microsoft.com/office/drawing/2014/main" id="{2650F58D-9D24-3618-E478-ACD38F3FA018}"/>
              </a:ext>
            </a:extLst>
          </p:cNvPr>
          <p:cNvSpPr/>
          <p:nvPr userDrawn="1"/>
        </p:nvSpPr>
        <p:spPr>
          <a:xfrm>
            <a:off x="9164166" y="2461367"/>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
        <p:nvSpPr>
          <p:cNvPr id="2" name="Date Placeholder 1">
            <a:extLst>
              <a:ext uri="{FF2B5EF4-FFF2-40B4-BE49-F238E27FC236}">
                <a16:creationId xmlns:a16="http://schemas.microsoft.com/office/drawing/2014/main" id="{C3AF76F4-A668-3D1B-FBCF-3C693E818ADD}"/>
              </a:ext>
            </a:extLst>
          </p:cNvPr>
          <p:cNvSpPr>
            <a:spLocks noGrp="1"/>
          </p:cNvSpPr>
          <p:nvPr>
            <p:ph type="dt" sz="half" idx="10"/>
          </p:nvPr>
        </p:nvSpPr>
        <p:spPr/>
        <p:txBody>
          <a:bodyPr rtlCol="0"/>
          <a:lstStyle>
            <a:defPPr>
              <a:defRPr lang="en-GB"/>
            </a:defPPr>
          </a:lstStyle>
          <a:p>
            <a:pPr rtl="0"/>
            <a:r>
              <a:rPr lang="en-GB"/>
              <a:t>20XX</a:t>
            </a:r>
          </a:p>
        </p:txBody>
      </p:sp>
      <p:sp>
        <p:nvSpPr>
          <p:cNvPr id="3" name="Footer Placeholder 2">
            <a:extLst>
              <a:ext uri="{FF2B5EF4-FFF2-40B4-BE49-F238E27FC236}">
                <a16:creationId xmlns:a16="http://schemas.microsoft.com/office/drawing/2014/main" id="{236B032C-EBAF-7C2C-182B-5A074BD2FFC3}"/>
              </a:ext>
            </a:extLst>
          </p:cNvPr>
          <p:cNvSpPr>
            <a:spLocks noGrp="1"/>
          </p:cNvSpPr>
          <p:nvPr>
            <p:ph type="ftr" sz="quarter" idx="11"/>
          </p:nvPr>
        </p:nvSpPr>
        <p:spPr/>
        <p:txBody>
          <a:bodyPr rtlCol="0"/>
          <a:lstStyle>
            <a:defPPr>
              <a:defRPr lang="en-GB"/>
            </a:defPPr>
          </a:lstStyle>
          <a:p>
            <a:pPr rtl="0"/>
            <a:r>
              <a:rPr lang="en-GB"/>
              <a:t>presentation title</a:t>
            </a:r>
          </a:p>
        </p:txBody>
      </p:sp>
      <p:sp>
        <p:nvSpPr>
          <p:cNvPr id="4" name="Slide Number Placeholder 3">
            <a:extLst>
              <a:ext uri="{FF2B5EF4-FFF2-40B4-BE49-F238E27FC236}">
                <a16:creationId xmlns:a16="http://schemas.microsoft.com/office/drawing/2014/main" id="{67D06A95-0E6D-275E-B1C2-0EC7757BDC6B}"/>
              </a:ext>
            </a:extLst>
          </p:cNvPr>
          <p:cNvSpPr>
            <a:spLocks noGrp="1"/>
          </p:cNvSpPr>
          <p:nvPr>
            <p:ph type="sldNum" sz="quarter" idx="12"/>
          </p:nvPr>
        </p:nvSpPr>
        <p:spPr/>
        <p:txBody>
          <a:bodyPr rtlCol="0"/>
          <a:lstStyle>
            <a:defPPr>
              <a:defRPr lang="en-GB"/>
            </a:defPPr>
          </a:lstStyle>
          <a:p>
            <a:pPr rtl="0"/>
            <a:fld id="{58FB4751-880F-D840-AAA9-3A15815CC996}" type="slidenum">
              <a:rPr lang="en-GB" smtClean="0"/>
              <a:t>‹#›</a:t>
            </a:fld>
            <a:endParaRPr lang="en-GB" dirty="0"/>
          </a:p>
        </p:txBody>
      </p:sp>
      <p:sp>
        <p:nvSpPr>
          <p:cNvPr id="5" name="Title 1">
            <a:extLst>
              <a:ext uri="{FF2B5EF4-FFF2-40B4-BE49-F238E27FC236}">
                <a16:creationId xmlns:a16="http://schemas.microsoft.com/office/drawing/2014/main" id="{8FFCE30D-675C-0B6D-9F98-1DF1C118CAFA}"/>
              </a:ext>
            </a:extLst>
          </p:cNvPr>
          <p:cNvSpPr>
            <a:spLocks noGrp="1"/>
          </p:cNvSpPr>
          <p:nvPr>
            <p:ph type="title" hasCustomPrompt="1"/>
          </p:nvPr>
        </p:nvSpPr>
        <p:spPr>
          <a:xfrm>
            <a:off x="576071" y="704088"/>
            <a:ext cx="9144000" cy="676656"/>
          </a:xfrm>
        </p:spPr>
        <p:txBody>
          <a:bodyPr rtlCol="0" anchor="b"/>
          <a:lstStyle>
            <a:lvl1pPr>
              <a:defRPr lang="en-GB" sz="4800"/>
            </a:lvl1pPr>
          </a:lstStyle>
          <a:p>
            <a:pPr rtl="0"/>
            <a:r>
              <a:rPr lang="en-GB"/>
              <a:t>click to edit master title style</a:t>
            </a:r>
          </a:p>
        </p:txBody>
      </p:sp>
    </p:spTree>
    <p:extLst>
      <p:ext uri="{BB962C8B-B14F-4D97-AF65-F5344CB8AC3E}">
        <p14:creationId xmlns:p14="http://schemas.microsoft.com/office/powerpoint/2010/main" val="4364174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image" Target="../media/image5.png"/><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image" Target="../media/image4.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3.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2.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23">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4">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pic>
        <p:nvPicPr>
          <p:cNvPr id="9" name="Picture 8"/>
          <p:cNvPicPr>
            <a:picLocks noChangeAspect="1"/>
          </p:cNvPicPr>
          <p:nvPr/>
        </p:nvPicPr>
        <p:blipFill rotWithShape="1">
          <a:blip r:embed="rId25">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6">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pPr rtl="0"/>
            <a:r>
              <a:rPr lang="en-GB"/>
              <a:t>20XX</a:t>
            </a:r>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pPr rtl="0"/>
            <a:r>
              <a:rPr lang="en-GB"/>
              <a:t>presentation title</a:t>
            </a:r>
          </a:p>
        </p:txBody>
      </p:sp>
      <p:sp>
        <p:nvSpPr>
          <p:cNvPr id="6" name="Slide Number Placeholder 5"/>
          <p:cNvSpPr>
            <a:spLocks noGrp="1"/>
          </p:cNvSpPr>
          <p:nvPr>
            <p:ph type="sldNum" sz="quarter" idx="4"/>
          </p:nvPr>
        </p:nvSpPr>
        <p:spPr>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pPr rtl="0"/>
            <a:fld id="{58FB4751-880F-D840-AAA9-3A15815CC996}" type="slidenum">
              <a:rPr lang="en-GB" smtClean="0"/>
              <a:pPr/>
              <a:t>‹#›</a:t>
            </a:fld>
            <a:endParaRPr lang="en-GB" dirty="0"/>
          </a:p>
        </p:txBody>
      </p:sp>
      <p:cxnSp>
        <p:nvCxnSpPr>
          <p:cNvPr id="11" name="Straight Connector 10">
            <a:extLst>
              <a:ext uri="{FF2B5EF4-FFF2-40B4-BE49-F238E27FC236}">
                <a16:creationId xmlns:a16="http://schemas.microsoft.com/office/drawing/2014/main" id="{C328C6F6-0466-4C35-F282-0D5DC6B628A0}"/>
              </a:ext>
            </a:extLst>
          </p:cNvPr>
          <p:cNvCxnSpPr>
            <a:cxnSpLocks/>
          </p:cNvCxnSpPr>
          <p:nvPr userDrawn="1"/>
        </p:nvCxnSpPr>
        <p:spPr>
          <a:xfrm>
            <a:off x="0" y="6324600"/>
            <a:ext cx="12192000"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188317673"/>
      </p:ext>
    </p:extLst>
  </p:cSld>
  <p:clrMap bg1="dk1" tx1="lt1" bg2="dk2" tx2="lt2" accent1="accent1" accent2="accent2" accent3="accent3" accent4="accent4" accent5="accent5" accent6="accent6" hlink="hlink" folHlink="folHlink"/>
  <p:sldLayoutIdLst>
    <p:sldLayoutId id="2147483839" r:id="rId1"/>
    <p:sldLayoutId id="2147483840" r:id="rId2"/>
    <p:sldLayoutId id="2147483841" r:id="rId3"/>
    <p:sldLayoutId id="2147483842" r:id="rId4"/>
    <p:sldLayoutId id="2147483843" r:id="rId5"/>
    <p:sldLayoutId id="2147483844" r:id="rId6"/>
    <p:sldLayoutId id="2147483845" r:id="rId7"/>
    <p:sldLayoutId id="2147483846" r:id="rId8"/>
    <p:sldLayoutId id="2147483847" r:id="rId9"/>
    <p:sldLayoutId id="2147483848" r:id="rId10"/>
    <p:sldLayoutId id="2147483849" r:id="rId11"/>
    <p:sldLayoutId id="2147483850" r:id="rId12"/>
    <p:sldLayoutId id="2147483851" r:id="rId13"/>
    <p:sldLayoutId id="2147483852" r:id="rId14"/>
    <p:sldLayoutId id="2147483853" r:id="rId15"/>
    <p:sldLayoutId id="2147483854" r:id="rId16"/>
    <p:sldLayoutId id="2147483855" r:id="rId17"/>
    <p:sldLayoutId id="2147483657" r:id="rId18"/>
    <p:sldLayoutId id="2147483653" r:id="rId19"/>
    <p:sldLayoutId id="2147483652" r:id="rId20"/>
    <p:sldLayoutId id="2147483655" r:id="rId21"/>
  </p:sldLayoutIdLst>
  <p:hf hdr="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hyperlink" Target="https://marketplace.visualstudio.com/items?itemName=ms-vscode-remote.vscode-remote-extensionpack" TargetMode="Externa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github.com/RSE-Cambridge/Intro-to-Dawn/Part3-PythonEnvironments/Examples/vscode_server.sh" TargetMode="External"/><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8.jp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8.jp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docs.hpc.cam.ac.uk/hpc/user-guide/pvc.html#dawn-intel-gpu-pvc-nodes" TargetMode="External"/><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7000"/>
                <a:hueMod val="88000"/>
                <a:satMod val="130000"/>
                <a:lumMod val="124000"/>
              </a:schemeClr>
            </a:gs>
            <a:gs pos="100000">
              <a:schemeClr val="bg2">
                <a:tint val="96000"/>
                <a:shade val="88000"/>
                <a:hueMod val="108000"/>
                <a:satMod val="164000"/>
                <a:lumMod val="76000"/>
              </a:schemeClr>
            </a:gs>
          </a:gsLst>
          <a:path path="circle">
            <a:fillToRect l="45000" t="65000" r="125000" b="100000"/>
          </a:path>
        </a:gra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E27238C-8EAF-4098-86E6-7723B7DAE6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solidFill>
            <a:schemeClr val="tx2"/>
          </a:solidFill>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6" name="Freeform 36">
            <a:extLst>
              <a:ext uri="{FF2B5EF4-FFF2-40B4-BE49-F238E27FC236}">
                <a16:creationId xmlns:a16="http://schemas.microsoft.com/office/drawing/2014/main" id="{992F97B1-1891-4FCC-9E5F-BA97EDB48F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9351010" y="0"/>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2">
              <a:lumMod val="60000"/>
              <a:lumOff val="40000"/>
              <a:alpha val="20000"/>
            </a:schemeClr>
          </a:solidFill>
          <a:ln>
            <a:noFill/>
          </a:ln>
        </p:spPr>
        <p:txBody>
          <a:bodyPr rtlCol="0" anchor="ctr"/>
          <a:lstStyle/>
          <a:p>
            <a:pPr algn="ctr"/>
            <a:endParaRPr lang="en-US"/>
          </a:p>
        </p:txBody>
      </p:sp>
      <p:sp useBgFill="1">
        <p:nvSpPr>
          <p:cNvPr id="9" name="Freeform: Shape 8">
            <a:extLst>
              <a:ext uri="{FF2B5EF4-FFF2-40B4-BE49-F238E27FC236}">
                <a16:creationId xmlns:a16="http://schemas.microsoft.com/office/drawing/2014/main" id="{78C6C821-FEE1-4EB6-9590-C021440C77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0"/>
            <a:ext cx="9700459" cy="6858001"/>
          </a:xfrm>
          <a:custGeom>
            <a:avLst/>
            <a:gdLst>
              <a:gd name="connsiteX0" fmla="*/ 0 w 9700459"/>
              <a:gd name="connsiteY0" fmla="*/ 0 h 6858001"/>
              <a:gd name="connsiteX1" fmla="*/ 1323975 w 9700459"/>
              <a:gd name="connsiteY1" fmla="*/ 0 h 6858001"/>
              <a:gd name="connsiteX2" fmla="*/ 1517015 w 9700459"/>
              <a:gd name="connsiteY2" fmla="*/ 0 h 6858001"/>
              <a:gd name="connsiteX3" fmla="*/ 3241265 w 9700459"/>
              <a:gd name="connsiteY3" fmla="*/ 0 h 6858001"/>
              <a:gd name="connsiteX4" fmla="*/ 3241265 w 9700459"/>
              <a:gd name="connsiteY4" fmla="*/ 1 h 6858001"/>
              <a:gd name="connsiteX5" fmla="*/ 8355744 w 9700459"/>
              <a:gd name="connsiteY5" fmla="*/ 1 h 6858001"/>
              <a:gd name="connsiteX6" fmla="*/ 8355744 w 9700459"/>
              <a:gd name="connsiteY6" fmla="*/ 0 h 6858001"/>
              <a:gd name="connsiteX7" fmla="*/ 9699282 w 9700459"/>
              <a:gd name="connsiteY7" fmla="*/ 0 h 6858001"/>
              <a:gd name="connsiteX8" fmla="*/ 9674237 w 9700459"/>
              <a:gd name="connsiteY8" fmla="*/ 155677 h 6858001"/>
              <a:gd name="connsiteX9" fmla="*/ 9650368 w 9700459"/>
              <a:gd name="connsiteY9" fmla="*/ 310668 h 6858001"/>
              <a:gd name="connsiteX10" fmla="*/ 9627004 w 9700459"/>
              <a:gd name="connsiteY10" fmla="*/ 466344 h 6858001"/>
              <a:gd name="connsiteX11" fmla="*/ 9607001 w 9700459"/>
              <a:gd name="connsiteY11" fmla="*/ 622707 h 6858001"/>
              <a:gd name="connsiteX12" fmla="*/ 9586830 w 9700459"/>
              <a:gd name="connsiteY12" fmla="*/ 778383 h 6858001"/>
              <a:gd name="connsiteX13" fmla="*/ 9568004 w 9700459"/>
              <a:gd name="connsiteY13" fmla="*/ 934746 h 6858001"/>
              <a:gd name="connsiteX14" fmla="*/ 9551868 w 9700459"/>
              <a:gd name="connsiteY14" fmla="*/ 1089051 h 6858001"/>
              <a:gd name="connsiteX15" fmla="*/ 9536572 w 9700459"/>
              <a:gd name="connsiteY15" fmla="*/ 1245413 h 6858001"/>
              <a:gd name="connsiteX16" fmla="*/ 9522620 w 9700459"/>
              <a:gd name="connsiteY16" fmla="*/ 1401090 h 6858001"/>
              <a:gd name="connsiteX17" fmla="*/ 9510518 w 9700459"/>
              <a:gd name="connsiteY17" fmla="*/ 1554023 h 6858001"/>
              <a:gd name="connsiteX18" fmla="*/ 9498415 w 9700459"/>
              <a:gd name="connsiteY18" fmla="*/ 1709014 h 6858001"/>
              <a:gd name="connsiteX19" fmla="*/ 9488330 w 9700459"/>
              <a:gd name="connsiteY19" fmla="*/ 1861947 h 6858001"/>
              <a:gd name="connsiteX20" fmla="*/ 9480430 w 9700459"/>
              <a:gd name="connsiteY20" fmla="*/ 2014881 h 6858001"/>
              <a:gd name="connsiteX21" fmla="*/ 9472193 w 9700459"/>
              <a:gd name="connsiteY21" fmla="*/ 2167128 h 6858001"/>
              <a:gd name="connsiteX22" fmla="*/ 9465302 w 9700459"/>
              <a:gd name="connsiteY22" fmla="*/ 2318004 h 6858001"/>
              <a:gd name="connsiteX23" fmla="*/ 9460427 w 9700459"/>
              <a:gd name="connsiteY23" fmla="*/ 2467509 h 6858001"/>
              <a:gd name="connsiteX24" fmla="*/ 9456225 w 9700459"/>
              <a:gd name="connsiteY24" fmla="*/ 2617013 h 6858001"/>
              <a:gd name="connsiteX25" fmla="*/ 9452191 w 9700459"/>
              <a:gd name="connsiteY25" fmla="*/ 2765146 h 6858001"/>
              <a:gd name="connsiteX26" fmla="*/ 9450342 w 9700459"/>
              <a:gd name="connsiteY26" fmla="*/ 2911221 h 6858001"/>
              <a:gd name="connsiteX27" fmla="*/ 9448325 w 9700459"/>
              <a:gd name="connsiteY27" fmla="*/ 3057297 h 6858001"/>
              <a:gd name="connsiteX28" fmla="*/ 9447316 w 9700459"/>
              <a:gd name="connsiteY28" fmla="*/ 3201315 h 6858001"/>
              <a:gd name="connsiteX29" fmla="*/ 9448325 w 9700459"/>
              <a:gd name="connsiteY29" fmla="*/ 3343961 h 6858001"/>
              <a:gd name="connsiteX30" fmla="*/ 9448325 w 9700459"/>
              <a:gd name="connsiteY30" fmla="*/ 3485236 h 6858001"/>
              <a:gd name="connsiteX31" fmla="*/ 9450342 w 9700459"/>
              <a:gd name="connsiteY31" fmla="*/ 3625139 h 6858001"/>
              <a:gd name="connsiteX32" fmla="*/ 9453367 w 9700459"/>
              <a:gd name="connsiteY32" fmla="*/ 3762299 h 6858001"/>
              <a:gd name="connsiteX33" fmla="*/ 9456225 w 9700459"/>
              <a:gd name="connsiteY33" fmla="*/ 3898087 h 6858001"/>
              <a:gd name="connsiteX34" fmla="*/ 9459419 w 9700459"/>
              <a:gd name="connsiteY34" fmla="*/ 4031133 h 6858001"/>
              <a:gd name="connsiteX35" fmla="*/ 9464293 w 9700459"/>
              <a:gd name="connsiteY35" fmla="*/ 4163492 h 6858001"/>
              <a:gd name="connsiteX36" fmla="*/ 9469504 w 9700459"/>
              <a:gd name="connsiteY36" fmla="*/ 4293793 h 6858001"/>
              <a:gd name="connsiteX37" fmla="*/ 9474210 w 9700459"/>
              <a:gd name="connsiteY37" fmla="*/ 4421352 h 6858001"/>
              <a:gd name="connsiteX38" fmla="*/ 9487490 w 9700459"/>
              <a:gd name="connsiteY38" fmla="*/ 4670298 h 6858001"/>
              <a:gd name="connsiteX39" fmla="*/ 9501609 w 9700459"/>
              <a:gd name="connsiteY39" fmla="*/ 4908956 h 6858001"/>
              <a:gd name="connsiteX40" fmla="*/ 9516401 w 9700459"/>
              <a:gd name="connsiteY40" fmla="*/ 5138013 h 6858001"/>
              <a:gd name="connsiteX41" fmla="*/ 9532706 w 9700459"/>
              <a:gd name="connsiteY41" fmla="*/ 5354726 h 6858001"/>
              <a:gd name="connsiteX42" fmla="*/ 9549683 w 9700459"/>
              <a:gd name="connsiteY42" fmla="*/ 5561838 h 6858001"/>
              <a:gd name="connsiteX43" fmla="*/ 9568004 w 9700459"/>
              <a:gd name="connsiteY43" fmla="*/ 5753862 h 6858001"/>
              <a:gd name="connsiteX44" fmla="*/ 9585990 w 9700459"/>
              <a:gd name="connsiteY44" fmla="*/ 5934227 h 6858001"/>
              <a:gd name="connsiteX45" fmla="*/ 9603975 w 9700459"/>
              <a:gd name="connsiteY45" fmla="*/ 6100191 h 6858001"/>
              <a:gd name="connsiteX46" fmla="*/ 9620952 w 9700459"/>
              <a:gd name="connsiteY46" fmla="*/ 6252438 h 6858001"/>
              <a:gd name="connsiteX47" fmla="*/ 9637089 w 9700459"/>
              <a:gd name="connsiteY47" fmla="*/ 6387541 h 6858001"/>
              <a:gd name="connsiteX48" fmla="*/ 9652385 w 9700459"/>
              <a:gd name="connsiteY48" fmla="*/ 6509613 h 6858001"/>
              <a:gd name="connsiteX49" fmla="*/ 9665160 w 9700459"/>
              <a:gd name="connsiteY49" fmla="*/ 6612483 h 6858001"/>
              <a:gd name="connsiteX50" fmla="*/ 9677262 w 9700459"/>
              <a:gd name="connsiteY50" fmla="*/ 6698894 h 6858001"/>
              <a:gd name="connsiteX51" fmla="*/ 9694576 w 9700459"/>
              <a:gd name="connsiteY51" fmla="*/ 6817538 h 6858001"/>
              <a:gd name="connsiteX52" fmla="*/ 9700459 w 9700459"/>
              <a:gd name="connsiteY52" fmla="*/ 6858000 h 6858001"/>
              <a:gd name="connsiteX53" fmla="*/ 8795105 w 9700459"/>
              <a:gd name="connsiteY53" fmla="*/ 6858000 h 6858001"/>
              <a:gd name="connsiteX54" fmla="*/ 8795105 w 9700459"/>
              <a:gd name="connsiteY54" fmla="*/ 6858001 h 6858001"/>
              <a:gd name="connsiteX55" fmla="*/ 2704541 w 9700459"/>
              <a:gd name="connsiteY55" fmla="*/ 6858001 h 6858001"/>
              <a:gd name="connsiteX56" fmla="*/ 2704541 w 9700459"/>
              <a:gd name="connsiteY56" fmla="*/ 6858000 h 6858001"/>
              <a:gd name="connsiteX57" fmla="*/ 1517015 w 9700459"/>
              <a:gd name="connsiteY57" fmla="*/ 6858000 h 6858001"/>
              <a:gd name="connsiteX58" fmla="*/ 1323975 w 9700459"/>
              <a:gd name="connsiteY58" fmla="*/ 6858000 h 6858001"/>
              <a:gd name="connsiteX59" fmla="*/ 0 w 9700459"/>
              <a:gd name="connsiteY59" fmla="*/ 685800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9700459" h="6858001">
                <a:moveTo>
                  <a:pt x="0" y="0"/>
                </a:moveTo>
                <a:lnTo>
                  <a:pt x="1323975" y="0"/>
                </a:lnTo>
                <a:lnTo>
                  <a:pt x="1517015" y="0"/>
                </a:lnTo>
                <a:lnTo>
                  <a:pt x="3241265" y="0"/>
                </a:lnTo>
                <a:lnTo>
                  <a:pt x="3241265" y="1"/>
                </a:lnTo>
                <a:lnTo>
                  <a:pt x="8355744" y="1"/>
                </a:lnTo>
                <a:lnTo>
                  <a:pt x="8355744" y="0"/>
                </a:lnTo>
                <a:lnTo>
                  <a:pt x="9699282" y="0"/>
                </a:lnTo>
                <a:lnTo>
                  <a:pt x="9674237" y="155677"/>
                </a:lnTo>
                <a:lnTo>
                  <a:pt x="9650368" y="310668"/>
                </a:lnTo>
                <a:lnTo>
                  <a:pt x="9627004" y="466344"/>
                </a:lnTo>
                <a:lnTo>
                  <a:pt x="9607001" y="622707"/>
                </a:lnTo>
                <a:lnTo>
                  <a:pt x="9586830" y="778383"/>
                </a:lnTo>
                <a:lnTo>
                  <a:pt x="9568004" y="934746"/>
                </a:lnTo>
                <a:lnTo>
                  <a:pt x="9551868" y="1089051"/>
                </a:lnTo>
                <a:lnTo>
                  <a:pt x="9536572" y="1245413"/>
                </a:lnTo>
                <a:lnTo>
                  <a:pt x="9522620" y="1401090"/>
                </a:lnTo>
                <a:lnTo>
                  <a:pt x="9510518" y="1554023"/>
                </a:lnTo>
                <a:lnTo>
                  <a:pt x="9498415" y="1709014"/>
                </a:lnTo>
                <a:lnTo>
                  <a:pt x="9488330" y="1861947"/>
                </a:lnTo>
                <a:lnTo>
                  <a:pt x="9480430" y="2014881"/>
                </a:lnTo>
                <a:lnTo>
                  <a:pt x="9472193" y="2167128"/>
                </a:lnTo>
                <a:lnTo>
                  <a:pt x="9465302" y="2318004"/>
                </a:lnTo>
                <a:lnTo>
                  <a:pt x="9460427" y="2467509"/>
                </a:lnTo>
                <a:lnTo>
                  <a:pt x="9456225" y="2617013"/>
                </a:lnTo>
                <a:lnTo>
                  <a:pt x="9452191" y="2765146"/>
                </a:lnTo>
                <a:lnTo>
                  <a:pt x="9450342" y="2911221"/>
                </a:lnTo>
                <a:lnTo>
                  <a:pt x="9448325" y="3057297"/>
                </a:lnTo>
                <a:lnTo>
                  <a:pt x="9447316" y="3201315"/>
                </a:lnTo>
                <a:lnTo>
                  <a:pt x="9448325" y="3343961"/>
                </a:lnTo>
                <a:lnTo>
                  <a:pt x="9448325" y="3485236"/>
                </a:lnTo>
                <a:lnTo>
                  <a:pt x="9450342" y="3625139"/>
                </a:lnTo>
                <a:lnTo>
                  <a:pt x="9453367" y="3762299"/>
                </a:lnTo>
                <a:lnTo>
                  <a:pt x="9456225" y="3898087"/>
                </a:lnTo>
                <a:lnTo>
                  <a:pt x="9459419" y="4031133"/>
                </a:lnTo>
                <a:lnTo>
                  <a:pt x="9464293" y="4163492"/>
                </a:lnTo>
                <a:lnTo>
                  <a:pt x="9469504" y="4293793"/>
                </a:lnTo>
                <a:lnTo>
                  <a:pt x="9474210" y="4421352"/>
                </a:lnTo>
                <a:lnTo>
                  <a:pt x="9487490" y="4670298"/>
                </a:lnTo>
                <a:lnTo>
                  <a:pt x="9501609" y="4908956"/>
                </a:lnTo>
                <a:lnTo>
                  <a:pt x="9516401" y="5138013"/>
                </a:lnTo>
                <a:lnTo>
                  <a:pt x="9532706" y="5354726"/>
                </a:lnTo>
                <a:lnTo>
                  <a:pt x="9549683" y="5561838"/>
                </a:lnTo>
                <a:lnTo>
                  <a:pt x="9568004" y="5753862"/>
                </a:lnTo>
                <a:lnTo>
                  <a:pt x="9585990" y="5934227"/>
                </a:lnTo>
                <a:lnTo>
                  <a:pt x="9603975" y="6100191"/>
                </a:lnTo>
                <a:lnTo>
                  <a:pt x="9620952" y="6252438"/>
                </a:lnTo>
                <a:lnTo>
                  <a:pt x="9637089" y="6387541"/>
                </a:lnTo>
                <a:lnTo>
                  <a:pt x="9652385" y="6509613"/>
                </a:lnTo>
                <a:lnTo>
                  <a:pt x="9665160" y="6612483"/>
                </a:lnTo>
                <a:lnTo>
                  <a:pt x="9677262" y="6698894"/>
                </a:lnTo>
                <a:lnTo>
                  <a:pt x="9694576" y="6817538"/>
                </a:lnTo>
                <a:lnTo>
                  <a:pt x="9700459" y="6858000"/>
                </a:lnTo>
                <a:lnTo>
                  <a:pt x="8795105" y="6858000"/>
                </a:lnTo>
                <a:lnTo>
                  <a:pt x="8795105" y="6858001"/>
                </a:lnTo>
                <a:lnTo>
                  <a:pt x="2704541" y="6858001"/>
                </a:lnTo>
                <a:lnTo>
                  <a:pt x="2704541" y="6858000"/>
                </a:lnTo>
                <a:lnTo>
                  <a:pt x="1517015" y="6858000"/>
                </a:lnTo>
                <a:lnTo>
                  <a:pt x="1323975" y="6858000"/>
                </a:lnTo>
                <a:lnTo>
                  <a:pt x="0" y="6858000"/>
                </a:lnTo>
                <a:close/>
              </a:path>
            </a:pathLst>
          </a:custGeom>
          <a:ln>
            <a:noFill/>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3" name="Subtitle 2">
            <a:extLst>
              <a:ext uri="{FF2B5EF4-FFF2-40B4-BE49-F238E27FC236}">
                <a16:creationId xmlns:a16="http://schemas.microsoft.com/office/drawing/2014/main" id="{CA0D2251-7AFE-1B36-778C-D116EDBB7FDE}"/>
              </a:ext>
            </a:extLst>
          </p:cNvPr>
          <p:cNvSpPr>
            <a:spLocks noGrp="1"/>
          </p:cNvSpPr>
          <p:nvPr>
            <p:ph type="subTitle" idx="1"/>
          </p:nvPr>
        </p:nvSpPr>
        <p:spPr>
          <a:xfrm>
            <a:off x="1154955" y="4777380"/>
            <a:ext cx="6974911" cy="861420"/>
          </a:xfrm>
        </p:spPr>
        <p:txBody>
          <a:bodyPr rtlCol="0">
            <a:normAutofit/>
          </a:bodyPr>
          <a:lstStyle>
            <a:defPPr>
              <a:defRPr lang="en-GB"/>
            </a:defPPr>
          </a:lstStyle>
          <a:p>
            <a:pPr rtl="0"/>
            <a:r>
              <a:rPr lang="en-GB" dirty="0">
                <a:solidFill>
                  <a:schemeClr val="tx1">
                    <a:lumMod val="85000"/>
                    <a:lumOff val="15000"/>
                  </a:schemeClr>
                </a:solidFill>
              </a:rPr>
              <a:t>RSE DAWN TEAM</a:t>
            </a:r>
          </a:p>
        </p:txBody>
      </p:sp>
      <p:sp>
        <p:nvSpPr>
          <p:cNvPr id="2" name="Title 1">
            <a:extLst>
              <a:ext uri="{FF2B5EF4-FFF2-40B4-BE49-F238E27FC236}">
                <a16:creationId xmlns:a16="http://schemas.microsoft.com/office/drawing/2014/main" id="{43B8BB83-CA62-C813-5584-9F9C32557A2B}"/>
              </a:ext>
            </a:extLst>
          </p:cNvPr>
          <p:cNvSpPr>
            <a:spLocks noGrp="1"/>
          </p:cNvSpPr>
          <p:nvPr>
            <p:ph type="ctrTitle"/>
          </p:nvPr>
        </p:nvSpPr>
        <p:spPr>
          <a:xfrm>
            <a:off x="1154955" y="1447800"/>
            <a:ext cx="6974915" cy="3329581"/>
          </a:xfrm>
        </p:spPr>
        <p:txBody>
          <a:bodyPr rtlCol="0">
            <a:normAutofit fontScale="90000"/>
          </a:bodyPr>
          <a:lstStyle>
            <a:defPPr>
              <a:defRPr lang="en-GB"/>
            </a:defPPr>
          </a:lstStyle>
          <a:p>
            <a:pPr rtl="0"/>
            <a:r>
              <a:rPr lang="en-GB" dirty="0"/>
              <a:t>Visual Studio Code on Dawn </a:t>
            </a:r>
          </a:p>
        </p:txBody>
      </p:sp>
      <p:sp>
        <p:nvSpPr>
          <p:cNvPr id="11" name="Rectangle 10">
            <a:extLst>
              <a:ext uri="{FF2B5EF4-FFF2-40B4-BE49-F238E27FC236}">
                <a16:creationId xmlns:a16="http://schemas.microsoft.com/office/drawing/2014/main" id="{B61A74B3-E247-44D4-8C48-FAE8E20564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pic>
        <p:nvPicPr>
          <p:cNvPr id="18" name="Picture 17">
            <a:extLst>
              <a:ext uri="{FF2B5EF4-FFF2-40B4-BE49-F238E27FC236}">
                <a16:creationId xmlns:a16="http://schemas.microsoft.com/office/drawing/2014/main" id="{1B798A35-A371-708D-A8FB-CEB0FCCCA5D7}"/>
              </a:ext>
            </a:extLst>
          </p:cNvPr>
          <p:cNvPicPr>
            <a:picLocks noChangeAspect="1"/>
          </p:cNvPicPr>
          <p:nvPr/>
        </p:nvPicPr>
        <p:blipFill>
          <a:blip r:embed="rId3"/>
          <a:stretch>
            <a:fillRect/>
          </a:stretch>
        </p:blipFill>
        <p:spPr>
          <a:xfrm>
            <a:off x="9910482" y="2797175"/>
            <a:ext cx="2108200" cy="2406650"/>
          </a:xfrm>
          <a:prstGeom prst="rect">
            <a:avLst/>
          </a:prstGeom>
        </p:spPr>
      </p:pic>
      <p:sp>
        <p:nvSpPr>
          <p:cNvPr id="19" name="Slide Number Placeholder 5">
            <a:extLst>
              <a:ext uri="{FF2B5EF4-FFF2-40B4-BE49-F238E27FC236}">
                <a16:creationId xmlns:a16="http://schemas.microsoft.com/office/drawing/2014/main" id="{3C11B018-644B-DD2A-2F59-49062F50E608}"/>
              </a:ext>
            </a:extLst>
          </p:cNvPr>
          <p:cNvSpPr>
            <a:spLocks noGrp="1"/>
          </p:cNvSpPr>
          <p:nvPr>
            <p:ph type="sldNum" sz="quarter" idx="12"/>
          </p:nvPr>
        </p:nvSpPr>
        <p:spPr>
          <a:xfrm>
            <a:off x="10352540" y="295729"/>
            <a:ext cx="838199" cy="767687"/>
          </a:xfrm>
        </p:spPr>
        <p:txBody>
          <a:bodyPr vert="horz" lIns="91440" tIns="45720" rIns="91440" bIns="45720" rtlCol="0" anchor="b">
            <a:normAutofit/>
          </a:bodyPr>
          <a:lstStyle/>
          <a:p>
            <a:pPr>
              <a:spcAft>
                <a:spcPts val="600"/>
              </a:spcAft>
            </a:pPr>
            <a:fld id="{58FB4751-880F-D840-AAA9-3A15815CC996}" type="slidenum">
              <a:rPr lang="en-US" b="0" i="0" kern="1200">
                <a:solidFill>
                  <a:srgbClr val="FFFFFF"/>
                </a:solidFill>
                <a:latin typeface="+mn-lt"/>
                <a:ea typeface="+mn-ea"/>
                <a:cs typeface="+mn-cs"/>
              </a:rPr>
              <a:pPr>
                <a:spcAft>
                  <a:spcPts val="600"/>
                </a:spcAft>
              </a:pPr>
              <a:t>1</a:t>
            </a:fld>
            <a:endParaRPr lang="en-US" b="0" i="0" kern="1200" dirty="0">
              <a:solidFill>
                <a:srgbClr val="FFFFFF"/>
              </a:solidFill>
              <a:latin typeface="+mn-lt"/>
              <a:ea typeface="+mn-ea"/>
              <a:cs typeface="+mn-cs"/>
            </a:endParaRPr>
          </a:p>
        </p:txBody>
      </p:sp>
    </p:spTree>
    <p:extLst>
      <p:ext uri="{BB962C8B-B14F-4D97-AF65-F5344CB8AC3E}">
        <p14:creationId xmlns:p14="http://schemas.microsoft.com/office/powerpoint/2010/main" val="417536504"/>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wd">
                                    <p:tmPct val="15000"/>
                                  </p:iterate>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childTnLst>
                                </p:cTn>
                              </p:par>
                              <p:par>
                                <p:cTn id="8" presetID="10" presetClass="entr" presetSubtype="0" fill="hold" grpId="0" nodeType="withEffect">
                                  <p:stCondLst>
                                    <p:cond delay="500"/>
                                  </p:stCondLst>
                                  <p:iterate type="wd">
                                    <p:tmPct val="15000"/>
                                  </p:iterate>
                                  <p:childTnLst>
                                    <p:set>
                                      <p:cBhvr>
                                        <p:cTn id="9" dur="1" fill="hold">
                                          <p:stCondLst>
                                            <p:cond delay="0"/>
                                          </p:stCondLst>
                                        </p:cTn>
                                        <p:tgtEl>
                                          <p:spTgt spid="2"/>
                                        </p:tgtEl>
                                        <p:attrNameLst>
                                          <p:attrName>style.visibility</p:attrName>
                                        </p:attrNameLst>
                                      </p:cBhvr>
                                      <p:to>
                                        <p:strVal val="visible"/>
                                      </p:to>
                                    </p:set>
                                    <p:animEffect transition="in" filter="fade">
                                      <p:cBhvr>
                                        <p:cTn id="10"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9E91F90-AC75-08A4-DD65-4A0C4794CF9B}"/>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0831D2FF-5B42-C821-B3D7-55D771CA22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13" name="Rectangle 12">
            <a:extLst>
              <a:ext uri="{FF2B5EF4-FFF2-40B4-BE49-F238E27FC236}">
                <a16:creationId xmlns:a16="http://schemas.microsoft.com/office/drawing/2014/main" id="{C78BE270-3D18-06DC-2DD8-6AEF0DF61D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5" name="Freeform 7">
            <a:extLst>
              <a:ext uri="{FF2B5EF4-FFF2-40B4-BE49-F238E27FC236}">
                <a16:creationId xmlns:a16="http://schemas.microsoft.com/office/drawing/2014/main" id="{69A4475D-67A0-981D-E4D8-1078B87F0A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endParaRPr>
          </a:p>
        </p:txBody>
      </p:sp>
      <p:sp useBgFill="1">
        <p:nvSpPr>
          <p:cNvPr id="17" name="Freeform: Shape 16">
            <a:extLst>
              <a:ext uri="{FF2B5EF4-FFF2-40B4-BE49-F238E27FC236}">
                <a16:creationId xmlns:a16="http://schemas.microsoft.com/office/drawing/2014/main" id="{2E708C5C-DEA3-BDE2-0F31-B7FBB6F4B3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7" cy="5095933"/>
          </a:xfrm>
          <a:custGeom>
            <a:avLst/>
            <a:gdLst>
              <a:gd name="connsiteX0" fmla="*/ 0 w 12192417"/>
              <a:gd name="connsiteY0" fmla="*/ 0 h 5095933"/>
              <a:gd name="connsiteX1" fmla="*/ 71931 w 12192417"/>
              <a:gd name="connsiteY1" fmla="*/ 12261 h 5095933"/>
              <a:gd name="connsiteX2" fmla="*/ 282848 w 12192417"/>
              <a:gd name="connsiteY2" fmla="*/ 48343 h 5095933"/>
              <a:gd name="connsiteX3" fmla="*/ 436463 w 12192417"/>
              <a:gd name="connsiteY3" fmla="*/ 73565 h 5095933"/>
              <a:gd name="connsiteX4" fmla="*/ 619338 w 12192417"/>
              <a:gd name="connsiteY4" fmla="*/ 100188 h 5095933"/>
              <a:gd name="connsiteX5" fmla="*/ 836350 w 12192417"/>
              <a:gd name="connsiteY5" fmla="*/ 132066 h 5095933"/>
              <a:gd name="connsiteX6" fmla="*/ 1076527 w 12192417"/>
              <a:gd name="connsiteY6" fmla="*/ 165696 h 5095933"/>
              <a:gd name="connsiteX7" fmla="*/ 1347183 w 12192417"/>
              <a:gd name="connsiteY7" fmla="*/ 201077 h 5095933"/>
              <a:gd name="connsiteX8" fmla="*/ 1642222 w 12192417"/>
              <a:gd name="connsiteY8" fmla="*/ 238560 h 5095933"/>
              <a:gd name="connsiteX9" fmla="*/ 1962863 w 12192417"/>
              <a:gd name="connsiteY9" fmla="*/ 276043 h 5095933"/>
              <a:gd name="connsiteX10" fmla="*/ 2304231 w 12192417"/>
              <a:gd name="connsiteY10" fmla="*/ 314227 h 5095933"/>
              <a:gd name="connsiteX11" fmla="*/ 2672420 w 12192417"/>
              <a:gd name="connsiteY11" fmla="*/ 349608 h 5095933"/>
              <a:gd name="connsiteX12" fmla="*/ 3057677 w 12192417"/>
              <a:gd name="connsiteY12" fmla="*/ 383588 h 5095933"/>
              <a:gd name="connsiteX13" fmla="*/ 3464880 w 12192417"/>
              <a:gd name="connsiteY13" fmla="*/ 414415 h 5095933"/>
              <a:gd name="connsiteX14" fmla="*/ 3889151 w 12192417"/>
              <a:gd name="connsiteY14" fmla="*/ 443841 h 5095933"/>
              <a:gd name="connsiteX15" fmla="*/ 4331709 w 12192417"/>
              <a:gd name="connsiteY15" fmla="*/ 471515 h 5095933"/>
              <a:gd name="connsiteX16" fmla="*/ 4558475 w 12192417"/>
              <a:gd name="connsiteY16" fmla="*/ 481324 h 5095933"/>
              <a:gd name="connsiteX17" fmla="*/ 4790117 w 12192417"/>
              <a:gd name="connsiteY17" fmla="*/ 492183 h 5095933"/>
              <a:gd name="connsiteX18" fmla="*/ 5025417 w 12192417"/>
              <a:gd name="connsiteY18" fmla="*/ 502342 h 5095933"/>
              <a:gd name="connsiteX19" fmla="*/ 5261936 w 12192417"/>
              <a:gd name="connsiteY19" fmla="*/ 508998 h 5095933"/>
              <a:gd name="connsiteX20" fmla="*/ 5503331 w 12192417"/>
              <a:gd name="connsiteY20" fmla="*/ 514953 h 5095933"/>
              <a:gd name="connsiteX21" fmla="*/ 5747166 w 12192417"/>
              <a:gd name="connsiteY21" fmla="*/ 521259 h 5095933"/>
              <a:gd name="connsiteX22" fmla="*/ 5995876 w 12192417"/>
              <a:gd name="connsiteY22" fmla="*/ 525463 h 5095933"/>
              <a:gd name="connsiteX23" fmla="*/ 6247025 w 12192417"/>
              <a:gd name="connsiteY23" fmla="*/ 525463 h 5095933"/>
              <a:gd name="connsiteX24" fmla="*/ 6500612 w 12192417"/>
              <a:gd name="connsiteY24" fmla="*/ 527565 h 5095933"/>
              <a:gd name="connsiteX25" fmla="*/ 6756638 w 12192417"/>
              <a:gd name="connsiteY25" fmla="*/ 525463 h 5095933"/>
              <a:gd name="connsiteX26" fmla="*/ 7016321 w 12192417"/>
              <a:gd name="connsiteY26" fmla="*/ 521259 h 5095933"/>
              <a:gd name="connsiteX27" fmla="*/ 7276004 w 12192417"/>
              <a:gd name="connsiteY27" fmla="*/ 517406 h 5095933"/>
              <a:gd name="connsiteX28" fmla="*/ 7539344 w 12192417"/>
              <a:gd name="connsiteY28" fmla="*/ 508998 h 5095933"/>
              <a:gd name="connsiteX29" fmla="*/ 7805123 w 12192417"/>
              <a:gd name="connsiteY29" fmla="*/ 500241 h 5095933"/>
              <a:gd name="connsiteX30" fmla="*/ 8070902 w 12192417"/>
              <a:gd name="connsiteY30" fmla="*/ 490082 h 5095933"/>
              <a:gd name="connsiteX31" fmla="*/ 8339120 w 12192417"/>
              <a:gd name="connsiteY31" fmla="*/ 475719 h 5095933"/>
              <a:gd name="connsiteX32" fmla="*/ 8609775 w 12192417"/>
              <a:gd name="connsiteY32" fmla="*/ 458554 h 5095933"/>
              <a:gd name="connsiteX33" fmla="*/ 8881650 w 12192417"/>
              <a:gd name="connsiteY33" fmla="*/ 442089 h 5095933"/>
              <a:gd name="connsiteX34" fmla="*/ 9153525 w 12192417"/>
              <a:gd name="connsiteY34" fmla="*/ 421071 h 5095933"/>
              <a:gd name="connsiteX35" fmla="*/ 9429057 w 12192417"/>
              <a:gd name="connsiteY35" fmla="*/ 395849 h 5095933"/>
              <a:gd name="connsiteX36" fmla="*/ 9700932 w 12192417"/>
              <a:gd name="connsiteY36" fmla="*/ 370626 h 5095933"/>
              <a:gd name="connsiteX37" fmla="*/ 9977683 w 12192417"/>
              <a:gd name="connsiteY37" fmla="*/ 341551 h 5095933"/>
              <a:gd name="connsiteX38" fmla="*/ 10255654 w 12192417"/>
              <a:gd name="connsiteY38" fmla="*/ 309673 h 5095933"/>
              <a:gd name="connsiteX39" fmla="*/ 10529967 w 12192417"/>
              <a:gd name="connsiteY39" fmla="*/ 276043 h 5095933"/>
              <a:gd name="connsiteX40" fmla="*/ 10807938 w 12192417"/>
              <a:gd name="connsiteY40" fmla="*/ 236809 h 5095933"/>
              <a:gd name="connsiteX41" fmla="*/ 11084689 w 12192417"/>
              <a:gd name="connsiteY41" fmla="*/ 194772 h 5095933"/>
              <a:gd name="connsiteX42" fmla="*/ 11362660 w 12192417"/>
              <a:gd name="connsiteY42" fmla="*/ 153085 h 5095933"/>
              <a:gd name="connsiteX43" fmla="*/ 11639411 w 12192417"/>
              <a:gd name="connsiteY43" fmla="*/ 104392 h 5095933"/>
              <a:gd name="connsiteX44" fmla="*/ 11914944 w 12192417"/>
              <a:gd name="connsiteY44" fmla="*/ 54648 h 5095933"/>
              <a:gd name="connsiteX45" fmla="*/ 12191695 w 12192417"/>
              <a:gd name="connsiteY45" fmla="*/ 2452 h 5095933"/>
              <a:gd name="connsiteX46" fmla="*/ 12191695 w 12192417"/>
              <a:gd name="connsiteY46" fmla="*/ 2162231 h 5095933"/>
              <a:gd name="connsiteX47" fmla="*/ 12192417 w 12192417"/>
              <a:gd name="connsiteY47" fmla="*/ 2162231 h 5095933"/>
              <a:gd name="connsiteX48" fmla="*/ 12192417 w 12192417"/>
              <a:gd name="connsiteY48" fmla="*/ 5095933 h 5095933"/>
              <a:gd name="connsiteX49" fmla="*/ 0 w 12192417"/>
              <a:gd name="connsiteY49" fmla="*/ 5095933 h 5095933"/>
              <a:gd name="connsiteX50" fmla="*/ 0 w 12192417"/>
              <a:gd name="connsiteY50" fmla="*/ 2791958 h 5095933"/>
              <a:gd name="connsiteX51" fmla="*/ 0 w 12192417"/>
              <a:gd name="connsiteY51" fmla="*/ 2162231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417" h="5095933">
                <a:moveTo>
                  <a:pt x="0" y="0"/>
                </a:moveTo>
                <a:lnTo>
                  <a:pt x="71931" y="12261"/>
                </a:lnTo>
                <a:lnTo>
                  <a:pt x="282848" y="48343"/>
                </a:lnTo>
                <a:lnTo>
                  <a:pt x="436463" y="73565"/>
                </a:lnTo>
                <a:lnTo>
                  <a:pt x="619338" y="100188"/>
                </a:lnTo>
                <a:lnTo>
                  <a:pt x="836350" y="132066"/>
                </a:lnTo>
                <a:lnTo>
                  <a:pt x="1076527" y="165696"/>
                </a:lnTo>
                <a:lnTo>
                  <a:pt x="1347183" y="201077"/>
                </a:lnTo>
                <a:lnTo>
                  <a:pt x="1642222" y="238560"/>
                </a:lnTo>
                <a:lnTo>
                  <a:pt x="1962863" y="276043"/>
                </a:lnTo>
                <a:lnTo>
                  <a:pt x="2304231" y="314227"/>
                </a:lnTo>
                <a:lnTo>
                  <a:pt x="2672420" y="349608"/>
                </a:lnTo>
                <a:lnTo>
                  <a:pt x="3057677" y="383588"/>
                </a:lnTo>
                <a:lnTo>
                  <a:pt x="3464880" y="414415"/>
                </a:lnTo>
                <a:lnTo>
                  <a:pt x="3889151" y="443841"/>
                </a:lnTo>
                <a:lnTo>
                  <a:pt x="4331709" y="471515"/>
                </a:lnTo>
                <a:lnTo>
                  <a:pt x="4558475" y="481324"/>
                </a:lnTo>
                <a:lnTo>
                  <a:pt x="4790117" y="492183"/>
                </a:lnTo>
                <a:lnTo>
                  <a:pt x="5025417" y="502342"/>
                </a:lnTo>
                <a:lnTo>
                  <a:pt x="5261936" y="508998"/>
                </a:lnTo>
                <a:lnTo>
                  <a:pt x="5503331" y="514953"/>
                </a:lnTo>
                <a:lnTo>
                  <a:pt x="5747166" y="521259"/>
                </a:lnTo>
                <a:lnTo>
                  <a:pt x="5995876" y="525463"/>
                </a:lnTo>
                <a:lnTo>
                  <a:pt x="6247025" y="525463"/>
                </a:lnTo>
                <a:lnTo>
                  <a:pt x="6500612" y="527565"/>
                </a:lnTo>
                <a:lnTo>
                  <a:pt x="6756638" y="525463"/>
                </a:lnTo>
                <a:lnTo>
                  <a:pt x="7016321" y="521259"/>
                </a:lnTo>
                <a:lnTo>
                  <a:pt x="7276004" y="517406"/>
                </a:lnTo>
                <a:lnTo>
                  <a:pt x="7539344" y="508998"/>
                </a:lnTo>
                <a:lnTo>
                  <a:pt x="7805123" y="500241"/>
                </a:lnTo>
                <a:lnTo>
                  <a:pt x="8070902" y="490082"/>
                </a:lnTo>
                <a:lnTo>
                  <a:pt x="8339120" y="475719"/>
                </a:lnTo>
                <a:lnTo>
                  <a:pt x="8609775" y="458554"/>
                </a:lnTo>
                <a:lnTo>
                  <a:pt x="8881650" y="442089"/>
                </a:lnTo>
                <a:lnTo>
                  <a:pt x="9153525" y="421071"/>
                </a:lnTo>
                <a:lnTo>
                  <a:pt x="9429057" y="395849"/>
                </a:lnTo>
                <a:lnTo>
                  <a:pt x="9700932" y="370626"/>
                </a:lnTo>
                <a:lnTo>
                  <a:pt x="9977683" y="341551"/>
                </a:lnTo>
                <a:lnTo>
                  <a:pt x="10255654" y="309673"/>
                </a:lnTo>
                <a:lnTo>
                  <a:pt x="10529967" y="276043"/>
                </a:lnTo>
                <a:lnTo>
                  <a:pt x="10807938" y="236809"/>
                </a:lnTo>
                <a:lnTo>
                  <a:pt x="11084689" y="194772"/>
                </a:lnTo>
                <a:lnTo>
                  <a:pt x="11362660" y="153085"/>
                </a:lnTo>
                <a:lnTo>
                  <a:pt x="11639411" y="104392"/>
                </a:lnTo>
                <a:lnTo>
                  <a:pt x="11914944" y="54648"/>
                </a:lnTo>
                <a:lnTo>
                  <a:pt x="12191695" y="2452"/>
                </a:lnTo>
                <a:lnTo>
                  <a:pt x="12191695" y="2162231"/>
                </a:lnTo>
                <a:lnTo>
                  <a:pt x="12192417" y="2162231"/>
                </a:lnTo>
                <a:lnTo>
                  <a:pt x="12192417" y="5095933"/>
                </a:lnTo>
                <a:lnTo>
                  <a:pt x="0" y="5095933"/>
                </a:lnTo>
                <a:lnTo>
                  <a:pt x="0" y="2791958"/>
                </a:lnTo>
                <a:lnTo>
                  <a:pt x="0" y="2162231"/>
                </a:lnTo>
                <a:close/>
              </a:path>
            </a:pathLst>
          </a:custGeom>
          <a:ln>
            <a:noFill/>
          </a:ln>
        </p:spPr>
        <p:txBody>
          <a:bodyPr/>
          <a:lstStyle/>
          <a:p>
            <a:endParaRPr lang="en-GB"/>
          </a:p>
        </p:txBody>
      </p:sp>
      <p:sp>
        <p:nvSpPr>
          <p:cNvPr id="4" name="Title 3">
            <a:extLst>
              <a:ext uri="{FF2B5EF4-FFF2-40B4-BE49-F238E27FC236}">
                <a16:creationId xmlns:a16="http://schemas.microsoft.com/office/drawing/2014/main" id="{7EAD0938-7E01-0115-88A8-9E2E4BC347F7}"/>
              </a:ext>
            </a:extLst>
          </p:cNvPr>
          <p:cNvSpPr>
            <a:spLocks noGrp="1"/>
          </p:cNvSpPr>
          <p:nvPr>
            <p:ph type="title"/>
          </p:nvPr>
        </p:nvSpPr>
        <p:spPr>
          <a:xfrm>
            <a:off x="1103312" y="452718"/>
            <a:ext cx="8947522" cy="1400530"/>
          </a:xfrm>
        </p:spPr>
        <p:txBody>
          <a:bodyPr vert="horz" lIns="91440" tIns="45720" rIns="91440" bIns="45720" rtlCol="0" anchor="ctr">
            <a:normAutofit/>
          </a:bodyPr>
          <a:lstStyle/>
          <a:p>
            <a:r>
              <a:rPr lang="en-US" dirty="0">
                <a:solidFill>
                  <a:srgbClr val="FFFFFF"/>
                </a:solidFill>
              </a:rPr>
              <a:t> My </a:t>
            </a:r>
            <a:r>
              <a:rPr lang="en-US" dirty="0" err="1">
                <a:solidFill>
                  <a:srgbClr val="FFFFFF"/>
                </a:solidFill>
              </a:rPr>
              <a:t>WorkFlow</a:t>
            </a:r>
            <a:r>
              <a:rPr lang="en-US" dirty="0">
                <a:solidFill>
                  <a:srgbClr val="FFFFFF"/>
                </a:solidFill>
              </a:rPr>
              <a:t> </a:t>
            </a:r>
            <a:r>
              <a:rPr lang="en-US" b="0" i="0" u="none" strike="noStrike" kern="1200" dirty="0">
                <a:solidFill>
                  <a:srgbClr val="FFFFFF"/>
                </a:solidFill>
                <a:effectLst/>
                <a:latin typeface="+mj-lt"/>
                <a:ea typeface="+mj-ea"/>
                <a:cs typeface="+mj-cs"/>
              </a:rPr>
              <a:t>on DAWN</a:t>
            </a:r>
            <a:endParaRPr lang="en-US" b="0" i="0" kern="1200" dirty="0">
              <a:solidFill>
                <a:srgbClr val="FFFFFF"/>
              </a:solidFill>
              <a:latin typeface="+mj-lt"/>
              <a:ea typeface="+mj-ea"/>
              <a:cs typeface="+mj-cs"/>
            </a:endParaRPr>
          </a:p>
        </p:txBody>
      </p:sp>
      <p:sp>
        <p:nvSpPr>
          <p:cNvPr id="6" name="TextBox 5">
            <a:extLst>
              <a:ext uri="{FF2B5EF4-FFF2-40B4-BE49-F238E27FC236}">
                <a16:creationId xmlns:a16="http://schemas.microsoft.com/office/drawing/2014/main" id="{A3035A5A-5F25-E715-B707-46AD9796BD5D}"/>
              </a:ext>
            </a:extLst>
          </p:cNvPr>
          <p:cNvSpPr txBox="1"/>
          <p:nvPr/>
        </p:nvSpPr>
        <p:spPr>
          <a:xfrm>
            <a:off x="1103312" y="2763520"/>
            <a:ext cx="8946541" cy="3484879"/>
          </a:xfrm>
          <a:prstGeom prst="rect">
            <a:avLst/>
          </a:prstGeom>
        </p:spPr>
        <p:txBody>
          <a:bodyPr vert="horz" lIns="91440" tIns="45720" rIns="91440" bIns="45720" rtlCol="0">
            <a:normAutofit/>
          </a:bodyPr>
          <a:lstStyle/>
          <a:p>
            <a:r>
              <a:rPr lang="en-GB" dirty="0"/>
              <a:t>The Visual Studio Code Remote-SSH extension allows you to open a remote folder on any remote machine, virtual machine, or container with a running SSH server and take full advantage of VS Code’s feature set. Once connected to a VS Code server, you can interact with files and folders anywhere on the remote filesystem</a:t>
            </a:r>
            <a:r>
              <a:rPr lang="en-US" sz="1600" dirty="0"/>
              <a:t>.</a:t>
            </a:r>
          </a:p>
        </p:txBody>
      </p:sp>
      <p:pic>
        <p:nvPicPr>
          <p:cNvPr id="2" name="Picture 1" descr="A red letters in space&#10;&#10;AI-generated content may be incorrect.">
            <a:extLst>
              <a:ext uri="{FF2B5EF4-FFF2-40B4-BE49-F238E27FC236}">
                <a16:creationId xmlns:a16="http://schemas.microsoft.com/office/drawing/2014/main" id="{C7E35FA8-CBB2-E1F2-03E4-C8585E411749}"/>
              </a:ext>
            </a:extLst>
          </p:cNvPr>
          <p:cNvPicPr>
            <a:picLocks noChangeAspect="1"/>
          </p:cNvPicPr>
          <p:nvPr/>
        </p:nvPicPr>
        <p:blipFill>
          <a:blip r:embed="rId2"/>
          <a:stretch>
            <a:fillRect/>
          </a:stretch>
        </p:blipFill>
        <p:spPr>
          <a:xfrm>
            <a:off x="9981746" y="6359346"/>
            <a:ext cx="2193472" cy="480452"/>
          </a:xfrm>
          <a:prstGeom prst="rect">
            <a:avLst/>
          </a:prstGeom>
        </p:spPr>
      </p:pic>
      <p:sp>
        <p:nvSpPr>
          <p:cNvPr id="7" name="Slide Number Placeholder 5">
            <a:extLst>
              <a:ext uri="{FF2B5EF4-FFF2-40B4-BE49-F238E27FC236}">
                <a16:creationId xmlns:a16="http://schemas.microsoft.com/office/drawing/2014/main" id="{0E79C9F2-DFBE-D376-70AC-2BBDBA055D2A}"/>
              </a:ext>
            </a:extLst>
          </p:cNvPr>
          <p:cNvSpPr>
            <a:spLocks noGrp="1"/>
          </p:cNvSpPr>
          <p:nvPr>
            <p:ph type="sldNum" sz="quarter" idx="12"/>
          </p:nvPr>
        </p:nvSpPr>
        <p:spPr>
          <a:xfrm>
            <a:off x="10352540" y="295729"/>
            <a:ext cx="838199" cy="767687"/>
          </a:xfrm>
        </p:spPr>
        <p:txBody>
          <a:bodyPr vert="horz" lIns="91440" tIns="45720" rIns="91440" bIns="45720" rtlCol="0" anchor="b">
            <a:normAutofit/>
          </a:bodyPr>
          <a:lstStyle/>
          <a:p>
            <a:pPr>
              <a:spcAft>
                <a:spcPts val="600"/>
              </a:spcAft>
            </a:pPr>
            <a:fld id="{58FB4751-880F-D840-AAA9-3A15815CC996}" type="slidenum">
              <a:rPr lang="en-US" b="0" i="0" kern="1200">
                <a:solidFill>
                  <a:srgbClr val="FFFFFF"/>
                </a:solidFill>
                <a:latin typeface="+mn-lt"/>
                <a:ea typeface="+mn-ea"/>
                <a:cs typeface="+mn-cs"/>
              </a:rPr>
              <a:pPr>
                <a:spcAft>
                  <a:spcPts val="600"/>
                </a:spcAft>
              </a:pPr>
              <a:t>2</a:t>
            </a:fld>
            <a:endParaRPr lang="en-US" b="0" i="0" kern="1200" dirty="0">
              <a:solidFill>
                <a:srgbClr val="FFFFFF"/>
              </a:solidFill>
              <a:latin typeface="+mn-lt"/>
              <a:ea typeface="+mn-ea"/>
              <a:cs typeface="+mn-cs"/>
            </a:endParaRPr>
          </a:p>
        </p:txBody>
      </p:sp>
      <p:pic>
        <p:nvPicPr>
          <p:cNvPr id="8" name="Picture 7">
            <a:extLst>
              <a:ext uri="{FF2B5EF4-FFF2-40B4-BE49-F238E27FC236}">
                <a16:creationId xmlns:a16="http://schemas.microsoft.com/office/drawing/2014/main" id="{3ABE3354-CA20-72BD-FBB9-DCAEAE57CE75}"/>
              </a:ext>
            </a:extLst>
          </p:cNvPr>
          <p:cNvPicPr>
            <a:picLocks noChangeAspect="1"/>
          </p:cNvPicPr>
          <p:nvPr/>
        </p:nvPicPr>
        <p:blipFill>
          <a:blip r:embed="rId3"/>
          <a:stretch>
            <a:fillRect/>
          </a:stretch>
        </p:blipFill>
        <p:spPr>
          <a:xfrm>
            <a:off x="3242339" y="4062049"/>
            <a:ext cx="4938220" cy="2777749"/>
          </a:xfrm>
          <a:prstGeom prst="rect">
            <a:avLst/>
          </a:prstGeom>
        </p:spPr>
      </p:pic>
    </p:spTree>
    <p:extLst>
      <p:ext uri="{BB962C8B-B14F-4D97-AF65-F5344CB8AC3E}">
        <p14:creationId xmlns:p14="http://schemas.microsoft.com/office/powerpoint/2010/main" val="2456894211"/>
      </p:ext>
    </p:extLst>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0ECB7CA-44F2-EB10-20B8-52888E57CA97}"/>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800B2D37-D448-006B-2530-E3B6D66E98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13" name="Rectangle 12">
            <a:extLst>
              <a:ext uri="{FF2B5EF4-FFF2-40B4-BE49-F238E27FC236}">
                <a16:creationId xmlns:a16="http://schemas.microsoft.com/office/drawing/2014/main" id="{B93BF12F-52B3-15BE-677A-92F0BA71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5" name="Freeform 7">
            <a:extLst>
              <a:ext uri="{FF2B5EF4-FFF2-40B4-BE49-F238E27FC236}">
                <a16:creationId xmlns:a16="http://schemas.microsoft.com/office/drawing/2014/main" id="{313B8E83-A9CF-A4DC-AD4D-A83CD23545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endParaRPr>
          </a:p>
        </p:txBody>
      </p:sp>
      <p:sp useBgFill="1">
        <p:nvSpPr>
          <p:cNvPr id="17" name="Freeform: Shape 16">
            <a:extLst>
              <a:ext uri="{FF2B5EF4-FFF2-40B4-BE49-F238E27FC236}">
                <a16:creationId xmlns:a16="http://schemas.microsoft.com/office/drawing/2014/main" id="{DEED4DB0-C621-CA69-A168-FA51D30378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7" cy="5095933"/>
          </a:xfrm>
          <a:custGeom>
            <a:avLst/>
            <a:gdLst>
              <a:gd name="connsiteX0" fmla="*/ 0 w 12192417"/>
              <a:gd name="connsiteY0" fmla="*/ 0 h 5095933"/>
              <a:gd name="connsiteX1" fmla="*/ 71931 w 12192417"/>
              <a:gd name="connsiteY1" fmla="*/ 12261 h 5095933"/>
              <a:gd name="connsiteX2" fmla="*/ 282848 w 12192417"/>
              <a:gd name="connsiteY2" fmla="*/ 48343 h 5095933"/>
              <a:gd name="connsiteX3" fmla="*/ 436463 w 12192417"/>
              <a:gd name="connsiteY3" fmla="*/ 73565 h 5095933"/>
              <a:gd name="connsiteX4" fmla="*/ 619338 w 12192417"/>
              <a:gd name="connsiteY4" fmla="*/ 100188 h 5095933"/>
              <a:gd name="connsiteX5" fmla="*/ 836350 w 12192417"/>
              <a:gd name="connsiteY5" fmla="*/ 132066 h 5095933"/>
              <a:gd name="connsiteX6" fmla="*/ 1076527 w 12192417"/>
              <a:gd name="connsiteY6" fmla="*/ 165696 h 5095933"/>
              <a:gd name="connsiteX7" fmla="*/ 1347183 w 12192417"/>
              <a:gd name="connsiteY7" fmla="*/ 201077 h 5095933"/>
              <a:gd name="connsiteX8" fmla="*/ 1642222 w 12192417"/>
              <a:gd name="connsiteY8" fmla="*/ 238560 h 5095933"/>
              <a:gd name="connsiteX9" fmla="*/ 1962863 w 12192417"/>
              <a:gd name="connsiteY9" fmla="*/ 276043 h 5095933"/>
              <a:gd name="connsiteX10" fmla="*/ 2304231 w 12192417"/>
              <a:gd name="connsiteY10" fmla="*/ 314227 h 5095933"/>
              <a:gd name="connsiteX11" fmla="*/ 2672420 w 12192417"/>
              <a:gd name="connsiteY11" fmla="*/ 349608 h 5095933"/>
              <a:gd name="connsiteX12" fmla="*/ 3057677 w 12192417"/>
              <a:gd name="connsiteY12" fmla="*/ 383588 h 5095933"/>
              <a:gd name="connsiteX13" fmla="*/ 3464880 w 12192417"/>
              <a:gd name="connsiteY13" fmla="*/ 414415 h 5095933"/>
              <a:gd name="connsiteX14" fmla="*/ 3889151 w 12192417"/>
              <a:gd name="connsiteY14" fmla="*/ 443841 h 5095933"/>
              <a:gd name="connsiteX15" fmla="*/ 4331709 w 12192417"/>
              <a:gd name="connsiteY15" fmla="*/ 471515 h 5095933"/>
              <a:gd name="connsiteX16" fmla="*/ 4558475 w 12192417"/>
              <a:gd name="connsiteY16" fmla="*/ 481324 h 5095933"/>
              <a:gd name="connsiteX17" fmla="*/ 4790117 w 12192417"/>
              <a:gd name="connsiteY17" fmla="*/ 492183 h 5095933"/>
              <a:gd name="connsiteX18" fmla="*/ 5025417 w 12192417"/>
              <a:gd name="connsiteY18" fmla="*/ 502342 h 5095933"/>
              <a:gd name="connsiteX19" fmla="*/ 5261936 w 12192417"/>
              <a:gd name="connsiteY19" fmla="*/ 508998 h 5095933"/>
              <a:gd name="connsiteX20" fmla="*/ 5503331 w 12192417"/>
              <a:gd name="connsiteY20" fmla="*/ 514953 h 5095933"/>
              <a:gd name="connsiteX21" fmla="*/ 5747166 w 12192417"/>
              <a:gd name="connsiteY21" fmla="*/ 521259 h 5095933"/>
              <a:gd name="connsiteX22" fmla="*/ 5995876 w 12192417"/>
              <a:gd name="connsiteY22" fmla="*/ 525463 h 5095933"/>
              <a:gd name="connsiteX23" fmla="*/ 6247025 w 12192417"/>
              <a:gd name="connsiteY23" fmla="*/ 525463 h 5095933"/>
              <a:gd name="connsiteX24" fmla="*/ 6500612 w 12192417"/>
              <a:gd name="connsiteY24" fmla="*/ 527565 h 5095933"/>
              <a:gd name="connsiteX25" fmla="*/ 6756638 w 12192417"/>
              <a:gd name="connsiteY25" fmla="*/ 525463 h 5095933"/>
              <a:gd name="connsiteX26" fmla="*/ 7016321 w 12192417"/>
              <a:gd name="connsiteY26" fmla="*/ 521259 h 5095933"/>
              <a:gd name="connsiteX27" fmla="*/ 7276004 w 12192417"/>
              <a:gd name="connsiteY27" fmla="*/ 517406 h 5095933"/>
              <a:gd name="connsiteX28" fmla="*/ 7539344 w 12192417"/>
              <a:gd name="connsiteY28" fmla="*/ 508998 h 5095933"/>
              <a:gd name="connsiteX29" fmla="*/ 7805123 w 12192417"/>
              <a:gd name="connsiteY29" fmla="*/ 500241 h 5095933"/>
              <a:gd name="connsiteX30" fmla="*/ 8070902 w 12192417"/>
              <a:gd name="connsiteY30" fmla="*/ 490082 h 5095933"/>
              <a:gd name="connsiteX31" fmla="*/ 8339120 w 12192417"/>
              <a:gd name="connsiteY31" fmla="*/ 475719 h 5095933"/>
              <a:gd name="connsiteX32" fmla="*/ 8609775 w 12192417"/>
              <a:gd name="connsiteY32" fmla="*/ 458554 h 5095933"/>
              <a:gd name="connsiteX33" fmla="*/ 8881650 w 12192417"/>
              <a:gd name="connsiteY33" fmla="*/ 442089 h 5095933"/>
              <a:gd name="connsiteX34" fmla="*/ 9153525 w 12192417"/>
              <a:gd name="connsiteY34" fmla="*/ 421071 h 5095933"/>
              <a:gd name="connsiteX35" fmla="*/ 9429057 w 12192417"/>
              <a:gd name="connsiteY35" fmla="*/ 395849 h 5095933"/>
              <a:gd name="connsiteX36" fmla="*/ 9700932 w 12192417"/>
              <a:gd name="connsiteY36" fmla="*/ 370626 h 5095933"/>
              <a:gd name="connsiteX37" fmla="*/ 9977683 w 12192417"/>
              <a:gd name="connsiteY37" fmla="*/ 341551 h 5095933"/>
              <a:gd name="connsiteX38" fmla="*/ 10255654 w 12192417"/>
              <a:gd name="connsiteY38" fmla="*/ 309673 h 5095933"/>
              <a:gd name="connsiteX39" fmla="*/ 10529967 w 12192417"/>
              <a:gd name="connsiteY39" fmla="*/ 276043 h 5095933"/>
              <a:gd name="connsiteX40" fmla="*/ 10807938 w 12192417"/>
              <a:gd name="connsiteY40" fmla="*/ 236809 h 5095933"/>
              <a:gd name="connsiteX41" fmla="*/ 11084689 w 12192417"/>
              <a:gd name="connsiteY41" fmla="*/ 194772 h 5095933"/>
              <a:gd name="connsiteX42" fmla="*/ 11362660 w 12192417"/>
              <a:gd name="connsiteY42" fmla="*/ 153085 h 5095933"/>
              <a:gd name="connsiteX43" fmla="*/ 11639411 w 12192417"/>
              <a:gd name="connsiteY43" fmla="*/ 104392 h 5095933"/>
              <a:gd name="connsiteX44" fmla="*/ 11914944 w 12192417"/>
              <a:gd name="connsiteY44" fmla="*/ 54648 h 5095933"/>
              <a:gd name="connsiteX45" fmla="*/ 12191695 w 12192417"/>
              <a:gd name="connsiteY45" fmla="*/ 2452 h 5095933"/>
              <a:gd name="connsiteX46" fmla="*/ 12191695 w 12192417"/>
              <a:gd name="connsiteY46" fmla="*/ 2162231 h 5095933"/>
              <a:gd name="connsiteX47" fmla="*/ 12192417 w 12192417"/>
              <a:gd name="connsiteY47" fmla="*/ 2162231 h 5095933"/>
              <a:gd name="connsiteX48" fmla="*/ 12192417 w 12192417"/>
              <a:gd name="connsiteY48" fmla="*/ 5095933 h 5095933"/>
              <a:gd name="connsiteX49" fmla="*/ 0 w 12192417"/>
              <a:gd name="connsiteY49" fmla="*/ 5095933 h 5095933"/>
              <a:gd name="connsiteX50" fmla="*/ 0 w 12192417"/>
              <a:gd name="connsiteY50" fmla="*/ 2791958 h 5095933"/>
              <a:gd name="connsiteX51" fmla="*/ 0 w 12192417"/>
              <a:gd name="connsiteY51" fmla="*/ 2162231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417" h="5095933">
                <a:moveTo>
                  <a:pt x="0" y="0"/>
                </a:moveTo>
                <a:lnTo>
                  <a:pt x="71931" y="12261"/>
                </a:lnTo>
                <a:lnTo>
                  <a:pt x="282848" y="48343"/>
                </a:lnTo>
                <a:lnTo>
                  <a:pt x="436463" y="73565"/>
                </a:lnTo>
                <a:lnTo>
                  <a:pt x="619338" y="100188"/>
                </a:lnTo>
                <a:lnTo>
                  <a:pt x="836350" y="132066"/>
                </a:lnTo>
                <a:lnTo>
                  <a:pt x="1076527" y="165696"/>
                </a:lnTo>
                <a:lnTo>
                  <a:pt x="1347183" y="201077"/>
                </a:lnTo>
                <a:lnTo>
                  <a:pt x="1642222" y="238560"/>
                </a:lnTo>
                <a:lnTo>
                  <a:pt x="1962863" y="276043"/>
                </a:lnTo>
                <a:lnTo>
                  <a:pt x="2304231" y="314227"/>
                </a:lnTo>
                <a:lnTo>
                  <a:pt x="2672420" y="349608"/>
                </a:lnTo>
                <a:lnTo>
                  <a:pt x="3057677" y="383588"/>
                </a:lnTo>
                <a:lnTo>
                  <a:pt x="3464880" y="414415"/>
                </a:lnTo>
                <a:lnTo>
                  <a:pt x="3889151" y="443841"/>
                </a:lnTo>
                <a:lnTo>
                  <a:pt x="4331709" y="471515"/>
                </a:lnTo>
                <a:lnTo>
                  <a:pt x="4558475" y="481324"/>
                </a:lnTo>
                <a:lnTo>
                  <a:pt x="4790117" y="492183"/>
                </a:lnTo>
                <a:lnTo>
                  <a:pt x="5025417" y="502342"/>
                </a:lnTo>
                <a:lnTo>
                  <a:pt x="5261936" y="508998"/>
                </a:lnTo>
                <a:lnTo>
                  <a:pt x="5503331" y="514953"/>
                </a:lnTo>
                <a:lnTo>
                  <a:pt x="5747166" y="521259"/>
                </a:lnTo>
                <a:lnTo>
                  <a:pt x="5995876" y="525463"/>
                </a:lnTo>
                <a:lnTo>
                  <a:pt x="6247025" y="525463"/>
                </a:lnTo>
                <a:lnTo>
                  <a:pt x="6500612" y="527565"/>
                </a:lnTo>
                <a:lnTo>
                  <a:pt x="6756638" y="525463"/>
                </a:lnTo>
                <a:lnTo>
                  <a:pt x="7016321" y="521259"/>
                </a:lnTo>
                <a:lnTo>
                  <a:pt x="7276004" y="517406"/>
                </a:lnTo>
                <a:lnTo>
                  <a:pt x="7539344" y="508998"/>
                </a:lnTo>
                <a:lnTo>
                  <a:pt x="7805123" y="500241"/>
                </a:lnTo>
                <a:lnTo>
                  <a:pt x="8070902" y="490082"/>
                </a:lnTo>
                <a:lnTo>
                  <a:pt x="8339120" y="475719"/>
                </a:lnTo>
                <a:lnTo>
                  <a:pt x="8609775" y="458554"/>
                </a:lnTo>
                <a:lnTo>
                  <a:pt x="8881650" y="442089"/>
                </a:lnTo>
                <a:lnTo>
                  <a:pt x="9153525" y="421071"/>
                </a:lnTo>
                <a:lnTo>
                  <a:pt x="9429057" y="395849"/>
                </a:lnTo>
                <a:lnTo>
                  <a:pt x="9700932" y="370626"/>
                </a:lnTo>
                <a:lnTo>
                  <a:pt x="9977683" y="341551"/>
                </a:lnTo>
                <a:lnTo>
                  <a:pt x="10255654" y="309673"/>
                </a:lnTo>
                <a:lnTo>
                  <a:pt x="10529967" y="276043"/>
                </a:lnTo>
                <a:lnTo>
                  <a:pt x="10807938" y="236809"/>
                </a:lnTo>
                <a:lnTo>
                  <a:pt x="11084689" y="194772"/>
                </a:lnTo>
                <a:lnTo>
                  <a:pt x="11362660" y="153085"/>
                </a:lnTo>
                <a:lnTo>
                  <a:pt x="11639411" y="104392"/>
                </a:lnTo>
                <a:lnTo>
                  <a:pt x="11914944" y="54648"/>
                </a:lnTo>
                <a:lnTo>
                  <a:pt x="12191695" y="2452"/>
                </a:lnTo>
                <a:lnTo>
                  <a:pt x="12191695" y="2162231"/>
                </a:lnTo>
                <a:lnTo>
                  <a:pt x="12192417" y="2162231"/>
                </a:lnTo>
                <a:lnTo>
                  <a:pt x="12192417" y="5095933"/>
                </a:lnTo>
                <a:lnTo>
                  <a:pt x="0" y="5095933"/>
                </a:lnTo>
                <a:lnTo>
                  <a:pt x="0" y="2791958"/>
                </a:lnTo>
                <a:lnTo>
                  <a:pt x="0" y="2162231"/>
                </a:lnTo>
                <a:close/>
              </a:path>
            </a:pathLst>
          </a:custGeom>
          <a:ln>
            <a:noFill/>
          </a:ln>
        </p:spPr>
        <p:txBody>
          <a:bodyPr/>
          <a:lstStyle/>
          <a:p>
            <a:endParaRPr lang="en-GB"/>
          </a:p>
        </p:txBody>
      </p:sp>
      <p:sp>
        <p:nvSpPr>
          <p:cNvPr id="4" name="Title 3">
            <a:extLst>
              <a:ext uri="{FF2B5EF4-FFF2-40B4-BE49-F238E27FC236}">
                <a16:creationId xmlns:a16="http://schemas.microsoft.com/office/drawing/2014/main" id="{2FCED9F4-6FFE-A038-3639-A85EB2B71A03}"/>
              </a:ext>
            </a:extLst>
          </p:cNvPr>
          <p:cNvSpPr>
            <a:spLocks noGrp="1"/>
          </p:cNvSpPr>
          <p:nvPr>
            <p:ph type="title"/>
          </p:nvPr>
        </p:nvSpPr>
        <p:spPr>
          <a:xfrm>
            <a:off x="1103312" y="452718"/>
            <a:ext cx="8947522" cy="1400530"/>
          </a:xfrm>
        </p:spPr>
        <p:txBody>
          <a:bodyPr vert="horz" lIns="91440" tIns="45720" rIns="91440" bIns="45720" rtlCol="0" anchor="ctr">
            <a:normAutofit/>
          </a:bodyPr>
          <a:lstStyle/>
          <a:p>
            <a:r>
              <a:rPr lang="en-US" dirty="0">
                <a:solidFill>
                  <a:srgbClr val="FFFFFF"/>
                </a:solidFill>
              </a:rPr>
              <a:t>1</a:t>
            </a:r>
            <a:r>
              <a:rPr lang="en-US" b="0" i="0" u="none" strike="noStrike" kern="1200" dirty="0">
                <a:solidFill>
                  <a:srgbClr val="FFFFFF"/>
                </a:solidFill>
                <a:effectLst/>
                <a:latin typeface="+mj-lt"/>
                <a:ea typeface="+mj-ea"/>
                <a:cs typeface="+mj-cs"/>
              </a:rPr>
              <a:t>. Remote Development Extension on DAWN</a:t>
            </a:r>
            <a:endParaRPr lang="en-US" b="0" i="0" kern="1200" dirty="0">
              <a:solidFill>
                <a:srgbClr val="FFFFFF"/>
              </a:solidFill>
              <a:latin typeface="+mj-lt"/>
              <a:ea typeface="+mj-ea"/>
              <a:cs typeface="+mj-cs"/>
            </a:endParaRPr>
          </a:p>
        </p:txBody>
      </p:sp>
      <p:sp>
        <p:nvSpPr>
          <p:cNvPr id="6" name="TextBox 5">
            <a:extLst>
              <a:ext uri="{FF2B5EF4-FFF2-40B4-BE49-F238E27FC236}">
                <a16:creationId xmlns:a16="http://schemas.microsoft.com/office/drawing/2014/main" id="{345F9BF8-AB33-B526-C679-B76A4686F336}"/>
              </a:ext>
            </a:extLst>
          </p:cNvPr>
          <p:cNvSpPr txBox="1"/>
          <p:nvPr/>
        </p:nvSpPr>
        <p:spPr>
          <a:xfrm>
            <a:off x="1103312" y="2763520"/>
            <a:ext cx="8946541" cy="3484879"/>
          </a:xfrm>
          <a:prstGeom prst="rect">
            <a:avLst/>
          </a:prstGeom>
        </p:spPr>
        <p:txBody>
          <a:bodyPr vert="horz" lIns="91440" tIns="45720" rIns="91440" bIns="45720" rtlCol="0">
            <a:normAutofit/>
          </a:bodyPr>
          <a:lstStyle/>
          <a:p>
            <a:r>
              <a:rPr lang="en-GB" dirty="0"/>
              <a:t>Install the Microsoft VS Code extension found at </a:t>
            </a:r>
            <a:r>
              <a:rPr lang="en-GB" dirty="0">
                <a:hlinkClick r:id="rId2"/>
              </a:rPr>
              <a:t>Remote Development</a:t>
            </a:r>
            <a:r>
              <a:rPr lang="en-GB" dirty="0"/>
              <a:t> to get started with using VS Code Remote-SSH. This extension pack includes the Remote-SSH extension as well as other useful extensions for remote development</a:t>
            </a:r>
            <a:r>
              <a:rPr lang="en-US" sz="1600" dirty="0"/>
              <a:t>.</a:t>
            </a:r>
          </a:p>
        </p:txBody>
      </p:sp>
      <p:pic>
        <p:nvPicPr>
          <p:cNvPr id="2" name="Picture 1" descr="A red letters in space&#10;&#10;AI-generated content may be incorrect.">
            <a:extLst>
              <a:ext uri="{FF2B5EF4-FFF2-40B4-BE49-F238E27FC236}">
                <a16:creationId xmlns:a16="http://schemas.microsoft.com/office/drawing/2014/main" id="{C3868EA1-2106-B85A-406F-A0D7EE8F1DF5}"/>
              </a:ext>
            </a:extLst>
          </p:cNvPr>
          <p:cNvPicPr>
            <a:picLocks noChangeAspect="1"/>
          </p:cNvPicPr>
          <p:nvPr/>
        </p:nvPicPr>
        <p:blipFill>
          <a:blip r:embed="rId3"/>
          <a:stretch>
            <a:fillRect/>
          </a:stretch>
        </p:blipFill>
        <p:spPr>
          <a:xfrm>
            <a:off x="9981746" y="6359346"/>
            <a:ext cx="2193472" cy="480452"/>
          </a:xfrm>
          <a:prstGeom prst="rect">
            <a:avLst/>
          </a:prstGeom>
        </p:spPr>
      </p:pic>
      <p:sp>
        <p:nvSpPr>
          <p:cNvPr id="7" name="Slide Number Placeholder 5">
            <a:extLst>
              <a:ext uri="{FF2B5EF4-FFF2-40B4-BE49-F238E27FC236}">
                <a16:creationId xmlns:a16="http://schemas.microsoft.com/office/drawing/2014/main" id="{938F3965-190F-2369-D8D4-71B8038F8046}"/>
              </a:ext>
            </a:extLst>
          </p:cNvPr>
          <p:cNvSpPr>
            <a:spLocks noGrp="1"/>
          </p:cNvSpPr>
          <p:nvPr>
            <p:ph type="sldNum" sz="quarter" idx="12"/>
          </p:nvPr>
        </p:nvSpPr>
        <p:spPr>
          <a:xfrm>
            <a:off x="10352540" y="295729"/>
            <a:ext cx="838199" cy="767687"/>
          </a:xfrm>
        </p:spPr>
        <p:txBody>
          <a:bodyPr vert="horz" lIns="91440" tIns="45720" rIns="91440" bIns="45720" rtlCol="0" anchor="b">
            <a:normAutofit/>
          </a:bodyPr>
          <a:lstStyle/>
          <a:p>
            <a:pPr>
              <a:spcAft>
                <a:spcPts val="600"/>
              </a:spcAft>
            </a:pPr>
            <a:fld id="{58FB4751-880F-D840-AAA9-3A15815CC996}" type="slidenum">
              <a:rPr lang="en-US" b="0" i="0" kern="1200">
                <a:solidFill>
                  <a:srgbClr val="FFFFFF"/>
                </a:solidFill>
                <a:latin typeface="+mn-lt"/>
                <a:ea typeface="+mn-ea"/>
                <a:cs typeface="+mn-cs"/>
              </a:rPr>
              <a:pPr>
                <a:spcAft>
                  <a:spcPts val="600"/>
                </a:spcAft>
              </a:pPr>
              <a:t>3</a:t>
            </a:fld>
            <a:endParaRPr lang="en-US" b="0" i="0" kern="1200" dirty="0">
              <a:solidFill>
                <a:srgbClr val="FFFFFF"/>
              </a:solidFill>
              <a:latin typeface="+mn-lt"/>
              <a:ea typeface="+mn-ea"/>
              <a:cs typeface="+mn-cs"/>
            </a:endParaRPr>
          </a:p>
        </p:txBody>
      </p:sp>
      <p:sp>
        <p:nvSpPr>
          <p:cNvPr id="3" name="AutoShape 2" descr="Extensions Installed within VS Code">
            <a:extLst>
              <a:ext uri="{FF2B5EF4-FFF2-40B4-BE49-F238E27FC236}">
                <a16:creationId xmlns:a16="http://schemas.microsoft.com/office/drawing/2014/main" id="{89A97A1B-D0C5-4A4E-6405-C4D574196923}"/>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pic>
        <p:nvPicPr>
          <p:cNvPr id="5" name="Picture 4">
            <a:extLst>
              <a:ext uri="{FF2B5EF4-FFF2-40B4-BE49-F238E27FC236}">
                <a16:creationId xmlns:a16="http://schemas.microsoft.com/office/drawing/2014/main" id="{82007862-D718-A9D2-8A8D-178882D9A87D}"/>
              </a:ext>
            </a:extLst>
          </p:cNvPr>
          <p:cNvPicPr>
            <a:picLocks noChangeAspect="1"/>
          </p:cNvPicPr>
          <p:nvPr/>
        </p:nvPicPr>
        <p:blipFill>
          <a:blip r:embed="rId4"/>
          <a:stretch>
            <a:fillRect/>
          </a:stretch>
        </p:blipFill>
        <p:spPr>
          <a:xfrm>
            <a:off x="3842508" y="3899762"/>
            <a:ext cx="2193472" cy="2764553"/>
          </a:xfrm>
          <a:prstGeom prst="rect">
            <a:avLst/>
          </a:prstGeom>
        </p:spPr>
      </p:pic>
    </p:spTree>
    <p:extLst>
      <p:ext uri="{BB962C8B-B14F-4D97-AF65-F5344CB8AC3E}">
        <p14:creationId xmlns:p14="http://schemas.microsoft.com/office/powerpoint/2010/main" val="1603765277"/>
      </p:ext>
    </p:extLst>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DC259A3-8D2E-1F80-EA08-E22A6E13B0EB}"/>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6A2074DC-BF91-43B0-143D-34C5F7E79D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13" name="Rectangle 12">
            <a:extLst>
              <a:ext uri="{FF2B5EF4-FFF2-40B4-BE49-F238E27FC236}">
                <a16:creationId xmlns:a16="http://schemas.microsoft.com/office/drawing/2014/main" id="{138AB6EB-F9E8-465A-97B8-8EA677E21E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5" name="Freeform 7">
            <a:extLst>
              <a:ext uri="{FF2B5EF4-FFF2-40B4-BE49-F238E27FC236}">
                <a16:creationId xmlns:a16="http://schemas.microsoft.com/office/drawing/2014/main" id="{9EA3C4C9-20E4-0FD4-CBC0-9DB8B34D04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endParaRPr>
          </a:p>
        </p:txBody>
      </p:sp>
      <p:sp useBgFill="1">
        <p:nvSpPr>
          <p:cNvPr id="17" name="Freeform: Shape 16">
            <a:extLst>
              <a:ext uri="{FF2B5EF4-FFF2-40B4-BE49-F238E27FC236}">
                <a16:creationId xmlns:a16="http://schemas.microsoft.com/office/drawing/2014/main" id="{6B2E89CC-40EB-02E7-3AA3-F4605E77DF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7" cy="5095933"/>
          </a:xfrm>
          <a:custGeom>
            <a:avLst/>
            <a:gdLst>
              <a:gd name="connsiteX0" fmla="*/ 0 w 12192417"/>
              <a:gd name="connsiteY0" fmla="*/ 0 h 5095933"/>
              <a:gd name="connsiteX1" fmla="*/ 71931 w 12192417"/>
              <a:gd name="connsiteY1" fmla="*/ 12261 h 5095933"/>
              <a:gd name="connsiteX2" fmla="*/ 282848 w 12192417"/>
              <a:gd name="connsiteY2" fmla="*/ 48343 h 5095933"/>
              <a:gd name="connsiteX3" fmla="*/ 436463 w 12192417"/>
              <a:gd name="connsiteY3" fmla="*/ 73565 h 5095933"/>
              <a:gd name="connsiteX4" fmla="*/ 619338 w 12192417"/>
              <a:gd name="connsiteY4" fmla="*/ 100188 h 5095933"/>
              <a:gd name="connsiteX5" fmla="*/ 836350 w 12192417"/>
              <a:gd name="connsiteY5" fmla="*/ 132066 h 5095933"/>
              <a:gd name="connsiteX6" fmla="*/ 1076527 w 12192417"/>
              <a:gd name="connsiteY6" fmla="*/ 165696 h 5095933"/>
              <a:gd name="connsiteX7" fmla="*/ 1347183 w 12192417"/>
              <a:gd name="connsiteY7" fmla="*/ 201077 h 5095933"/>
              <a:gd name="connsiteX8" fmla="*/ 1642222 w 12192417"/>
              <a:gd name="connsiteY8" fmla="*/ 238560 h 5095933"/>
              <a:gd name="connsiteX9" fmla="*/ 1962863 w 12192417"/>
              <a:gd name="connsiteY9" fmla="*/ 276043 h 5095933"/>
              <a:gd name="connsiteX10" fmla="*/ 2304231 w 12192417"/>
              <a:gd name="connsiteY10" fmla="*/ 314227 h 5095933"/>
              <a:gd name="connsiteX11" fmla="*/ 2672420 w 12192417"/>
              <a:gd name="connsiteY11" fmla="*/ 349608 h 5095933"/>
              <a:gd name="connsiteX12" fmla="*/ 3057677 w 12192417"/>
              <a:gd name="connsiteY12" fmla="*/ 383588 h 5095933"/>
              <a:gd name="connsiteX13" fmla="*/ 3464880 w 12192417"/>
              <a:gd name="connsiteY13" fmla="*/ 414415 h 5095933"/>
              <a:gd name="connsiteX14" fmla="*/ 3889151 w 12192417"/>
              <a:gd name="connsiteY14" fmla="*/ 443841 h 5095933"/>
              <a:gd name="connsiteX15" fmla="*/ 4331709 w 12192417"/>
              <a:gd name="connsiteY15" fmla="*/ 471515 h 5095933"/>
              <a:gd name="connsiteX16" fmla="*/ 4558475 w 12192417"/>
              <a:gd name="connsiteY16" fmla="*/ 481324 h 5095933"/>
              <a:gd name="connsiteX17" fmla="*/ 4790117 w 12192417"/>
              <a:gd name="connsiteY17" fmla="*/ 492183 h 5095933"/>
              <a:gd name="connsiteX18" fmla="*/ 5025417 w 12192417"/>
              <a:gd name="connsiteY18" fmla="*/ 502342 h 5095933"/>
              <a:gd name="connsiteX19" fmla="*/ 5261936 w 12192417"/>
              <a:gd name="connsiteY19" fmla="*/ 508998 h 5095933"/>
              <a:gd name="connsiteX20" fmla="*/ 5503331 w 12192417"/>
              <a:gd name="connsiteY20" fmla="*/ 514953 h 5095933"/>
              <a:gd name="connsiteX21" fmla="*/ 5747166 w 12192417"/>
              <a:gd name="connsiteY21" fmla="*/ 521259 h 5095933"/>
              <a:gd name="connsiteX22" fmla="*/ 5995876 w 12192417"/>
              <a:gd name="connsiteY22" fmla="*/ 525463 h 5095933"/>
              <a:gd name="connsiteX23" fmla="*/ 6247025 w 12192417"/>
              <a:gd name="connsiteY23" fmla="*/ 525463 h 5095933"/>
              <a:gd name="connsiteX24" fmla="*/ 6500612 w 12192417"/>
              <a:gd name="connsiteY24" fmla="*/ 527565 h 5095933"/>
              <a:gd name="connsiteX25" fmla="*/ 6756638 w 12192417"/>
              <a:gd name="connsiteY25" fmla="*/ 525463 h 5095933"/>
              <a:gd name="connsiteX26" fmla="*/ 7016321 w 12192417"/>
              <a:gd name="connsiteY26" fmla="*/ 521259 h 5095933"/>
              <a:gd name="connsiteX27" fmla="*/ 7276004 w 12192417"/>
              <a:gd name="connsiteY27" fmla="*/ 517406 h 5095933"/>
              <a:gd name="connsiteX28" fmla="*/ 7539344 w 12192417"/>
              <a:gd name="connsiteY28" fmla="*/ 508998 h 5095933"/>
              <a:gd name="connsiteX29" fmla="*/ 7805123 w 12192417"/>
              <a:gd name="connsiteY29" fmla="*/ 500241 h 5095933"/>
              <a:gd name="connsiteX30" fmla="*/ 8070902 w 12192417"/>
              <a:gd name="connsiteY30" fmla="*/ 490082 h 5095933"/>
              <a:gd name="connsiteX31" fmla="*/ 8339120 w 12192417"/>
              <a:gd name="connsiteY31" fmla="*/ 475719 h 5095933"/>
              <a:gd name="connsiteX32" fmla="*/ 8609775 w 12192417"/>
              <a:gd name="connsiteY32" fmla="*/ 458554 h 5095933"/>
              <a:gd name="connsiteX33" fmla="*/ 8881650 w 12192417"/>
              <a:gd name="connsiteY33" fmla="*/ 442089 h 5095933"/>
              <a:gd name="connsiteX34" fmla="*/ 9153525 w 12192417"/>
              <a:gd name="connsiteY34" fmla="*/ 421071 h 5095933"/>
              <a:gd name="connsiteX35" fmla="*/ 9429057 w 12192417"/>
              <a:gd name="connsiteY35" fmla="*/ 395849 h 5095933"/>
              <a:gd name="connsiteX36" fmla="*/ 9700932 w 12192417"/>
              <a:gd name="connsiteY36" fmla="*/ 370626 h 5095933"/>
              <a:gd name="connsiteX37" fmla="*/ 9977683 w 12192417"/>
              <a:gd name="connsiteY37" fmla="*/ 341551 h 5095933"/>
              <a:gd name="connsiteX38" fmla="*/ 10255654 w 12192417"/>
              <a:gd name="connsiteY38" fmla="*/ 309673 h 5095933"/>
              <a:gd name="connsiteX39" fmla="*/ 10529967 w 12192417"/>
              <a:gd name="connsiteY39" fmla="*/ 276043 h 5095933"/>
              <a:gd name="connsiteX40" fmla="*/ 10807938 w 12192417"/>
              <a:gd name="connsiteY40" fmla="*/ 236809 h 5095933"/>
              <a:gd name="connsiteX41" fmla="*/ 11084689 w 12192417"/>
              <a:gd name="connsiteY41" fmla="*/ 194772 h 5095933"/>
              <a:gd name="connsiteX42" fmla="*/ 11362660 w 12192417"/>
              <a:gd name="connsiteY42" fmla="*/ 153085 h 5095933"/>
              <a:gd name="connsiteX43" fmla="*/ 11639411 w 12192417"/>
              <a:gd name="connsiteY43" fmla="*/ 104392 h 5095933"/>
              <a:gd name="connsiteX44" fmla="*/ 11914944 w 12192417"/>
              <a:gd name="connsiteY44" fmla="*/ 54648 h 5095933"/>
              <a:gd name="connsiteX45" fmla="*/ 12191695 w 12192417"/>
              <a:gd name="connsiteY45" fmla="*/ 2452 h 5095933"/>
              <a:gd name="connsiteX46" fmla="*/ 12191695 w 12192417"/>
              <a:gd name="connsiteY46" fmla="*/ 2162231 h 5095933"/>
              <a:gd name="connsiteX47" fmla="*/ 12192417 w 12192417"/>
              <a:gd name="connsiteY47" fmla="*/ 2162231 h 5095933"/>
              <a:gd name="connsiteX48" fmla="*/ 12192417 w 12192417"/>
              <a:gd name="connsiteY48" fmla="*/ 5095933 h 5095933"/>
              <a:gd name="connsiteX49" fmla="*/ 0 w 12192417"/>
              <a:gd name="connsiteY49" fmla="*/ 5095933 h 5095933"/>
              <a:gd name="connsiteX50" fmla="*/ 0 w 12192417"/>
              <a:gd name="connsiteY50" fmla="*/ 2791958 h 5095933"/>
              <a:gd name="connsiteX51" fmla="*/ 0 w 12192417"/>
              <a:gd name="connsiteY51" fmla="*/ 2162231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417" h="5095933">
                <a:moveTo>
                  <a:pt x="0" y="0"/>
                </a:moveTo>
                <a:lnTo>
                  <a:pt x="71931" y="12261"/>
                </a:lnTo>
                <a:lnTo>
                  <a:pt x="282848" y="48343"/>
                </a:lnTo>
                <a:lnTo>
                  <a:pt x="436463" y="73565"/>
                </a:lnTo>
                <a:lnTo>
                  <a:pt x="619338" y="100188"/>
                </a:lnTo>
                <a:lnTo>
                  <a:pt x="836350" y="132066"/>
                </a:lnTo>
                <a:lnTo>
                  <a:pt x="1076527" y="165696"/>
                </a:lnTo>
                <a:lnTo>
                  <a:pt x="1347183" y="201077"/>
                </a:lnTo>
                <a:lnTo>
                  <a:pt x="1642222" y="238560"/>
                </a:lnTo>
                <a:lnTo>
                  <a:pt x="1962863" y="276043"/>
                </a:lnTo>
                <a:lnTo>
                  <a:pt x="2304231" y="314227"/>
                </a:lnTo>
                <a:lnTo>
                  <a:pt x="2672420" y="349608"/>
                </a:lnTo>
                <a:lnTo>
                  <a:pt x="3057677" y="383588"/>
                </a:lnTo>
                <a:lnTo>
                  <a:pt x="3464880" y="414415"/>
                </a:lnTo>
                <a:lnTo>
                  <a:pt x="3889151" y="443841"/>
                </a:lnTo>
                <a:lnTo>
                  <a:pt x="4331709" y="471515"/>
                </a:lnTo>
                <a:lnTo>
                  <a:pt x="4558475" y="481324"/>
                </a:lnTo>
                <a:lnTo>
                  <a:pt x="4790117" y="492183"/>
                </a:lnTo>
                <a:lnTo>
                  <a:pt x="5025417" y="502342"/>
                </a:lnTo>
                <a:lnTo>
                  <a:pt x="5261936" y="508998"/>
                </a:lnTo>
                <a:lnTo>
                  <a:pt x="5503331" y="514953"/>
                </a:lnTo>
                <a:lnTo>
                  <a:pt x="5747166" y="521259"/>
                </a:lnTo>
                <a:lnTo>
                  <a:pt x="5995876" y="525463"/>
                </a:lnTo>
                <a:lnTo>
                  <a:pt x="6247025" y="525463"/>
                </a:lnTo>
                <a:lnTo>
                  <a:pt x="6500612" y="527565"/>
                </a:lnTo>
                <a:lnTo>
                  <a:pt x="6756638" y="525463"/>
                </a:lnTo>
                <a:lnTo>
                  <a:pt x="7016321" y="521259"/>
                </a:lnTo>
                <a:lnTo>
                  <a:pt x="7276004" y="517406"/>
                </a:lnTo>
                <a:lnTo>
                  <a:pt x="7539344" y="508998"/>
                </a:lnTo>
                <a:lnTo>
                  <a:pt x="7805123" y="500241"/>
                </a:lnTo>
                <a:lnTo>
                  <a:pt x="8070902" y="490082"/>
                </a:lnTo>
                <a:lnTo>
                  <a:pt x="8339120" y="475719"/>
                </a:lnTo>
                <a:lnTo>
                  <a:pt x="8609775" y="458554"/>
                </a:lnTo>
                <a:lnTo>
                  <a:pt x="8881650" y="442089"/>
                </a:lnTo>
                <a:lnTo>
                  <a:pt x="9153525" y="421071"/>
                </a:lnTo>
                <a:lnTo>
                  <a:pt x="9429057" y="395849"/>
                </a:lnTo>
                <a:lnTo>
                  <a:pt x="9700932" y="370626"/>
                </a:lnTo>
                <a:lnTo>
                  <a:pt x="9977683" y="341551"/>
                </a:lnTo>
                <a:lnTo>
                  <a:pt x="10255654" y="309673"/>
                </a:lnTo>
                <a:lnTo>
                  <a:pt x="10529967" y="276043"/>
                </a:lnTo>
                <a:lnTo>
                  <a:pt x="10807938" y="236809"/>
                </a:lnTo>
                <a:lnTo>
                  <a:pt x="11084689" y="194772"/>
                </a:lnTo>
                <a:lnTo>
                  <a:pt x="11362660" y="153085"/>
                </a:lnTo>
                <a:lnTo>
                  <a:pt x="11639411" y="104392"/>
                </a:lnTo>
                <a:lnTo>
                  <a:pt x="11914944" y="54648"/>
                </a:lnTo>
                <a:lnTo>
                  <a:pt x="12191695" y="2452"/>
                </a:lnTo>
                <a:lnTo>
                  <a:pt x="12191695" y="2162231"/>
                </a:lnTo>
                <a:lnTo>
                  <a:pt x="12192417" y="2162231"/>
                </a:lnTo>
                <a:lnTo>
                  <a:pt x="12192417" y="5095933"/>
                </a:lnTo>
                <a:lnTo>
                  <a:pt x="0" y="5095933"/>
                </a:lnTo>
                <a:lnTo>
                  <a:pt x="0" y="2791958"/>
                </a:lnTo>
                <a:lnTo>
                  <a:pt x="0" y="2162231"/>
                </a:lnTo>
                <a:close/>
              </a:path>
            </a:pathLst>
          </a:custGeom>
          <a:ln>
            <a:noFill/>
          </a:ln>
        </p:spPr>
        <p:txBody>
          <a:bodyPr/>
          <a:lstStyle/>
          <a:p>
            <a:endParaRPr lang="en-GB"/>
          </a:p>
        </p:txBody>
      </p:sp>
      <p:sp>
        <p:nvSpPr>
          <p:cNvPr id="4" name="Title 3">
            <a:extLst>
              <a:ext uri="{FF2B5EF4-FFF2-40B4-BE49-F238E27FC236}">
                <a16:creationId xmlns:a16="http://schemas.microsoft.com/office/drawing/2014/main" id="{6F9BAB7A-AE0D-FB18-1243-5EAF19A24822}"/>
              </a:ext>
            </a:extLst>
          </p:cNvPr>
          <p:cNvSpPr>
            <a:spLocks noGrp="1"/>
          </p:cNvSpPr>
          <p:nvPr>
            <p:ph type="title"/>
          </p:nvPr>
        </p:nvSpPr>
        <p:spPr>
          <a:xfrm>
            <a:off x="1103312" y="452718"/>
            <a:ext cx="8947522" cy="1400530"/>
          </a:xfrm>
        </p:spPr>
        <p:txBody>
          <a:bodyPr vert="horz" lIns="91440" tIns="45720" rIns="91440" bIns="45720" rtlCol="0" anchor="ctr">
            <a:normAutofit/>
          </a:bodyPr>
          <a:lstStyle/>
          <a:p>
            <a:r>
              <a:rPr lang="en-US" b="0" i="0" u="none" strike="noStrike" kern="1200" dirty="0">
                <a:solidFill>
                  <a:srgbClr val="FFFFFF"/>
                </a:solidFill>
                <a:effectLst/>
                <a:latin typeface="+mj-lt"/>
                <a:ea typeface="+mj-ea"/>
                <a:cs typeface="+mj-cs"/>
              </a:rPr>
              <a:t>2. Creating a ssh config file </a:t>
            </a:r>
            <a:endParaRPr lang="en-US" b="0" i="0" kern="1200" dirty="0">
              <a:solidFill>
                <a:srgbClr val="FFFFFF"/>
              </a:solidFill>
              <a:latin typeface="+mj-lt"/>
              <a:ea typeface="+mj-ea"/>
              <a:cs typeface="+mj-cs"/>
            </a:endParaRPr>
          </a:p>
        </p:txBody>
      </p:sp>
      <p:sp>
        <p:nvSpPr>
          <p:cNvPr id="6" name="TextBox 5">
            <a:extLst>
              <a:ext uri="{FF2B5EF4-FFF2-40B4-BE49-F238E27FC236}">
                <a16:creationId xmlns:a16="http://schemas.microsoft.com/office/drawing/2014/main" id="{FB78CC0F-5997-8DA3-516A-45454FE89AF9}"/>
              </a:ext>
            </a:extLst>
          </p:cNvPr>
          <p:cNvSpPr txBox="1"/>
          <p:nvPr/>
        </p:nvSpPr>
        <p:spPr>
          <a:xfrm>
            <a:off x="1103313" y="2763520"/>
            <a:ext cx="4057968" cy="3484879"/>
          </a:xfrm>
          <a:prstGeom prst="rect">
            <a:avLst/>
          </a:prstGeom>
        </p:spPr>
        <p:txBody>
          <a:bodyPr vert="horz" lIns="91440" tIns="45720" rIns="91440" bIns="45720" rtlCol="0">
            <a:normAutofit fontScale="77500" lnSpcReduction="20000"/>
          </a:bodyPr>
          <a:lstStyle/>
          <a:p>
            <a:r>
              <a:rPr lang="en-GB" i="1" dirty="0"/>
              <a:t>#DAWN</a:t>
            </a:r>
            <a:endParaRPr lang="en-GB" dirty="0"/>
          </a:p>
          <a:p>
            <a:r>
              <a:rPr lang="en-GB" dirty="0"/>
              <a:t>Host dawn</a:t>
            </a:r>
          </a:p>
          <a:p>
            <a:r>
              <a:rPr lang="en-GB" dirty="0"/>
              <a:t>    </a:t>
            </a:r>
            <a:r>
              <a:rPr lang="en-GB" dirty="0" err="1"/>
              <a:t>HostName</a:t>
            </a:r>
            <a:r>
              <a:rPr lang="en-GB" dirty="0"/>
              <a:t> login-dawn.hpc.cam.ac.uk</a:t>
            </a:r>
          </a:p>
          <a:p>
            <a:r>
              <a:rPr lang="en-GB" dirty="0"/>
              <a:t>    User &lt;&lt;FIXME&gt;&gt;</a:t>
            </a:r>
          </a:p>
          <a:p>
            <a:r>
              <a:rPr lang="en-GB" dirty="0"/>
              <a:t>    </a:t>
            </a:r>
            <a:r>
              <a:rPr lang="en-GB" dirty="0" err="1"/>
              <a:t>PreferredAuthentications</a:t>
            </a:r>
            <a:r>
              <a:rPr lang="en-GB" dirty="0"/>
              <a:t> </a:t>
            </a:r>
            <a:r>
              <a:rPr lang="en-GB" dirty="0" err="1"/>
              <a:t>publickey</a:t>
            </a:r>
            <a:endParaRPr lang="en-GB" dirty="0"/>
          </a:p>
          <a:p>
            <a:r>
              <a:rPr lang="en-GB" dirty="0"/>
              <a:t>    </a:t>
            </a:r>
            <a:r>
              <a:rPr lang="en-GB" dirty="0" err="1"/>
              <a:t>IdentityFile</a:t>
            </a:r>
            <a:r>
              <a:rPr lang="en-GB" dirty="0"/>
              <a:t> ~/.ssh/&lt;&lt;FIXME_KEY&gt;&gt;</a:t>
            </a:r>
          </a:p>
          <a:p>
            <a:r>
              <a:rPr lang="en-GB" dirty="0"/>
              <a:t>    </a:t>
            </a:r>
            <a:r>
              <a:rPr lang="en-GB" dirty="0" err="1"/>
              <a:t>ForwardAgent</a:t>
            </a:r>
            <a:r>
              <a:rPr lang="en-GB" dirty="0"/>
              <a:t> yes</a:t>
            </a:r>
          </a:p>
          <a:p>
            <a:r>
              <a:rPr lang="en-GB" dirty="0"/>
              <a:t>    ForwardX11 yes</a:t>
            </a:r>
          </a:p>
          <a:p>
            <a:r>
              <a:rPr lang="en-GB" dirty="0"/>
              <a:t>    ForwardX11Trusted yes</a:t>
            </a:r>
          </a:p>
          <a:p>
            <a:r>
              <a:rPr lang="en-GB" dirty="0"/>
              <a:t>    </a:t>
            </a:r>
            <a:r>
              <a:rPr lang="en-GB" i="1" dirty="0"/>
              <a:t># Verbosity level (QUIET, INFO, DEBUG)</a:t>
            </a:r>
            <a:endParaRPr lang="en-GB" dirty="0"/>
          </a:p>
          <a:p>
            <a:r>
              <a:rPr lang="en-GB" dirty="0"/>
              <a:t>    </a:t>
            </a:r>
            <a:r>
              <a:rPr lang="en-GB" dirty="0" err="1"/>
              <a:t>LogLevel</a:t>
            </a:r>
            <a:r>
              <a:rPr lang="en-GB" dirty="0"/>
              <a:t>  DEBUG</a:t>
            </a:r>
          </a:p>
          <a:p>
            <a:endParaRPr lang="en-GB" dirty="0"/>
          </a:p>
          <a:p>
            <a:r>
              <a:rPr lang="en-GB" dirty="0"/>
              <a:t>Host </a:t>
            </a:r>
            <a:r>
              <a:rPr lang="en-GB" dirty="0" err="1"/>
              <a:t>pvc</a:t>
            </a:r>
            <a:r>
              <a:rPr lang="en-GB" dirty="0"/>
              <a:t>-s-*</a:t>
            </a:r>
          </a:p>
          <a:p>
            <a:r>
              <a:rPr lang="en-GB" dirty="0"/>
              <a:t>    </a:t>
            </a:r>
            <a:r>
              <a:rPr lang="en-GB" dirty="0" err="1"/>
              <a:t>HostName</a:t>
            </a:r>
            <a:r>
              <a:rPr lang="en-GB" dirty="0"/>
              <a:t> %h</a:t>
            </a:r>
          </a:p>
          <a:p>
            <a:r>
              <a:rPr lang="en-GB" dirty="0"/>
              <a:t>    </a:t>
            </a:r>
            <a:r>
              <a:rPr lang="en-GB" dirty="0" err="1"/>
              <a:t>ProxyJump</a:t>
            </a:r>
            <a:r>
              <a:rPr lang="en-GB" dirty="0"/>
              <a:t> dawn</a:t>
            </a:r>
          </a:p>
          <a:p>
            <a:r>
              <a:rPr lang="en-GB" dirty="0"/>
              <a:t>    User &lt;&lt;FIXME&gt;&gt;</a:t>
            </a:r>
          </a:p>
          <a:p>
            <a:r>
              <a:rPr lang="en-GB" dirty="0"/>
              <a:t>    </a:t>
            </a:r>
            <a:r>
              <a:rPr lang="en-GB" dirty="0" err="1"/>
              <a:t>ForwardAgent</a:t>
            </a:r>
            <a:r>
              <a:rPr lang="en-GB" dirty="0"/>
              <a:t> yes</a:t>
            </a:r>
          </a:p>
          <a:p>
            <a:r>
              <a:rPr lang="en-GB" dirty="0"/>
              <a:t>    ForwardX11 yes</a:t>
            </a:r>
          </a:p>
          <a:p>
            <a:r>
              <a:rPr lang="en-GB" dirty="0"/>
              <a:t>    ForwardX11Trusted yes</a:t>
            </a:r>
          </a:p>
          <a:p>
            <a:endParaRPr lang="en-US" sz="1600" dirty="0"/>
          </a:p>
        </p:txBody>
      </p:sp>
      <p:pic>
        <p:nvPicPr>
          <p:cNvPr id="2" name="Picture 1" descr="A red letters in space&#10;&#10;AI-generated content may be incorrect.">
            <a:extLst>
              <a:ext uri="{FF2B5EF4-FFF2-40B4-BE49-F238E27FC236}">
                <a16:creationId xmlns:a16="http://schemas.microsoft.com/office/drawing/2014/main" id="{B8BE2504-1814-4409-72FC-300F9DD82FB2}"/>
              </a:ext>
            </a:extLst>
          </p:cNvPr>
          <p:cNvPicPr>
            <a:picLocks noChangeAspect="1"/>
          </p:cNvPicPr>
          <p:nvPr/>
        </p:nvPicPr>
        <p:blipFill>
          <a:blip r:embed="rId2"/>
          <a:stretch>
            <a:fillRect/>
          </a:stretch>
        </p:blipFill>
        <p:spPr>
          <a:xfrm>
            <a:off x="9981746" y="6359346"/>
            <a:ext cx="2193472" cy="480452"/>
          </a:xfrm>
          <a:prstGeom prst="rect">
            <a:avLst/>
          </a:prstGeom>
        </p:spPr>
      </p:pic>
      <p:sp>
        <p:nvSpPr>
          <p:cNvPr id="7" name="Slide Number Placeholder 5">
            <a:extLst>
              <a:ext uri="{FF2B5EF4-FFF2-40B4-BE49-F238E27FC236}">
                <a16:creationId xmlns:a16="http://schemas.microsoft.com/office/drawing/2014/main" id="{9A51AEAB-8BE2-859D-368A-D82AFD57BA9C}"/>
              </a:ext>
            </a:extLst>
          </p:cNvPr>
          <p:cNvSpPr>
            <a:spLocks noGrp="1"/>
          </p:cNvSpPr>
          <p:nvPr>
            <p:ph type="sldNum" sz="quarter" idx="12"/>
          </p:nvPr>
        </p:nvSpPr>
        <p:spPr>
          <a:xfrm>
            <a:off x="10352540" y="295729"/>
            <a:ext cx="838199" cy="767687"/>
          </a:xfrm>
        </p:spPr>
        <p:txBody>
          <a:bodyPr vert="horz" lIns="91440" tIns="45720" rIns="91440" bIns="45720" rtlCol="0" anchor="b">
            <a:normAutofit/>
          </a:bodyPr>
          <a:lstStyle/>
          <a:p>
            <a:pPr>
              <a:spcAft>
                <a:spcPts val="600"/>
              </a:spcAft>
            </a:pPr>
            <a:fld id="{58FB4751-880F-D840-AAA9-3A15815CC996}" type="slidenum">
              <a:rPr lang="en-US" b="0" i="0" kern="1200">
                <a:solidFill>
                  <a:srgbClr val="FFFFFF"/>
                </a:solidFill>
                <a:latin typeface="+mn-lt"/>
                <a:ea typeface="+mn-ea"/>
                <a:cs typeface="+mn-cs"/>
              </a:rPr>
              <a:pPr>
                <a:spcAft>
                  <a:spcPts val="600"/>
                </a:spcAft>
              </a:pPr>
              <a:t>4</a:t>
            </a:fld>
            <a:endParaRPr lang="en-US" b="0" i="0" kern="1200" dirty="0">
              <a:solidFill>
                <a:srgbClr val="FFFFFF"/>
              </a:solidFill>
              <a:latin typeface="+mn-lt"/>
              <a:ea typeface="+mn-ea"/>
              <a:cs typeface="+mn-cs"/>
            </a:endParaRPr>
          </a:p>
        </p:txBody>
      </p:sp>
      <p:pic>
        <p:nvPicPr>
          <p:cNvPr id="3" name="Picture 2">
            <a:extLst>
              <a:ext uri="{FF2B5EF4-FFF2-40B4-BE49-F238E27FC236}">
                <a16:creationId xmlns:a16="http://schemas.microsoft.com/office/drawing/2014/main" id="{00B790F6-EF64-DCDC-D754-AB4F0E3F8765}"/>
              </a:ext>
            </a:extLst>
          </p:cNvPr>
          <p:cNvPicPr>
            <a:picLocks noChangeAspect="1"/>
          </p:cNvPicPr>
          <p:nvPr/>
        </p:nvPicPr>
        <p:blipFill>
          <a:blip r:embed="rId3"/>
          <a:stretch>
            <a:fillRect/>
          </a:stretch>
        </p:blipFill>
        <p:spPr>
          <a:xfrm>
            <a:off x="6881641" y="2763520"/>
            <a:ext cx="3314555" cy="2819930"/>
          </a:xfrm>
          <a:prstGeom prst="rect">
            <a:avLst/>
          </a:prstGeom>
        </p:spPr>
      </p:pic>
    </p:spTree>
    <p:extLst>
      <p:ext uri="{BB962C8B-B14F-4D97-AF65-F5344CB8AC3E}">
        <p14:creationId xmlns:p14="http://schemas.microsoft.com/office/powerpoint/2010/main" val="1192841503"/>
      </p:ext>
    </p:ext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D69DD48-B89E-0A89-4E2D-F44B444B7CCD}"/>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8D1A038E-5110-B796-0AA2-5B712DD7D4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13" name="Rectangle 12">
            <a:extLst>
              <a:ext uri="{FF2B5EF4-FFF2-40B4-BE49-F238E27FC236}">
                <a16:creationId xmlns:a16="http://schemas.microsoft.com/office/drawing/2014/main" id="{DBEFBFC7-4322-D070-56EC-3DFF475C01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5" name="Freeform 7">
            <a:extLst>
              <a:ext uri="{FF2B5EF4-FFF2-40B4-BE49-F238E27FC236}">
                <a16:creationId xmlns:a16="http://schemas.microsoft.com/office/drawing/2014/main" id="{8886F3D7-16D1-4E3A-774C-CCA2B54C4A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endParaRPr>
          </a:p>
        </p:txBody>
      </p:sp>
      <p:sp useBgFill="1">
        <p:nvSpPr>
          <p:cNvPr id="17" name="Freeform: Shape 16">
            <a:extLst>
              <a:ext uri="{FF2B5EF4-FFF2-40B4-BE49-F238E27FC236}">
                <a16:creationId xmlns:a16="http://schemas.microsoft.com/office/drawing/2014/main" id="{0E6F444B-130E-D2BF-CA1F-D900060F5C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7" cy="5095933"/>
          </a:xfrm>
          <a:custGeom>
            <a:avLst/>
            <a:gdLst>
              <a:gd name="connsiteX0" fmla="*/ 0 w 12192417"/>
              <a:gd name="connsiteY0" fmla="*/ 0 h 5095933"/>
              <a:gd name="connsiteX1" fmla="*/ 71931 w 12192417"/>
              <a:gd name="connsiteY1" fmla="*/ 12261 h 5095933"/>
              <a:gd name="connsiteX2" fmla="*/ 282848 w 12192417"/>
              <a:gd name="connsiteY2" fmla="*/ 48343 h 5095933"/>
              <a:gd name="connsiteX3" fmla="*/ 436463 w 12192417"/>
              <a:gd name="connsiteY3" fmla="*/ 73565 h 5095933"/>
              <a:gd name="connsiteX4" fmla="*/ 619338 w 12192417"/>
              <a:gd name="connsiteY4" fmla="*/ 100188 h 5095933"/>
              <a:gd name="connsiteX5" fmla="*/ 836350 w 12192417"/>
              <a:gd name="connsiteY5" fmla="*/ 132066 h 5095933"/>
              <a:gd name="connsiteX6" fmla="*/ 1076527 w 12192417"/>
              <a:gd name="connsiteY6" fmla="*/ 165696 h 5095933"/>
              <a:gd name="connsiteX7" fmla="*/ 1347183 w 12192417"/>
              <a:gd name="connsiteY7" fmla="*/ 201077 h 5095933"/>
              <a:gd name="connsiteX8" fmla="*/ 1642222 w 12192417"/>
              <a:gd name="connsiteY8" fmla="*/ 238560 h 5095933"/>
              <a:gd name="connsiteX9" fmla="*/ 1962863 w 12192417"/>
              <a:gd name="connsiteY9" fmla="*/ 276043 h 5095933"/>
              <a:gd name="connsiteX10" fmla="*/ 2304231 w 12192417"/>
              <a:gd name="connsiteY10" fmla="*/ 314227 h 5095933"/>
              <a:gd name="connsiteX11" fmla="*/ 2672420 w 12192417"/>
              <a:gd name="connsiteY11" fmla="*/ 349608 h 5095933"/>
              <a:gd name="connsiteX12" fmla="*/ 3057677 w 12192417"/>
              <a:gd name="connsiteY12" fmla="*/ 383588 h 5095933"/>
              <a:gd name="connsiteX13" fmla="*/ 3464880 w 12192417"/>
              <a:gd name="connsiteY13" fmla="*/ 414415 h 5095933"/>
              <a:gd name="connsiteX14" fmla="*/ 3889151 w 12192417"/>
              <a:gd name="connsiteY14" fmla="*/ 443841 h 5095933"/>
              <a:gd name="connsiteX15" fmla="*/ 4331709 w 12192417"/>
              <a:gd name="connsiteY15" fmla="*/ 471515 h 5095933"/>
              <a:gd name="connsiteX16" fmla="*/ 4558475 w 12192417"/>
              <a:gd name="connsiteY16" fmla="*/ 481324 h 5095933"/>
              <a:gd name="connsiteX17" fmla="*/ 4790117 w 12192417"/>
              <a:gd name="connsiteY17" fmla="*/ 492183 h 5095933"/>
              <a:gd name="connsiteX18" fmla="*/ 5025417 w 12192417"/>
              <a:gd name="connsiteY18" fmla="*/ 502342 h 5095933"/>
              <a:gd name="connsiteX19" fmla="*/ 5261936 w 12192417"/>
              <a:gd name="connsiteY19" fmla="*/ 508998 h 5095933"/>
              <a:gd name="connsiteX20" fmla="*/ 5503331 w 12192417"/>
              <a:gd name="connsiteY20" fmla="*/ 514953 h 5095933"/>
              <a:gd name="connsiteX21" fmla="*/ 5747166 w 12192417"/>
              <a:gd name="connsiteY21" fmla="*/ 521259 h 5095933"/>
              <a:gd name="connsiteX22" fmla="*/ 5995876 w 12192417"/>
              <a:gd name="connsiteY22" fmla="*/ 525463 h 5095933"/>
              <a:gd name="connsiteX23" fmla="*/ 6247025 w 12192417"/>
              <a:gd name="connsiteY23" fmla="*/ 525463 h 5095933"/>
              <a:gd name="connsiteX24" fmla="*/ 6500612 w 12192417"/>
              <a:gd name="connsiteY24" fmla="*/ 527565 h 5095933"/>
              <a:gd name="connsiteX25" fmla="*/ 6756638 w 12192417"/>
              <a:gd name="connsiteY25" fmla="*/ 525463 h 5095933"/>
              <a:gd name="connsiteX26" fmla="*/ 7016321 w 12192417"/>
              <a:gd name="connsiteY26" fmla="*/ 521259 h 5095933"/>
              <a:gd name="connsiteX27" fmla="*/ 7276004 w 12192417"/>
              <a:gd name="connsiteY27" fmla="*/ 517406 h 5095933"/>
              <a:gd name="connsiteX28" fmla="*/ 7539344 w 12192417"/>
              <a:gd name="connsiteY28" fmla="*/ 508998 h 5095933"/>
              <a:gd name="connsiteX29" fmla="*/ 7805123 w 12192417"/>
              <a:gd name="connsiteY29" fmla="*/ 500241 h 5095933"/>
              <a:gd name="connsiteX30" fmla="*/ 8070902 w 12192417"/>
              <a:gd name="connsiteY30" fmla="*/ 490082 h 5095933"/>
              <a:gd name="connsiteX31" fmla="*/ 8339120 w 12192417"/>
              <a:gd name="connsiteY31" fmla="*/ 475719 h 5095933"/>
              <a:gd name="connsiteX32" fmla="*/ 8609775 w 12192417"/>
              <a:gd name="connsiteY32" fmla="*/ 458554 h 5095933"/>
              <a:gd name="connsiteX33" fmla="*/ 8881650 w 12192417"/>
              <a:gd name="connsiteY33" fmla="*/ 442089 h 5095933"/>
              <a:gd name="connsiteX34" fmla="*/ 9153525 w 12192417"/>
              <a:gd name="connsiteY34" fmla="*/ 421071 h 5095933"/>
              <a:gd name="connsiteX35" fmla="*/ 9429057 w 12192417"/>
              <a:gd name="connsiteY35" fmla="*/ 395849 h 5095933"/>
              <a:gd name="connsiteX36" fmla="*/ 9700932 w 12192417"/>
              <a:gd name="connsiteY36" fmla="*/ 370626 h 5095933"/>
              <a:gd name="connsiteX37" fmla="*/ 9977683 w 12192417"/>
              <a:gd name="connsiteY37" fmla="*/ 341551 h 5095933"/>
              <a:gd name="connsiteX38" fmla="*/ 10255654 w 12192417"/>
              <a:gd name="connsiteY38" fmla="*/ 309673 h 5095933"/>
              <a:gd name="connsiteX39" fmla="*/ 10529967 w 12192417"/>
              <a:gd name="connsiteY39" fmla="*/ 276043 h 5095933"/>
              <a:gd name="connsiteX40" fmla="*/ 10807938 w 12192417"/>
              <a:gd name="connsiteY40" fmla="*/ 236809 h 5095933"/>
              <a:gd name="connsiteX41" fmla="*/ 11084689 w 12192417"/>
              <a:gd name="connsiteY41" fmla="*/ 194772 h 5095933"/>
              <a:gd name="connsiteX42" fmla="*/ 11362660 w 12192417"/>
              <a:gd name="connsiteY42" fmla="*/ 153085 h 5095933"/>
              <a:gd name="connsiteX43" fmla="*/ 11639411 w 12192417"/>
              <a:gd name="connsiteY43" fmla="*/ 104392 h 5095933"/>
              <a:gd name="connsiteX44" fmla="*/ 11914944 w 12192417"/>
              <a:gd name="connsiteY44" fmla="*/ 54648 h 5095933"/>
              <a:gd name="connsiteX45" fmla="*/ 12191695 w 12192417"/>
              <a:gd name="connsiteY45" fmla="*/ 2452 h 5095933"/>
              <a:gd name="connsiteX46" fmla="*/ 12191695 w 12192417"/>
              <a:gd name="connsiteY46" fmla="*/ 2162231 h 5095933"/>
              <a:gd name="connsiteX47" fmla="*/ 12192417 w 12192417"/>
              <a:gd name="connsiteY47" fmla="*/ 2162231 h 5095933"/>
              <a:gd name="connsiteX48" fmla="*/ 12192417 w 12192417"/>
              <a:gd name="connsiteY48" fmla="*/ 5095933 h 5095933"/>
              <a:gd name="connsiteX49" fmla="*/ 0 w 12192417"/>
              <a:gd name="connsiteY49" fmla="*/ 5095933 h 5095933"/>
              <a:gd name="connsiteX50" fmla="*/ 0 w 12192417"/>
              <a:gd name="connsiteY50" fmla="*/ 2791958 h 5095933"/>
              <a:gd name="connsiteX51" fmla="*/ 0 w 12192417"/>
              <a:gd name="connsiteY51" fmla="*/ 2162231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417" h="5095933">
                <a:moveTo>
                  <a:pt x="0" y="0"/>
                </a:moveTo>
                <a:lnTo>
                  <a:pt x="71931" y="12261"/>
                </a:lnTo>
                <a:lnTo>
                  <a:pt x="282848" y="48343"/>
                </a:lnTo>
                <a:lnTo>
                  <a:pt x="436463" y="73565"/>
                </a:lnTo>
                <a:lnTo>
                  <a:pt x="619338" y="100188"/>
                </a:lnTo>
                <a:lnTo>
                  <a:pt x="836350" y="132066"/>
                </a:lnTo>
                <a:lnTo>
                  <a:pt x="1076527" y="165696"/>
                </a:lnTo>
                <a:lnTo>
                  <a:pt x="1347183" y="201077"/>
                </a:lnTo>
                <a:lnTo>
                  <a:pt x="1642222" y="238560"/>
                </a:lnTo>
                <a:lnTo>
                  <a:pt x="1962863" y="276043"/>
                </a:lnTo>
                <a:lnTo>
                  <a:pt x="2304231" y="314227"/>
                </a:lnTo>
                <a:lnTo>
                  <a:pt x="2672420" y="349608"/>
                </a:lnTo>
                <a:lnTo>
                  <a:pt x="3057677" y="383588"/>
                </a:lnTo>
                <a:lnTo>
                  <a:pt x="3464880" y="414415"/>
                </a:lnTo>
                <a:lnTo>
                  <a:pt x="3889151" y="443841"/>
                </a:lnTo>
                <a:lnTo>
                  <a:pt x="4331709" y="471515"/>
                </a:lnTo>
                <a:lnTo>
                  <a:pt x="4558475" y="481324"/>
                </a:lnTo>
                <a:lnTo>
                  <a:pt x="4790117" y="492183"/>
                </a:lnTo>
                <a:lnTo>
                  <a:pt x="5025417" y="502342"/>
                </a:lnTo>
                <a:lnTo>
                  <a:pt x="5261936" y="508998"/>
                </a:lnTo>
                <a:lnTo>
                  <a:pt x="5503331" y="514953"/>
                </a:lnTo>
                <a:lnTo>
                  <a:pt x="5747166" y="521259"/>
                </a:lnTo>
                <a:lnTo>
                  <a:pt x="5995876" y="525463"/>
                </a:lnTo>
                <a:lnTo>
                  <a:pt x="6247025" y="525463"/>
                </a:lnTo>
                <a:lnTo>
                  <a:pt x="6500612" y="527565"/>
                </a:lnTo>
                <a:lnTo>
                  <a:pt x="6756638" y="525463"/>
                </a:lnTo>
                <a:lnTo>
                  <a:pt x="7016321" y="521259"/>
                </a:lnTo>
                <a:lnTo>
                  <a:pt x="7276004" y="517406"/>
                </a:lnTo>
                <a:lnTo>
                  <a:pt x="7539344" y="508998"/>
                </a:lnTo>
                <a:lnTo>
                  <a:pt x="7805123" y="500241"/>
                </a:lnTo>
                <a:lnTo>
                  <a:pt x="8070902" y="490082"/>
                </a:lnTo>
                <a:lnTo>
                  <a:pt x="8339120" y="475719"/>
                </a:lnTo>
                <a:lnTo>
                  <a:pt x="8609775" y="458554"/>
                </a:lnTo>
                <a:lnTo>
                  <a:pt x="8881650" y="442089"/>
                </a:lnTo>
                <a:lnTo>
                  <a:pt x="9153525" y="421071"/>
                </a:lnTo>
                <a:lnTo>
                  <a:pt x="9429057" y="395849"/>
                </a:lnTo>
                <a:lnTo>
                  <a:pt x="9700932" y="370626"/>
                </a:lnTo>
                <a:lnTo>
                  <a:pt x="9977683" y="341551"/>
                </a:lnTo>
                <a:lnTo>
                  <a:pt x="10255654" y="309673"/>
                </a:lnTo>
                <a:lnTo>
                  <a:pt x="10529967" y="276043"/>
                </a:lnTo>
                <a:lnTo>
                  <a:pt x="10807938" y="236809"/>
                </a:lnTo>
                <a:lnTo>
                  <a:pt x="11084689" y="194772"/>
                </a:lnTo>
                <a:lnTo>
                  <a:pt x="11362660" y="153085"/>
                </a:lnTo>
                <a:lnTo>
                  <a:pt x="11639411" y="104392"/>
                </a:lnTo>
                <a:lnTo>
                  <a:pt x="11914944" y="54648"/>
                </a:lnTo>
                <a:lnTo>
                  <a:pt x="12191695" y="2452"/>
                </a:lnTo>
                <a:lnTo>
                  <a:pt x="12191695" y="2162231"/>
                </a:lnTo>
                <a:lnTo>
                  <a:pt x="12192417" y="2162231"/>
                </a:lnTo>
                <a:lnTo>
                  <a:pt x="12192417" y="5095933"/>
                </a:lnTo>
                <a:lnTo>
                  <a:pt x="0" y="5095933"/>
                </a:lnTo>
                <a:lnTo>
                  <a:pt x="0" y="2791958"/>
                </a:lnTo>
                <a:lnTo>
                  <a:pt x="0" y="2162231"/>
                </a:lnTo>
                <a:close/>
              </a:path>
            </a:pathLst>
          </a:custGeom>
          <a:ln>
            <a:noFill/>
          </a:ln>
        </p:spPr>
        <p:txBody>
          <a:bodyPr/>
          <a:lstStyle/>
          <a:p>
            <a:endParaRPr lang="en-GB"/>
          </a:p>
        </p:txBody>
      </p:sp>
      <p:sp>
        <p:nvSpPr>
          <p:cNvPr id="4" name="Title 3">
            <a:extLst>
              <a:ext uri="{FF2B5EF4-FFF2-40B4-BE49-F238E27FC236}">
                <a16:creationId xmlns:a16="http://schemas.microsoft.com/office/drawing/2014/main" id="{1BDA4F3C-E191-2B3C-A80A-46C90032E51A}"/>
              </a:ext>
            </a:extLst>
          </p:cNvPr>
          <p:cNvSpPr>
            <a:spLocks noGrp="1"/>
          </p:cNvSpPr>
          <p:nvPr>
            <p:ph type="title"/>
          </p:nvPr>
        </p:nvSpPr>
        <p:spPr>
          <a:xfrm>
            <a:off x="1103312" y="452718"/>
            <a:ext cx="8947522" cy="1400530"/>
          </a:xfrm>
        </p:spPr>
        <p:txBody>
          <a:bodyPr vert="horz" lIns="91440" tIns="45720" rIns="91440" bIns="45720" rtlCol="0" anchor="ctr">
            <a:normAutofit/>
          </a:bodyPr>
          <a:lstStyle/>
          <a:p>
            <a:r>
              <a:rPr lang="en-US" dirty="0">
                <a:solidFill>
                  <a:srgbClr val="FFFFFF"/>
                </a:solidFill>
              </a:rPr>
              <a:t>3</a:t>
            </a:r>
            <a:r>
              <a:rPr lang="en-US" b="0" i="0" u="none" strike="noStrike" kern="1200" dirty="0">
                <a:solidFill>
                  <a:srgbClr val="FFFFFF"/>
                </a:solidFill>
                <a:effectLst/>
                <a:latin typeface="+mj-lt"/>
                <a:ea typeface="+mj-ea"/>
                <a:cs typeface="+mj-cs"/>
              </a:rPr>
              <a:t>. Creating a SSH Tunnel</a:t>
            </a:r>
            <a:endParaRPr lang="en-US" b="0" i="0" kern="1200" dirty="0">
              <a:solidFill>
                <a:srgbClr val="FFFFFF"/>
              </a:solidFill>
              <a:latin typeface="+mj-lt"/>
              <a:ea typeface="+mj-ea"/>
              <a:cs typeface="+mj-cs"/>
            </a:endParaRPr>
          </a:p>
        </p:txBody>
      </p:sp>
      <p:pic>
        <p:nvPicPr>
          <p:cNvPr id="2" name="Picture 1" descr="A red letters in space&#10;&#10;AI-generated content may be incorrect.">
            <a:extLst>
              <a:ext uri="{FF2B5EF4-FFF2-40B4-BE49-F238E27FC236}">
                <a16:creationId xmlns:a16="http://schemas.microsoft.com/office/drawing/2014/main" id="{FD5EE014-8B31-EB23-5439-4F72EAB0366B}"/>
              </a:ext>
            </a:extLst>
          </p:cNvPr>
          <p:cNvPicPr>
            <a:picLocks noChangeAspect="1"/>
          </p:cNvPicPr>
          <p:nvPr/>
        </p:nvPicPr>
        <p:blipFill>
          <a:blip r:embed="rId2"/>
          <a:stretch>
            <a:fillRect/>
          </a:stretch>
        </p:blipFill>
        <p:spPr>
          <a:xfrm>
            <a:off x="9981746" y="6359346"/>
            <a:ext cx="2193472" cy="480452"/>
          </a:xfrm>
          <a:prstGeom prst="rect">
            <a:avLst/>
          </a:prstGeom>
        </p:spPr>
      </p:pic>
      <p:sp>
        <p:nvSpPr>
          <p:cNvPr id="7" name="Slide Number Placeholder 5">
            <a:extLst>
              <a:ext uri="{FF2B5EF4-FFF2-40B4-BE49-F238E27FC236}">
                <a16:creationId xmlns:a16="http://schemas.microsoft.com/office/drawing/2014/main" id="{10EC48F5-103F-62B2-5B45-0B6FF73E42B2}"/>
              </a:ext>
            </a:extLst>
          </p:cNvPr>
          <p:cNvSpPr>
            <a:spLocks noGrp="1"/>
          </p:cNvSpPr>
          <p:nvPr>
            <p:ph type="sldNum" sz="quarter" idx="12"/>
          </p:nvPr>
        </p:nvSpPr>
        <p:spPr>
          <a:xfrm>
            <a:off x="10352540" y="295729"/>
            <a:ext cx="838199" cy="767687"/>
          </a:xfrm>
        </p:spPr>
        <p:txBody>
          <a:bodyPr vert="horz" lIns="91440" tIns="45720" rIns="91440" bIns="45720" rtlCol="0" anchor="b">
            <a:normAutofit/>
          </a:bodyPr>
          <a:lstStyle/>
          <a:p>
            <a:pPr>
              <a:spcAft>
                <a:spcPts val="600"/>
              </a:spcAft>
            </a:pPr>
            <a:fld id="{58FB4751-880F-D840-AAA9-3A15815CC996}" type="slidenum">
              <a:rPr lang="en-US" b="0" i="0" kern="1200">
                <a:solidFill>
                  <a:srgbClr val="FFFFFF"/>
                </a:solidFill>
                <a:latin typeface="+mn-lt"/>
                <a:ea typeface="+mn-ea"/>
                <a:cs typeface="+mn-cs"/>
              </a:rPr>
              <a:pPr>
                <a:spcAft>
                  <a:spcPts val="600"/>
                </a:spcAft>
              </a:pPr>
              <a:t>5</a:t>
            </a:fld>
            <a:endParaRPr lang="en-US" b="0" i="0" kern="1200" dirty="0">
              <a:solidFill>
                <a:srgbClr val="FFFFFF"/>
              </a:solidFill>
              <a:latin typeface="+mn-lt"/>
              <a:ea typeface="+mn-ea"/>
              <a:cs typeface="+mn-cs"/>
            </a:endParaRPr>
          </a:p>
        </p:txBody>
      </p:sp>
      <p:pic>
        <p:nvPicPr>
          <p:cNvPr id="3" name="Picture 2">
            <a:extLst>
              <a:ext uri="{FF2B5EF4-FFF2-40B4-BE49-F238E27FC236}">
                <a16:creationId xmlns:a16="http://schemas.microsoft.com/office/drawing/2014/main" id="{A273F533-8C34-DAF1-86B6-CCDB5B72D3CB}"/>
              </a:ext>
            </a:extLst>
          </p:cNvPr>
          <p:cNvPicPr>
            <a:picLocks noChangeAspect="1"/>
          </p:cNvPicPr>
          <p:nvPr/>
        </p:nvPicPr>
        <p:blipFill>
          <a:blip r:embed="rId3"/>
          <a:stretch>
            <a:fillRect/>
          </a:stretch>
        </p:blipFill>
        <p:spPr>
          <a:xfrm>
            <a:off x="2169244" y="2219486"/>
            <a:ext cx="7075939" cy="4609732"/>
          </a:xfrm>
          <a:prstGeom prst="rect">
            <a:avLst/>
          </a:prstGeom>
        </p:spPr>
      </p:pic>
    </p:spTree>
    <p:extLst>
      <p:ext uri="{BB962C8B-B14F-4D97-AF65-F5344CB8AC3E}">
        <p14:creationId xmlns:p14="http://schemas.microsoft.com/office/powerpoint/2010/main" val="2270137418"/>
      </p:ext>
    </p:extLst>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62D7A47-F803-D9B3-B20E-C455FC1650A8}"/>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2365F4A0-DBCD-943F-9B18-8EA7B7DBD6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13" name="Rectangle 12">
            <a:extLst>
              <a:ext uri="{FF2B5EF4-FFF2-40B4-BE49-F238E27FC236}">
                <a16:creationId xmlns:a16="http://schemas.microsoft.com/office/drawing/2014/main" id="{3FDC3450-1017-197C-BE11-DAE742DA50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5" name="Freeform 7">
            <a:extLst>
              <a:ext uri="{FF2B5EF4-FFF2-40B4-BE49-F238E27FC236}">
                <a16:creationId xmlns:a16="http://schemas.microsoft.com/office/drawing/2014/main" id="{09B3F222-325D-A6B2-0AF7-4E6946D4CE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endParaRPr>
          </a:p>
        </p:txBody>
      </p:sp>
      <p:sp useBgFill="1">
        <p:nvSpPr>
          <p:cNvPr id="17" name="Freeform: Shape 16">
            <a:extLst>
              <a:ext uri="{FF2B5EF4-FFF2-40B4-BE49-F238E27FC236}">
                <a16:creationId xmlns:a16="http://schemas.microsoft.com/office/drawing/2014/main" id="{8D5E0807-22C4-CB9B-B303-869E1372F0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7" cy="5095933"/>
          </a:xfrm>
          <a:custGeom>
            <a:avLst/>
            <a:gdLst>
              <a:gd name="connsiteX0" fmla="*/ 0 w 12192417"/>
              <a:gd name="connsiteY0" fmla="*/ 0 h 5095933"/>
              <a:gd name="connsiteX1" fmla="*/ 71931 w 12192417"/>
              <a:gd name="connsiteY1" fmla="*/ 12261 h 5095933"/>
              <a:gd name="connsiteX2" fmla="*/ 282848 w 12192417"/>
              <a:gd name="connsiteY2" fmla="*/ 48343 h 5095933"/>
              <a:gd name="connsiteX3" fmla="*/ 436463 w 12192417"/>
              <a:gd name="connsiteY3" fmla="*/ 73565 h 5095933"/>
              <a:gd name="connsiteX4" fmla="*/ 619338 w 12192417"/>
              <a:gd name="connsiteY4" fmla="*/ 100188 h 5095933"/>
              <a:gd name="connsiteX5" fmla="*/ 836350 w 12192417"/>
              <a:gd name="connsiteY5" fmla="*/ 132066 h 5095933"/>
              <a:gd name="connsiteX6" fmla="*/ 1076527 w 12192417"/>
              <a:gd name="connsiteY6" fmla="*/ 165696 h 5095933"/>
              <a:gd name="connsiteX7" fmla="*/ 1347183 w 12192417"/>
              <a:gd name="connsiteY7" fmla="*/ 201077 h 5095933"/>
              <a:gd name="connsiteX8" fmla="*/ 1642222 w 12192417"/>
              <a:gd name="connsiteY8" fmla="*/ 238560 h 5095933"/>
              <a:gd name="connsiteX9" fmla="*/ 1962863 w 12192417"/>
              <a:gd name="connsiteY9" fmla="*/ 276043 h 5095933"/>
              <a:gd name="connsiteX10" fmla="*/ 2304231 w 12192417"/>
              <a:gd name="connsiteY10" fmla="*/ 314227 h 5095933"/>
              <a:gd name="connsiteX11" fmla="*/ 2672420 w 12192417"/>
              <a:gd name="connsiteY11" fmla="*/ 349608 h 5095933"/>
              <a:gd name="connsiteX12" fmla="*/ 3057677 w 12192417"/>
              <a:gd name="connsiteY12" fmla="*/ 383588 h 5095933"/>
              <a:gd name="connsiteX13" fmla="*/ 3464880 w 12192417"/>
              <a:gd name="connsiteY13" fmla="*/ 414415 h 5095933"/>
              <a:gd name="connsiteX14" fmla="*/ 3889151 w 12192417"/>
              <a:gd name="connsiteY14" fmla="*/ 443841 h 5095933"/>
              <a:gd name="connsiteX15" fmla="*/ 4331709 w 12192417"/>
              <a:gd name="connsiteY15" fmla="*/ 471515 h 5095933"/>
              <a:gd name="connsiteX16" fmla="*/ 4558475 w 12192417"/>
              <a:gd name="connsiteY16" fmla="*/ 481324 h 5095933"/>
              <a:gd name="connsiteX17" fmla="*/ 4790117 w 12192417"/>
              <a:gd name="connsiteY17" fmla="*/ 492183 h 5095933"/>
              <a:gd name="connsiteX18" fmla="*/ 5025417 w 12192417"/>
              <a:gd name="connsiteY18" fmla="*/ 502342 h 5095933"/>
              <a:gd name="connsiteX19" fmla="*/ 5261936 w 12192417"/>
              <a:gd name="connsiteY19" fmla="*/ 508998 h 5095933"/>
              <a:gd name="connsiteX20" fmla="*/ 5503331 w 12192417"/>
              <a:gd name="connsiteY20" fmla="*/ 514953 h 5095933"/>
              <a:gd name="connsiteX21" fmla="*/ 5747166 w 12192417"/>
              <a:gd name="connsiteY21" fmla="*/ 521259 h 5095933"/>
              <a:gd name="connsiteX22" fmla="*/ 5995876 w 12192417"/>
              <a:gd name="connsiteY22" fmla="*/ 525463 h 5095933"/>
              <a:gd name="connsiteX23" fmla="*/ 6247025 w 12192417"/>
              <a:gd name="connsiteY23" fmla="*/ 525463 h 5095933"/>
              <a:gd name="connsiteX24" fmla="*/ 6500612 w 12192417"/>
              <a:gd name="connsiteY24" fmla="*/ 527565 h 5095933"/>
              <a:gd name="connsiteX25" fmla="*/ 6756638 w 12192417"/>
              <a:gd name="connsiteY25" fmla="*/ 525463 h 5095933"/>
              <a:gd name="connsiteX26" fmla="*/ 7016321 w 12192417"/>
              <a:gd name="connsiteY26" fmla="*/ 521259 h 5095933"/>
              <a:gd name="connsiteX27" fmla="*/ 7276004 w 12192417"/>
              <a:gd name="connsiteY27" fmla="*/ 517406 h 5095933"/>
              <a:gd name="connsiteX28" fmla="*/ 7539344 w 12192417"/>
              <a:gd name="connsiteY28" fmla="*/ 508998 h 5095933"/>
              <a:gd name="connsiteX29" fmla="*/ 7805123 w 12192417"/>
              <a:gd name="connsiteY29" fmla="*/ 500241 h 5095933"/>
              <a:gd name="connsiteX30" fmla="*/ 8070902 w 12192417"/>
              <a:gd name="connsiteY30" fmla="*/ 490082 h 5095933"/>
              <a:gd name="connsiteX31" fmla="*/ 8339120 w 12192417"/>
              <a:gd name="connsiteY31" fmla="*/ 475719 h 5095933"/>
              <a:gd name="connsiteX32" fmla="*/ 8609775 w 12192417"/>
              <a:gd name="connsiteY32" fmla="*/ 458554 h 5095933"/>
              <a:gd name="connsiteX33" fmla="*/ 8881650 w 12192417"/>
              <a:gd name="connsiteY33" fmla="*/ 442089 h 5095933"/>
              <a:gd name="connsiteX34" fmla="*/ 9153525 w 12192417"/>
              <a:gd name="connsiteY34" fmla="*/ 421071 h 5095933"/>
              <a:gd name="connsiteX35" fmla="*/ 9429057 w 12192417"/>
              <a:gd name="connsiteY35" fmla="*/ 395849 h 5095933"/>
              <a:gd name="connsiteX36" fmla="*/ 9700932 w 12192417"/>
              <a:gd name="connsiteY36" fmla="*/ 370626 h 5095933"/>
              <a:gd name="connsiteX37" fmla="*/ 9977683 w 12192417"/>
              <a:gd name="connsiteY37" fmla="*/ 341551 h 5095933"/>
              <a:gd name="connsiteX38" fmla="*/ 10255654 w 12192417"/>
              <a:gd name="connsiteY38" fmla="*/ 309673 h 5095933"/>
              <a:gd name="connsiteX39" fmla="*/ 10529967 w 12192417"/>
              <a:gd name="connsiteY39" fmla="*/ 276043 h 5095933"/>
              <a:gd name="connsiteX40" fmla="*/ 10807938 w 12192417"/>
              <a:gd name="connsiteY40" fmla="*/ 236809 h 5095933"/>
              <a:gd name="connsiteX41" fmla="*/ 11084689 w 12192417"/>
              <a:gd name="connsiteY41" fmla="*/ 194772 h 5095933"/>
              <a:gd name="connsiteX42" fmla="*/ 11362660 w 12192417"/>
              <a:gd name="connsiteY42" fmla="*/ 153085 h 5095933"/>
              <a:gd name="connsiteX43" fmla="*/ 11639411 w 12192417"/>
              <a:gd name="connsiteY43" fmla="*/ 104392 h 5095933"/>
              <a:gd name="connsiteX44" fmla="*/ 11914944 w 12192417"/>
              <a:gd name="connsiteY44" fmla="*/ 54648 h 5095933"/>
              <a:gd name="connsiteX45" fmla="*/ 12191695 w 12192417"/>
              <a:gd name="connsiteY45" fmla="*/ 2452 h 5095933"/>
              <a:gd name="connsiteX46" fmla="*/ 12191695 w 12192417"/>
              <a:gd name="connsiteY46" fmla="*/ 2162231 h 5095933"/>
              <a:gd name="connsiteX47" fmla="*/ 12192417 w 12192417"/>
              <a:gd name="connsiteY47" fmla="*/ 2162231 h 5095933"/>
              <a:gd name="connsiteX48" fmla="*/ 12192417 w 12192417"/>
              <a:gd name="connsiteY48" fmla="*/ 5095933 h 5095933"/>
              <a:gd name="connsiteX49" fmla="*/ 0 w 12192417"/>
              <a:gd name="connsiteY49" fmla="*/ 5095933 h 5095933"/>
              <a:gd name="connsiteX50" fmla="*/ 0 w 12192417"/>
              <a:gd name="connsiteY50" fmla="*/ 2791958 h 5095933"/>
              <a:gd name="connsiteX51" fmla="*/ 0 w 12192417"/>
              <a:gd name="connsiteY51" fmla="*/ 2162231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417" h="5095933">
                <a:moveTo>
                  <a:pt x="0" y="0"/>
                </a:moveTo>
                <a:lnTo>
                  <a:pt x="71931" y="12261"/>
                </a:lnTo>
                <a:lnTo>
                  <a:pt x="282848" y="48343"/>
                </a:lnTo>
                <a:lnTo>
                  <a:pt x="436463" y="73565"/>
                </a:lnTo>
                <a:lnTo>
                  <a:pt x="619338" y="100188"/>
                </a:lnTo>
                <a:lnTo>
                  <a:pt x="836350" y="132066"/>
                </a:lnTo>
                <a:lnTo>
                  <a:pt x="1076527" y="165696"/>
                </a:lnTo>
                <a:lnTo>
                  <a:pt x="1347183" y="201077"/>
                </a:lnTo>
                <a:lnTo>
                  <a:pt x="1642222" y="238560"/>
                </a:lnTo>
                <a:lnTo>
                  <a:pt x="1962863" y="276043"/>
                </a:lnTo>
                <a:lnTo>
                  <a:pt x="2304231" y="314227"/>
                </a:lnTo>
                <a:lnTo>
                  <a:pt x="2672420" y="349608"/>
                </a:lnTo>
                <a:lnTo>
                  <a:pt x="3057677" y="383588"/>
                </a:lnTo>
                <a:lnTo>
                  <a:pt x="3464880" y="414415"/>
                </a:lnTo>
                <a:lnTo>
                  <a:pt x="3889151" y="443841"/>
                </a:lnTo>
                <a:lnTo>
                  <a:pt x="4331709" y="471515"/>
                </a:lnTo>
                <a:lnTo>
                  <a:pt x="4558475" y="481324"/>
                </a:lnTo>
                <a:lnTo>
                  <a:pt x="4790117" y="492183"/>
                </a:lnTo>
                <a:lnTo>
                  <a:pt x="5025417" y="502342"/>
                </a:lnTo>
                <a:lnTo>
                  <a:pt x="5261936" y="508998"/>
                </a:lnTo>
                <a:lnTo>
                  <a:pt x="5503331" y="514953"/>
                </a:lnTo>
                <a:lnTo>
                  <a:pt x="5747166" y="521259"/>
                </a:lnTo>
                <a:lnTo>
                  <a:pt x="5995876" y="525463"/>
                </a:lnTo>
                <a:lnTo>
                  <a:pt x="6247025" y="525463"/>
                </a:lnTo>
                <a:lnTo>
                  <a:pt x="6500612" y="527565"/>
                </a:lnTo>
                <a:lnTo>
                  <a:pt x="6756638" y="525463"/>
                </a:lnTo>
                <a:lnTo>
                  <a:pt x="7016321" y="521259"/>
                </a:lnTo>
                <a:lnTo>
                  <a:pt x="7276004" y="517406"/>
                </a:lnTo>
                <a:lnTo>
                  <a:pt x="7539344" y="508998"/>
                </a:lnTo>
                <a:lnTo>
                  <a:pt x="7805123" y="500241"/>
                </a:lnTo>
                <a:lnTo>
                  <a:pt x="8070902" y="490082"/>
                </a:lnTo>
                <a:lnTo>
                  <a:pt x="8339120" y="475719"/>
                </a:lnTo>
                <a:lnTo>
                  <a:pt x="8609775" y="458554"/>
                </a:lnTo>
                <a:lnTo>
                  <a:pt x="8881650" y="442089"/>
                </a:lnTo>
                <a:lnTo>
                  <a:pt x="9153525" y="421071"/>
                </a:lnTo>
                <a:lnTo>
                  <a:pt x="9429057" y="395849"/>
                </a:lnTo>
                <a:lnTo>
                  <a:pt x="9700932" y="370626"/>
                </a:lnTo>
                <a:lnTo>
                  <a:pt x="9977683" y="341551"/>
                </a:lnTo>
                <a:lnTo>
                  <a:pt x="10255654" y="309673"/>
                </a:lnTo>
                <a:lnTo>
                  <a:pt x="10529967" y="276043"/>
                </a:lnTo>
                <a:lnTo>
                  <a:pt x="10807938" y="236809"/>
                </a:lnTo>
                <a:lnTo>
                  <a:pt x="11084689" y="194772"/>
                </a:lnTo>
                <a:lnTo>
                  <a:pt x="11362660" y="153085"/>
                </a:lnTo>
                <a:lnTo>
                  <a:pt x="11639411" y="104392"/>
                </a:lnTo>
                <a:lnTo>
                  <a:pt x="11914944" y="54648"/>
                </a:lnTo>
                <a:lnTo>
                  <a:pt x="12191695" y="2452"/>
                </a:lnTo>
                <a:lnTo>
                  <a:pt x="12191695" y="2162231"/>
                </a:lnTo>
                <a:lnTo>
                  <a:pt x="12192417" y="2162231"/>
                </a:lnTo>
                <a:lnTo>
                  <a:pt x="12192417" y="5095933"/>
                </a:lnTo>
                <a:lnTo>
                  <a:pt x="0" y="5095933"/>
                </a:lnTo>
                <a:lnTo>
                  <a:pt x="0" y="2791958"/>
                </a:lnTo>
                <a:lnTo>
                  <a:pt x="0" y="2162231"/>
                </a:lnTo>
                <a:close/>
              </a:path>
            </a:pathLst>
          </a:custGeom>
          <a:ln>
            <a:noFill/>
          </a:ln>
        </p:spPr>
        <p:txBody>
          <a:bodyPr/>
          <a:lstStyle/>
          <a:p>
            <a:endParaRPr lang="en-GB"/>
          </a:p>
        </p:txBody>
      </p:sp>
      <p:sp>
        <p:nvSpPr>
          <p:cNvPr id="4" name="Title 3">
            <a:extLst>
              <a:ext uri="{FF2B5EF4-FFF2-40B4-BE49-F238E27FC236}">
                <a16:creationId xmlns:a16="http://schemas.microsoft.com/office/drawing/2014/main" id="{399D561F-288F-C2E4-5EE9-74B318E8E403}"/>
              </a:ext>
            </a:extLst>
          </p:cNvPr>
          <p:cNvSpPr>
            <a:spLocks noGrp="1"/>
          </p:cNvSpPr>
          <p:nvPr>
            <p:ph type="title"/>
          </p:nvPr>
        </p:nvSpPr>
        <p:spPr>
          <a:xfrm>
            <a:off x="1103312" y="452718"/>
            <a:ext cx="8947522" cy="1400530"/>
          </a:xfrm>
        </p:spPr>
        <p:txBody>
          <a:bodyPr vert="horz" lIns="91440" tIns="45720" rIns="91440" bIns="45720" rtlCol="0" anchor="ctr">
            <a:normAutofit/>
          </a:bodyPr>
          <a:lstStyle/>
          <a:p>
            <a:r>
              <a:rPr lang="en-US" dirty="0">
                <a:solidFill>
                  <a:srgbClr val="FFFFFF"/>
                </a:solidFill>
              </a:rPr>
              <a:t>3</a:t>
            </a:r>
            <a:r>
              <a:rPr lang="en-US" b="0" i="0" u="none" strike="noStrike" kern="1200" dirty="0">
                <a:solidFill>
                  <a:srgbClr val="FFFFFF"/>
                </a:solidFill>
                <a:effectLst/>
                <a:latin typeface="+mj-lt"/>
                <a:ea typeface="+mj-ea"/>
                <a:cs typeface="+mj-cs"/>
              </a:rPr>
              <a:t>. SHH Tunnel to DAWN Compute</a:t>
            </a:r>
            <a:endParaRPr lang="en-US" b="0" i="0" kern="1200" dirty="0">
              <a:solidFill>
                <a:srgbClr val="FFFFFF"/>
              </a:solidFill>
              <a:latin typeface="+mj-lt"/>
              <a:ea typeface="+mj-ea"/>
              <a:cs typeface="+mj-cs"/>
            </a:endParaRPr>
          </a:p>
        </p:txBody>
      </p:sp>
      <p:sp>
        <p:nvSpPr>
          <p:cNvPr id="6" name="TextBox 5">
            <a:extLst>
              <a:ext uri="{FF2B5EF4-FFF2-40B4-BE49-F238E27FC236}">
                <a16:creationId xmlns:a16="http://schemas.microsoft.com/office/drawing/2014/main" id="{3DF3610F-DC6E-F78B-8879-81BF4E58F498}"/>
              </a:ext>
            </a:extLst>
          </p:cNvPr>
          <p:cNvSpPr txBox="1"/>
          <p:nvPr/>
        </p:nvSpPr>
        <p:spPr>
          <a:xfrm>
            <a:off x="1103312" y="2763520"/>
            <a:ext cx="8946541" cy="3484879"/>
          </a:xfrm>
          <a:prstGeom prst="rect">
            <a:avLst/>
          </a:prstGeom>
        </p:spPr>
        <p:txBody>
          <a:bodyPr vert="horz" lIns="91440" tIns="45720" rIns="91440" bIns="45720" rtlCol="0">
            <a:normAutofit/>
          </a:bodyPr>
          <a:lstStyle/>
          <a:p>
            <a:pPr marL="342900" indent="-342900">
              <a:buFont typeface="+mj-lt"/>
              <a:buAutoNum type="arabicPeriod"/>
            </a:pPr>
            <a:r>
              <a:rPr lang="en-GB" dirty="0"/>
              <a:t>SSH into the Dawn cluster using the Remote-SSH extension.</a:t>
            </a:r>
          </a:p>
          <a:p>
            <a:pPr marL="342900" indent="-342900">
              <a:buFont typeface="+mj-lt"/>
              <a:buAutoNum type="arabicPeriod"/>
            </a:pPr>
            <a:r>
              <a:rPr lang="en-GB" dirty="0"/>
              <a:t>Once connected, you are on a login node. From here, you can start an interactive job and then connect to a compute node (PVC) using the Remote server feature by running the following command in the login node terminal:</a:t>
            </a:r>
          </a:p>
          <a:p>
            <a:r>
              <a:rPr lang="en-GB" dirty="0"/>
              <a:t> </a:t>
            </a:r>
          </a:p>
          <a:p>
            <a:endParaRPr lang="en-US" sz="1600" dirty="0"/>
          </a:p>
        </p:txBody>
      </p:sp>
      <p:pic>
        <p:nvPicPr>
          <p:cNvPr id="2" name="Picture 1" descr="A red letters in space&#10;&#10;AI-generated content may be incorrect.">
            <a:extLst>
              <a:ext uri="{FF2B5EF4-FFF2-40B4-BE49-F238E27FC236}">
                <a16:creationId xmlns:a16="http://schemas.microsoft.com/office/drawing/2014/main" id="{1CD69FC9-103D-392F-4228-AFEDB77F54DF}"/>
              </a:ext>
            </a:extLst>
          </p:cNvPr>
          <p:cNvPicPr>
            <a:picLocks noChangeAspect="1"/>
          </p:cNvPicPr>
          <p:nvPr/>
        </p:nvPicPr>
        <p:blipFill>
          <a:blip r:embed="rId2"/>
          <a:stretch>
            <a:fillRect/>
          </a:stretch>
        </p:blipFill>
        <p:spPr>
          <a:xfrm>
            <a:off x="9981746" y="6359346"/>
            <a:ext cx="2193472" cy="480452"/>
          </a:xfrm>
          <a:prstGeom prst="rect">
            <a:avLst/>
          </a:prstGeom>
        </p:spPr>
      </p:pic>
      <p:sp>
        <p:nvSpPr>
          <p:cNvPr id="7" name="Slide Number Placeholder 5">
            <a:extLst>
              <a:ext uri="{FF2B5EF4-FFF2-40B4-BE49-F238E27FC236}">
                <a16:creationId xmlns:a16="http://schemas.microsoft.com/office/drawing/2014/main" id="{E6C1E9FB-6763-75DC-8513-2A8AD8179BEA}"/>
              </a:ext>
            </a:extLst>
          </p:cNvPr>
          <p:cNvSpPr>
            <a:spLocks noGrp="1"/>
          </p:cNvSpPr>
          <p:nvPr>
            <p:ph type="sldNum" sz="quarter" idx="12"/>
          </p:nvPr>
        </p:nvSpPr>
        <p:spPr>
          <a:xfrm>
            <a:off x="10352540" y="295729"/>
            <a:ext cx="838199" cy="767687"/>
          </a:xfrm>
        </p:spPr>
        <p:txBody>
          <a:bodyPr vert="horz" lIns="91440" tIns="45720" rIns="91440" bIns="45720" rtlCol="0" anchor="b">
            <a:normAutofit/>
          </a:bodyPr>
          <a:lstStyle/>
          <a:p>
            <a:pPr>
              <a:spcAft>
                <a:spcPts val="600"/>
              </a:spcAft>
            </a:pPr>
            <a:fld id="{58FB4751-880F-D840-AAA9-3A15815CC996}" type="slidenum">
              <a:rPr lang="en-US" b="0" i="0" kern="1200">
                <a:solidFill>
                  <a:srgbClr val="FFFFFF"/>
                </a:solidFill>
                <a:latin typeface="+mn-lt"/>
                <a:ea typeface="+mn-ea"/>
                <a:cs typeface="+mn-cs"/>
              </a:rPr>
              <a:pPr>
                <a:spcAft>
                  <a:spcPts val="600"/>
                </a:spcAft>
              </a:pPr>
              <a:t>6</a:t>
            </a:fld>
            <a:endParaRPr lang="en-US" b="0" i="0" kern="1200" dirty="0">
              <a:solidFill>
                <a:srgbClr val="FFFFFF"/>
              </a:solidFill>
              <a:latin typeface="+mn-lt"/>
              <a:ea typeface="+mn-ea"/>
              <a:cs typeface="+mn-cs"/>
            </a:endParaRPr>
          </a:p>
        </p:txBody>
      </p:sp>
    </p:spTree>
    <p:extLst>
      <p:ext uri="{BB962C8B-B14F-4D97-AF65-F5344CB8AC3E}">
        <p14:creationId xmlns:p14="http://schemas.microsoft.com/office/powerpoint/2010/main" val="133825541"/>
      </p:ext>
    </p:extLst>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C390599-7FEF-499F-7D8C-0367577F377D}"/>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73C51229-83E2-EAA8-6E59-208ED2FFA4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13" name="Rectangle 12">
            <a:extLst>
              <a:ext uri="{FF2B5EF4-FFF2-40B4-BE49-F238E27FC236}">
                <a16:creationId xmlns:a16="http://schemas.microsoft.com/office/drawing/2014/main" id="{E733BEDF-2043-D669-6581-C44FDF9B58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5" name="Freeform 7">
            <a:extLst>
              <a:ext uri="{FF2B5EF4-FFF2-40B4-BE49-F238E27FC236}">
                <a16:creationId xmlns:a16="http://schemas.microsoft.com/office/drawing/2014/main" id="{51F092C6-7CF1-071F-9060-1D842E660B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endParaRPr>
          </a:p>
        </p:txBody>
      </p:sp>
      <p:sp useBgFill="1">
        <p:nvSpPr>
          <p:cNvPr id="17" name="Freeform: Shape 16">
            <a:extLst>
              <a:ext uri="{FF2B5EF4-FFF2-40B4-BE49-F238E27FC236}">
                <a16:creationId xmlns:a16="http://schemas.microsoft.com/office/drawing/2014/main" id="{25E3C444-CF52-5B72-9841-4E464D260C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7" cy="5095933"/>
          </a:xfrm>
          <a:custGeom>
            <a:avLst/>
            <a:gdLst>
              <a:gd name="connsiteX0" fmla="*/ 0 w 12192417"/>
              <a:gd name="connsiteY0" fmla="*/ 0 h 5095933"/>
              <a:gd name="connsiteX1" fmla="*/ 71931 w 12192417"/>
              <a:gd name="connsiteY1" fmla="*/ 12261 h 5095933"/>
              <a:gd name="connsiteX2" fmla="*/ 282848 w 12192417"/>
              <a:gd name="connsiteY2" fmla="*/ 48343 h 5095933"/>
              <a:gd name="connsiteX3" fmla="*/ 436463 w 12192417"/>
              <a:gd name="connsiteY3" fmla="*/ 73565 h 5095933"/>
              <a:gd name="connsiteX4" fmla="*/ 619338 w 12192417"/>
              <a:gd name="connsiteY4" fmla="*/ 100188 h 5095933"/>
              <a:gd name="connsiteX5" fmla="*/ 836350 w 12192417"/>
              <a:gd name="connsiteY5" fmla="*/ 132066 h 5095933"/>
              <a:gd name="connsiteX6" fmla="*/ 1076527 w 12192417"/>
              <a:gd name="connsiteY6" fmla="*/ 165696 h 5095933"/>
              <a:gd name="connsiteX7" fmla="*/ 1347183 w 12192417"/>
              <a:gd name="connsiteY7" fmla="*/ 201077 h 5095933"/>
              <a:gd name="connsiteX8" fmla="*/ 1642222 w 12192417"/>
              <a:gd name="connsiteY8" fmla="*/ 238560 h 5095933"/>
              <a:gd name="connsiteX9" fmla="*/ 1962863 w 12192417"/>
              <a:gd name="connsiteY9" fmla="*/ 276043 h 5095933"/>
              <a:gd name="connsiteX10" fmla="*/ 2304231 w 12192417"/>
              <a:gd name="connsiteY10" fmla="*/ 314227 h 5095933"/>
              <a:gd name="connsiteX11" fmla="*/ 2672420 w 12192417"/>
              <a:gd name="connsiteY11" fmla="*/ 349608 h 5095933"/>
              <a:gd name="connsiteX12" fmla="*/ 3057677 w 12192417"/>
              <a:gd name="connsiteY12" fmla="*/ 383588 h 5095933"/>
              <a:gd name="connsiteX13" fmla="*/ 3464880 w 12192417"/>
              <a:gd name="connsiteY13" fmla="*/ 414415 h 5095933"/>
              <a:gd name="connsiteX14" fmla="*/ 3889151 w 12192417"/>
              <a:gd name="connsiteY14" fmla="*/ 443841 h 5095933"/>
              <a:gd name="connsiteX15" fmla="*/ 4331709 w 12192417"/>
              <a:gd name="connsiteY15" fmla="*/ 471515 h 5095933"/>
              <a:gd name="connsiteX16" fmla="*/ 4558475 w 12192417"/>
              <a:gd name="connsiteY16" fmla="*/ 481324 h 5095933"/>
              <a:gd name="connsiteX17" fmla="*/ 4790117 w 12192417"/>
              <a:gd name="connsiteY17" fmla="*/ 492183 h 5095933"/>
              <a:gd name="connsiteX18" fmla="*/ 5025417 w 12192417"/>
              <a:gd name="connsiteY18" fmla="*/ 502342 h 5095933"/>
              <a:gd name="connsiteX19" fmla="*/ 5261936 w 12192417"/>
              <a:gd name="connsiteY19" fmla="*/ 508998 h 5095933"/>
              <a:gd name="connsiteX20" fmla="*/ 5503331 w 12192417"/>
              <a:gd name="connsiteY20" fmla="*/ 514953 h 5095933"/>
              <a:gd name="connsiteX21" fmla="*/ 5747166 w 12192417"/>
              <a:gd name="connsiteY21" fmla="*/ 521259 h 5095933"/>
              <a:gd name="connsiteX22" fmla="*/ 5995876 w 12192417"/>
              <a:gd name="connsiteY22" fmla="*/ 525463 h 5095933"/>
              <a:gd name="connsiteX23" fmla="*/ 6247025 w 12192417"/>
              <a:gd name="connsiteY23" fmla="*/ 525463 h 5095933"/>
              <a:gd name="connsiteX24" fmla="*/ 6500612 w 12192417"/>
              <a:gd name="connsiteY24" fmla="*/ 527565 h 5095933"/>
              <a:gd name="connsiteX25" fmla="*/ 6756638 w 12192417"/>
              <a:gd name="connsiteY25" fmla="*/ 525463 h 5095933"/>
              <a:gd name="connsiteX26" fmla="*/ 7016321 w 12192417"/>
              <a:gd name="connsiteY26" fmla="*/ 521259 h 5095933"/>
              <a:gd name="connsiteX27" fmla="*/ 7276004 w 12192417"/>
              <a:gd name="connsiteY27" fmla="*/ 517406 h 5095933"/>
              <a:gd name="connsiteX28" fmla="*/ 7539344 w 12192417"/>
              <a:gd name="connsiteY28" fmla="*/ 508998 h 5095933"/>
              <a:gd name="connsiteX29" fmla="*/ 7805123 w 12192417"/>
              <a:gd name="connsiteY29" fmla="*/ 500241 h 5095933"/>
              <a:gd name="connsiteX30" fmla="*/ 8070902 w 12192417"/>
              <a:gd name="connsiteY30" fmla="*/ 490082 h 5095933"/>
              <a:gd name="connsiteX31" fmla="*/ 8339120 w 12192417"/>
              <a:gd name="connsiteY31" fmla="*/ 475719 h 5095933"/>
              <a:gd name="connsiteX32" fmla="*/ 8609775 w 12192417"/>
              <a:gd name="connsiteY32" fmla="*/ 458554 h 5095933"/>
              <a:gd name="connsiteX33" fmla="*/ 8881650 w 12192417"/>
              <a:gd name="connsiteY33" fmla="*/ 442089 h 5095933"/>
              <a:gd name="connsiteX34" fmla="*/ 9153525 w 12192417"/>
              <a:gd name="connsiteY34" fmla="*/ 421071 h 5095933"/>
              <a:gd name="connsiteX35" fmla="*/ 9429057 w 12192417"/>
              <a:gd name="connsiteY35" fmla="*/ 395849 h 5095933"/>
              <a:gd name="connsiteX36" fmla="*/ 9700932 w 12192417"/>
              <a:gd name="connsiteY36" fmla="*/ 370626 h 5095933"/>
              <a:gd name="connsiteX37" fmla="*/ 9977683 w 12192417"/>
              <a:gd name="connsiteY37" fmla="*/ 341551 h 5095933"/>
              <a:gd name="connsiteX38" fmla="*/ 10255654 w 12192417"/>
              <a:gd name="connsiteY38" fmla="*/ 309673 h 5095933"/>
              <a:gd name="connsiteX39" fmla="*/ 10529967 w 12192417"/>
              <a:gd name="connsiteY39" fmla="*/ 276043 h 5095933"/>
              <a:gd name="connsiteX40" fmla="*/ 10807938 w 12192417"/>
              <a:gd name="connsiteY40" fmla="*/ 236809 h 5095933"/>
              <a:gd name="connsiteX41" fmla="*/ 11084689 w 12192417"/>
              <a:gd name="connsiteY41" fmla="*/ 194772 h 5095933"/>
              <a:gd name="connsiteX42" fmla="*/ 11362660 w 12192417"/>
              <a:gd name="connsiteY42" fmla="*/ 153085 h 5095933"/>
              <a:gd name="connsiteX43" fmla="*/ 11639411 w 12192417"/>
              <a:gd name="connsiteY43" fmla="*/ 104392 h 5095933"/>
              <a:gd name="connsiteX44" fmla="*/ 11914944 w 12192417"/>
              <a:gd name="connsiteY44" fmla="*/ 54648 h 5095933"/>
              <a:gd name="connsiteX45" fmla="*/ 12191695 w 12192417"/>
              <a:gd name="connsiteY45" fmla="*/ 2452 h 5095933"/>
              <a:gd name="connsiteX46" fmla="*/ 12191695 w 12192417"/>
              <a:gd name="connsiteY46" fmla="*/ 2162231 h 5095933"/>
              <a:gd name="connsiteX47" fmla="*/ 12192417 w 12192417"/>
              <a:gd name="connsiteY47" fmla="*/ 2162231 h 5095933"/>
              <a:gd name="connsiteX48" fmla="*/ 12192417 w 12192417"/>
              <a:gd name="connsiteY48" fmla="*/ 5095933 h 5095933"/>
              <a:gd name="connsiteX49" fmla="*/ 0 w 12192417"/>
              <a:gd name="connsiteY49" fmla="*/ 5095933 h 5095933"/>
              <a:gd name="connsiteX50" fmla="*/ 0 w 12192417"/>
              <a:gd name="connsiteY50" fmla="*/ 2791958 h 5095933"/>
              <a:gd name="connsiteX51" fmla="*/ 0 w 12192417"/>
              <a:gd name="connsiteY51" fmla="*/ 2162231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417" h="5095933">
                <a:moveTo>
                  <a:pt x="0" y="0"/>
                </a:moveTo>
                <a:lnTo>
                  <a:pt x="71931" y="12261"/>
                </a:lnTo>
                <a:lnTo>
                  <a:pt x="282848" y="48343"/>
                </a:lnTo>
                <a:lnTo>
                  <a:pt x="436463" y="73565"/>
                </a:lnTo>
                <a:lnTo>
                  <a:pt x="619338" y="100188"/>
                </a:lnTo>
                <a:lnTo>
                  <a:pt x="836350" y="132066"/>
                </a:lnTo>
                <a:lnTo>
                  <a:pt x="1076527" y="165696"/>
                </a:lnTo>
                <a:lnTo>
                  <a:pt x="1347183" y="201077"/>
                </a:lnTo>
                <a:lnTo>
                  <a:pt x="1642222" y="238560"/>
                </a:lnTo>
                <a:lnTo>
                  <a:pt x="1962863" y="276043"/>
                </a:lnTo>
                <a:lnTo>
                  <a:pt x="2304231" y="314227"/>
                </a:lnTo>
                <a:lnTo>
                  <a:pt x="2672420" y="349608"/>
                </a:lnTo>
                <a:lnTo>
                  <a:pt x="3057677" y="383588"/>
                </a:lnTo>
                <a:lnTo>
                  <a:pt x="3464880" y="414415"/>
                </a:lnTo>
                <a:lnTo>
                  <a:pt x="3889151" y="443841"/>
                </a:lnTo>
                <a:lnTo>
                  <a:pt x="4331709" y="471515"/>
                </a:lnTo>
                <a:lnTo>
                  <a:pt x="4558475" y="481324"/>
                </a:lnTo>
                <a:lnTo>
                  <a:pt x="4790117" y="492183"/>
                </a:lnTo>
                <a:lnTo>
                  <a:pt x="5025417" y="502342"/>
                </a:lnTo>
                <a:lnTo>
                  <a:pt x="5261936" y="508998"/>
                </a:lnTo>
                <a:lnTo>
                  <a:pt x="5503331" y="514953"/>
                </a:lnTo>
                <a:lnTo>
                  <a:pt x="5747166" y="521259"/>
                </a:lnTo>
                <a:lnTo>
                  <a:pt x="5995876" y="525463"/>
                </a:lnTo>
                <a:lnTo>
                  <a:pt x="6247025" y="525463"/>
                </a:lnTo>
                <a:lnTo>
                  <a:pt x="6500612" y="527565"/>
                </a:lnTo>
                <a:lnTo>
                  <a:pt x="6756638" y="525463"/>
                </a:lnTo>
                <a:lnTo>
                  <a:pt x="7016321" y="521259"/>
                </a:lnTo>
                <a:lnTo>
                  <a:pt x="7276004" y="517406"/>
                </a:lnTo>
                <a:lnTo>
                  <a:pt x="7539344" y="508998"/>
                </a:lnTo>
                <a:lnTo>
                  <a:pt x="7805123" y="500241"/>
                </a:lnTo>
                <a:lnTo>
                  <a:pt x="8070902" y="490082"/>
                </a:lnTo>
                <a:lnTo>
                  <a:pt x="8339120" y="475719"/>
                </a:lnTo>
                <a:lnTo>
                  <a:pt x="8609775" y="458554"/>
                </a:lnTo>
                <a:lnTo>
                  <a:pt x="8881650" y="442089"/>
                </a:lnTo>
                <a:lnTo>
                  <a:pt x="9153525" y="421071"/>
                </a:lnTo>
                <a:lnTo>
                  <a:pt x="9429057" y="395849"/>
                </a:lnTo>
                <a:lnTo>
                  <a:pt x="9700932" y="370626"/>
                </a:lnTo>
                <a:lnTo>
                  <a:pt x="9977683" y="341551"/>
                </a:lnTo>
                <a:lnTo>
                  <a:pt x="10255654" y="309673"/>
                </a:lnTo>
                <a:lnTo>
                  <a:pt x="10529967" y="276043"/>
                </a:lnTo>
                <a:lnTo>
                  <a:pt x="10807938" y="236809"/>
                </a:lnTo>
                <a:lnTo>
                  <a:pt x="11084689" y="194772"/>
                </a:lnTo>
                <a:lnTo>
                  <a:pt x="11362660" y="153085"/>
                </a:lnTo>
                <a:lnTo>
                  <a:pt x="11639411" y="104392"/>
                </a:lnTo>
                <a:lnTo>
                  <a:pt x="11914944" y="54648"/>
                </a:lnTo>
                <a:lnTo>
                  <a:pt x="12191695" y="2452"/>
                </a:lnTo>
                <a:lnTo>
                  <a:pt x="12191695" y="2162231"/>
                </a:lnTo>
                <a:lnTo>
                  <a:pt x="12192417" y="2162231"/>
                </a:lnTo>
                <a:lnTo>
                  <a:pt x="12192417" y="5095933"/>
                </a:lnTo>
                <a:lnTo>
                  <a:pt x="0" y="5095933"/>
                </a:lnTo>
                <a:lnTo>
                  <a:pt x="0" y="2791958"/>
                </a:lnTo>
                <a:lnTo>
                  <a:pt x="0" y="2162231"/>
                </a:lnTo>
                <a:close/>
              </a:path>
            </a:pathLst>
          </a:custGeom>
          <a:ln>
            <a:noFill/>
          </a:ln>
        </p:spPr>
        <p:txBody>
          <a:bodyPr/>
          <a:lstStyle/>
          <a:p>
            <a:endParaRPr lang="en-GB"/>
          </a:p>
        </p:txBody>
      </p:sp>
      <p:sp>
        <p:nvSpPr>
          <p:cNvPr id="4" name="Title 3">
            <a:extLst>
              <a:ext uri="{FF2B5EF4-FFF2-40B4-BE49-F238E27FC236}">
                <a16:creationId xmlns:a16="http://schemas.microsoft.com/office/drawing/2014/main" id="{A8D57954-40A6-D0A4-AD4F-A696081B3D6A}"/>
              </a:ext>
            </a:extLst>
          </p:cNvPr>
          <p:cNvSpPr>
            <a:spLocks noGrp="1"/>
          </p:cNvSpPr>
          <p:nvPr>
            <p:ph type="title"/>
          </p:nvPr>
        </p:nvSpPr>
        <p:spPr>
          <a:xfrm>
            <a:off x="1103312" y="452718"/>
            <a:ext cx="8947522" cy="1400530"/>
          </a:xfrm>
        </p:spPr>
        <p:txBody>
          <a:bodyPr vert="horz" lIns="91440" tIns="45720" rIns="91440" bIns="45720" rtlCol="0" anchor="ctr">
            <a:normAutofit/>
          </a:bodyPr>
          <a:lstStyle/>
          <a:p>
            <a:r>
              <a:rPr lang="en-US" b="0" i="0" kern="1200" dirty="0">
                <a:solidFill>
                  <a:srgbClr val="FFFFFF"/>
                </a:solidFill>
                <a:latin typeface="+mj-lt"/>
                <a:ea typeface="+mj-ea"/>
                <a:cs typeface="+mj-cs"/>
              </a:rPr>
              <a:t>Interactive Job for </a:t>
            </a:r>
            <a:r>
              <a:rPr lang="en-US" b="0" i="0" kern="1200" dirty="0" err="1">
                <a:solidFill>
                  <a:srgbClr val="FFFFFF"/>
                </a:solidFill>
                <a:latin typeface="+mj-lt"/>
                <a:ea typeface="+mj-ea"/>
                <a:cs typeface="+mj-cs"/>
              </a:rPr>
              <a:t>Vscode</a:t>
            </a:r>
            <a:r>
              <a:rPr lang="en-US" b="0" i="0" kern="1200" dirty="0">
                <a:solidFill>
                  <a:srgbClr val="FFFFFF"/>
                </a:solidFill>
                <a:latin typeface="+mj-lt"/>
                <a:ea typeface="+mj-ea"/>
                <a:cs typeface="+mj-cs"/>
              </a:rPr>
              <a:t> Server</a:t>
            </a:r>
          </a:p>
        </p:txBody>
      </p:sp>
      <p:sp>
        <p:nvSpPr>
          <p:cNvPr id="6" name="TextBox 5">
            <a:extLst>
              <a:ext uri="{FF2B5EF4-FFF2-40B4-BE49-F238E27FC236}">
                <a16:creationId xmlns:a16="http://schemas.microsoft.com/office/drawing/2014/main" id="{29DB557B-0A02-EF4F-29D5-C6A210DE303A}"/>
              </a:ext>
            </a:extLst>
          </p:cNvPr>
          <p:cNvSpPr txBox="1"/>
          <p:nvPr/>
        </p:nvSpPr>
        <p:spPr>
          <a:xfrm>
            <a:off x="259264" y="1873196"/>
            <a:ext cx="5907855" cy="4966602"/>
          </a:xfrm>
          <a:prstGeom prst="rect">
            <a:avLst/>
          </a:prstGeom>
          <a:solidFill>
            <a:schemeClr val="tx1"/>
          </a:solidFill>
        </p:spPr>
        <p:txBody>
          <a:bodyPr vert="horz" lIns="91440" tIns="45720" rIns="91440" bIns="45720" rtlCol="0">
            <a:normAutofit/>
          </a:bodyPr>
          <a:lstStyle/>
          <a:p>
            <a:r>
              <a:rPr lang="en-US" sz="800" dirty="0">
                <a:solidFill>
                  <a:schemeClr val="bg1"/>
                </a:solidFill>
              </a:rPr>
              <a:t> #! /bin/bash  </a:t>
            </a:r>
          </a:p>
          <a:p>
            <a:r>
              <a:rPr lang="en-US" sz="800" dirty="0">
                <a:solidFill>
                  <a:schemeClr val="bg1"/>
                </a:solidFill>
              </a:rPr>
              <a:t>      </a:t>
            </a:r>
          </a:p>
          <a:p>
            <a:r>
              <a:rPr lang="en-US" sz="800" dirty="0">
                <a:solidFill>
                  <a:schemeClr val="bg1"/>
                </a:solidFill>
              </a:rPr>
              <a:t>      # --- account ------------------------------------------------------</a:t>
            </a:r>
          </a:p>
          <a:p>
            <a:r>
              <a:rPr lang="en-US" sz="800" dirty="0">
                <a:solidFill>
                  <a:schemeClr val="bg1"/>
                </a:solidFill>
              </a:rPr>
              <a:t>      #SBATCH --account=&lt;&lt;FIXME&gt;&gt;     #  if you are a member of more than one Dawn project</a:t>
            </a:r>
          </a:p>
          <a:p>
            <a:r>
              <a:rPr lang="en-US" sz="800" dirty="0">
                <a:solidFill>
                  <a:schemeClr val="bg1"/>
                </a:solidFill>
              </a:rPr>
              <a:t>      #SBATCH --partition=pvc9</a:t>
            </a:r>
          </a:p>
          <a:p>
            <a:r>
              <a:rPr lang="en-US" sz="800" dirty="0">
                <a:solidFill>
                  <a:schemeClr val="bg1"/>
                </a:solidFill>
              </a:rPr>
              <a:t>      #SBATCH --</a:t>
            </a:r>
            <a:r>
              <a:rPr lang="en-US" sz="800" dirty="0" err="1">
                <a:solidFill>
                  <a:schemeClr val="bg1"/>
                </a:solidFill>
              </a:rPr>
              <a:t>qos</a:t>
            </a:r>
            <a:r>
              <a:rPr lang="en-US" sz="800" dirty="0">
                <a:solidFill>
                  <a:schemeClr val="bg1"/>
                </a:solidFill>
              </a:rPr>
              <a:t>=&lt;&lt;FIXME&gt;&gt;              # upon signing-up to Dawn you will be assigned a </a:t>
            </a:r>
            <a:r>
              <a:rPr lang="en-US" sz="800" dirty="0" err="1">
                <a:solidFill>
                  <a:schemeClr val="bg1"/>
                </a:solidFill>
              </a:rPr>
              <a:t>qos</a:t>
            </a:r>
            <a:r>
              <a:rPr lang="en-US" sz="800" dirty="0">
                <a:solidFill>
                  <a:schemeClr val="bg1"/>
                </a:solidFill>
              </a:rPr>
              <a:t> </a:t>
            </a:r>
          </a:p>
          <a:p>
            <a:r>
              <a:rPr lang="en-US" sz="800" dirty="0">
                <a:solidFill>
                  <a:schemeClr val="bg1"/>
                </a:solidFill>
              </a:rPr>
              <a:t>      </a:t>
            </a:r>
          </a:p>
          <a:p>
            <a:r>
              <a:rPr lang="en-US" sz="800" dirty="0">
                <a:solidFill>
                  <a:schemeClr val="bg1"/>
                </a:solidFill>
              </a:rPr>
              <a:t>      # --- resources ------------------------------------------------------</a:t>
            </a:r>
          </a:p>
          <a:p>
            <a:r>
              <a:rPr lang="en-US" sz="800" dirty="0">
                <a:solidFill>
                  <a:schemeClr val="bg1"/>
                </a:solidFill>
              </a:rPr>
              <a:t>      #SBATCH --nodes=1</a:t>
            </a:r>
          </a:p>
          <a:p>
            <a:r>
              <a:rPr lang="en-US" sz="800" dirty="0">
                <a:solidFill>
                  <a:schemeClr val="bg1"/>
                </a:solidFill>
              </a:rPr>
              <a:t>      #SBATCH --</a:t>
            </a:r>
            <a:r>
              <a:rPr lang="en-US" sz="800" dirty="0" err="1">
                <a:solidFill>
                  <a:schemeClr val="bg1"/>
                </a:solidFill>
              </a:rPr>
              <a:t>ntasks</a:t>
            </a:r>
            <a:r>
              <a:rPr lang="en-US" sz="800" dirty="0">
                <a:solidFill>
                  <a:schemeClr val="bg1"/>
                </a:solidFill>
              </a:rPr>
              <a:t>-per-node=1 </a:t>
            </a:r>
          </a:p>
          <a:p>
            <a:r>
              <a:rPr lang="en-US" sz="800" dirty="0">
                <a:solidFill>
                  <a:schemeClr val="bg1"/>
                </a:solidFill>
              </a:rPr>
              <a:t>      #SBATCH --</a:t>
            </a:r>
            <a:r>
              <a:rPr lang="en-US" sz="800" dirty="0" err="1">
                <a:solidFill>
                  <a:schemeClr val="bg1"/>
                </a:solidFill>
              </a:rPr>
              <a:t>cpus</a:t>
            </a:r>
            <a:r>
              <a:rPr lang="en-US" sz="800" dirty="0">
                <a:solidFill>
                  <a:schemeClr val="bg1"/>
                </a:solidFill>
              </a:rPr>
              <a:t>-per-task=24 </a:t>
            </a:r>
          </a:p>
          <a:p>
            <a:r>
              <a:rPr lang="en-US" sz="800" dirty="0">
                <a:solidFill>
                  <a:schemeClr val="bg1"/>
                </a:solidFill>
              </a:rPr>
              <a:t>      #SBATCH --</a:t>
            </a:r>
            <a:r>
              <a:rPr lang="en-US" sz="800" dirty="0" err="1">
                <a:solidFill>
                  <a:schemeClr val="bg1"/>
                </a:solidFill>
              </a:rPr>
              <a:t>gres</a:t>
            </a:r>
            <a:r>
              <a:rPr lang="en-US" sz="800" dirty="0">
                <a:solidFill>
                  <a:schemeClr val="bg1"/>
                </a:solidFill>
              </a:rPr>
              <a:t>=gpu:1</a:t>
            </a:r>
          </a:p>
          <a:p>
            <a:r>
              <a:rPr lang="en-US" sz="800" dirty="0">
                <a:solidFill>
                  <a:schemeClr val="bg1"/>
                </a:solidFill>
              </a:rPr>
              <a:t>      #SBATCH --time=01:00:00</a:t>
            </a:r>
          </a:p>
          <a:p>
            <a:r>
              <a:rPr lang="en-US" sz="800" dirty="0">
                <a:solidFill>
                  <a:schemeClr val="bg1"/>
                </a:solidFill>
              </a:rPr>
              <a:t>      #SBATCH --job-name="CodeServer-1n1gpu" </a:t>
            </a:r>
          </a:p>
          <a:p>
            <a:r>
              <a:rPr lang="en-US" sz="800" dirty="0">
                <a:solidFill>
                  <a:schemeClr val="bg1"/>
                </a:solidFill>
              </a:rPr>
              <a:t>      set -</a:t>
            </a:r>
            <a:r>
              <a:rPr lang="en-US" sz="800" dirty="0" err="1">
                <a:solidFill>
                  <a:schemeClr val="bg1"/>
                </a:solidFill>
              </a:rPr>
              <a:t>eux</a:t>
            </a:r>
            <a:r>
              <a:rPr lang="en-US" sz="800" dirty="0">
                <a:solidFill>
                  <a:schemeClr val="bg1"/>
                </a:solidFill>
              </a:rPr>
              <a:t> # exit on error</a:t>
            </a:r>
          </a:p>
          <a:p>
            <a:r>
              <a:rPr lang="en-US" sz="800" dirty="0">
                <a:solidFill>
                  <a:schemeClr val="bg1"/>
                </a:solidFill>
              </a:rPr>
              <a:t>      </a:t>
            </a:r>
          </a:p>
          <a:p>
            <a:r>
              <a:rPr lang="en-US" sz="800" dirty="0">
                <a:solidFill>
                  <a:schemeClr val="bg1"/>
                </a:solidFill>
              </a:rPr>
              <a:t>      # --- environment ----------------------------------------------------</a:t>
            </a:r>
          </a:p>
          <a:p>
            <a:r>
              <a:rPr lang="en-US" sz="800" dirty="0">
                <a:solidFill>
                  <a:schemeClr val="bg1"/>
                </a:solidFill>
              </a:rPr>
              <a:t>      module purge; </a:t>
            </a:r>
          </a:p>
          <a:p>
            <a:r>
              <a:rPr lang="en-US" sz="800" dirty="0">
                <a:solidFill>
                  <a:schemeClr val="bg1"/>
                </a:solidFill>
              </a:rPr>
              <a:t>      module load rhel9/default-dawn     </a:t>
            </a:r>
          </a:p>
          <a:p>
            <a:r>
              <a:rPr lang="en-US" sz="800" dirty="0">
                <a:solidFill>
                  <a:schemeClr val="bg1"/>
                </a:solidFill>
              </a:rPr>
              <a:t>      </a:t>
            </a:r>
          </a:p>
          <a:p>
            <a:r>
              <a:rPr lang="en-US" sz="800" dirty="0">
                <a:solidFill>
                  <a:schemeClr val="bg1"/>
                </a:solidFill>
              </a:rPr>
              <a:t>      CLI_PATH="${HOME}/</a:t>
            </a:r>
            <a:r>
              <a:rPr lang="en-US" sz="800" dirty="0" err="1">
                <a:solidFill>
                  <a:schemeClr val="bg1"/>
                </a:solidFill>
              </a:rPr>
              <a:t>vscode_cli</a:t>
            </a:r>
            <a:r>
              <a:rPr lang="en-US" sz="800" dirty="0">
                <a:solidFill>
                  <a:schemeClr val="bg1"/>
                </a:solidFill>
              </a:rPr>
              <a:t>"</a:t>
            </a:r>
          </a:p>
          <a:p>
            <a:r>
              <a:rPr lang="en-US" sz="800" dirty="0">
                <a:solidFill>
                  <a:schemeClr val="bg1"/>
                </a:solidFill>
              </a:rPr>
              <a:t>      </a:t>
            </a:r>
          </a:p>
          <a:p>
            <a:r>
              <a:rPr lang="en-US" sz="800" dirty="0">
                <a:solidFill>
                  <a:schemeClr val="bg1"/>
                </a:solidFill>
              </a:rPr>
              <a:t>      # Install the VS Code CLI command if it doesn't exist</a:t>
            </a:r>
          </a:p>
          <a:p>
            <a:r>
              <a:rPr lang="en-US" sz="800" dirty="0">
                <a:solidFill>
                  <a:schemeClr val="bg1"/>
                </a:solidFill>
              </a:rPr>
              <a:t>      if [[ ! -e ${CLI_PATH}/code ]]; then</a:t>
            </a:r>
          </a:p>
          <a:p>
            <a:r>
              <a:rPr lang="en-US" sz="800" dirty="0">
                <a:solidFill>
                  <a:schemeClr val="bg1"/>
                </a:solidFill>
              </a:rPr>
              <a:t>         echo "Downloading and installing the VS Code CLI command"</a:t>
            </a:r>
          </a:p>
          <a:p>
            <a:r>
              <a:rPr lang="en-US" sz="800" dirty="0">
                <a:solidFill>
                  <a:schemeClr val="bg1"/>
                </a:solidFill>
              </a:rPr>
              <a:t>         </a:t>
            </a:r>
            <a:r>
              <a:rPr lang="en-US" sz="800" dirty="0" err="1">
                <a:solidFill>
                  <a:schemeClr val="bg1"/>
                </a:solidFill>
              </a:rPr>
              <a:t>mkdir</a:t>
            </a:r>
            <a:r>
              <a:rPr lang="en-US" sz="800" dirty="0">
                <a:solidFill>
                  <a:schemeClr val="bg1"/>
                </a:solidFill>
              </a:rPr>
              <a:t> -p "${HOME}/</a:t>
            </a:r>
            <a:r>
              <a:rPr lang="en-US" sz="800" dirty="0" err="1">
                <a:solidFill>
                  <a:schemeClr val="bg1"/>
                </a:solidFill>
              </a:rPr>
              <a:t>vscode_cli</a:t>
            </a:r>
            <a:r>
              <a:rPr lang="en-US" sz="800" dirty="0">
                <a:solidFill>
                  <a:schemeClr val="bg1"/>
                </a:solidFill>
              </a:rPr>
              <a:t>"</a:t>
            </a:r>
          </a:p>
          <a:p>
            <a:r>
              <a:rPr lang="en-US" sz="800" dirty="0">
                <a:solidFill>
                  <a:schemeClr val="bg1"/>
                </a:solidFill>
              </a:rPr>
              <a:t>         </a:t>
            </a:r>
            <a:r>
              <a:rPr lang="en-US" sz="800" dirty="0" err="1">
                <a:solidFill>
                  <a:schemeClr val="bg1"/>
                </a:solidFill>
              </a:rPr>
              <a:t>pushd</a:t>
            </a:r>
            <a:r>
              <a:rPr lang="en-US" sz="800" dirty="0">
                <a:solidFill>
                  <a:schemeClr val="bg1"/>
                </a:solidFill>
              </a:rPr>
              <a:t> "${HOME}/</a:t>
            </a:r>
            <a:r>
              <a:rPr lang="en-US" sz="800" dirty="0" err="1">
                <a:solidFill>
                  <a:schemeClr val="bg1"/>
                </a:solidFill>
              </a:rPr>
              <a:t>vscode_cli</a:t>
            </a:r>
            <a:r>
              <a:rPr lang="en-US" sz="800" dirty="0">
                <a:solidFill>
                  <a:schemeClr val="bg1"/>
                </a:solidFill>
              </a:rPr>
              <a:t>"</a:t>
            </a:r>
          </a:p>
          <a:p>
            <a:r>
              <a:rPr lang="en-US" sz="800" dirty="0">
                <a:solidFill>
                  <a:schemeClr val="bg1"/>
                </a:solidFill>
              </a:rPr>
              <a:t>         # Process from: https://code.visualstudio.com/docs/remote/tunnels#_using-the-code-cli</a:t>
            </a:r>
          </a:p>
          <a:p>
            <a:r>
              <a:rPr lang="en-US" sz="800" dirty="0">
                <a:solidFill>
                  <a:schemeClr val="bg1"/>
                </a:solidFill>
              </a:rPr>
              <a:t>         curl -Lk 'https://code.visualstudio.com/sha/</a:t>
            </a:r>
            <a:r>
              <a:rPr lang="en-US" sz="800" dirty="0" err="1">
                <a:solidFill>
                  <a:schemeClr val="bg1"/>
                </a:solidFill>
              </a:rPr>
              <a:t>download?build</a:t>
            </a:r>
            <a:r>
              <a:rPr lang="en-US" sz="800" dirty="0">
                <a:solidFill>
                  <a:schemeClr val="bg1"/>
                </a:solidFill>
              </a:rPr>
              <a:t>=</a:t>
            </a:r>
            <a:r>
              <a:rPr lang="en-US" sz="800" dirty="0" err="1">
                <a:solidFill>
                  <a:schemeClr val="bg1"/>
                </a:solidFill>
              </a:rPr>
              <a:t>stable&amp;os</a:t>
            </a:r>
            <a:r>
              <a:rPr lang="en-US" sz="800" dirty="0">
                <a:solidFill>
                  <a:schemeClr val="bg1"/>
                </a:solidFill>
              </a:rPr>
              <a:t>=cli-alpine-x64' --output vscode_cli.tar.gz</a:t>
            </a:r>
          </a:p>
          <a:p>
            <a:r>
              <a:rPr lang="en-US" sz="800" dirty="0">
                <a:solidFill>
                  <a:schemeClr val="bg1"/>
                </a:solidFill>
              </a:rPr>
              <a:t>         # unpack the code binary file</a:t>
            </a:r>
          </a:p>
          <a:p>
            <a:r>
              <a:rPr lang="en-US" sz="800" dirty="0">
                <a:solidFill>
                  <a:schemeClr val="bg1"/>
                </a:solidFill>
              </a:rPr>
              <a:t>         tar -</a:t>
            </a:r>
            <a:r>
              <a:rPr lang="en-US" sz="800" dirty="0" err="1">
                <a:solidFill>
                  <a:schemeClr val="bg1"/>
                </a:solidFill>
              </a:rPr>
              <a:t>xf</a:t>
            </a:r>
            <a:r>
              <a:rPr lang="en-US" sz="800" dirty="0">
                <a:solidFill>
                  <a:schemeClr val="bg1"/>
                </a:solidFill>
              </a:rPr>
              <a:t> vscode_cli.tar.gz</a:t>
            </a:r>
          </a:p>
          <a:p>
            <a:r>
              <a:rPr lang="en-US" sz="800" dirty="0">
                <a:solidFill>
                  <a:schemeClr val="bg1"/>
                </a:solidFill>
              </a:rPr>
              <a:t>         # clean-up</a:t>
            </a:r>
          </a:p>
          <a:p>
            <a:r>
              <a:rPr lang="en-US" sz="800" dirty="0">
                <a:solidFill>
                  <a:schemeClr val="bg1"/>
                </a:solidFill>
              </a:rPr>
              <a:t>         rm vscode_cli.tar.gz</a:t>
            </a:r>
          </a:p>
          <a:p>
            <a:r>
              <a:rPr lang="en-US" sz="800" dirty="0">
                <a:solidFill>
                  <a:schemeClr val="bg1"/>
                </a:solidFill>
              </a:rPr>
              <a:t>         </a:t>
            </a:r>
            <a:r>
              <a:rPr lang="en-US" sz="800" dirty="0" err="1">
                <a:solidFill>
                  <a:schemeClr val="bg1"/>
                </a:solidFill>
              </a:rPr>
              <a:t>popd</a:t>
            </a:r>
            <a:endParaRPr lang="en-US" sz="800" dirty="0">
              <a:solidFill>
                <a:schemeClr val="bg1"/>
              </a:solidFill>
            </a:endParaRPr>
          </a:p>
          <a:p>
            <a:r>
              <a:rPr lang="en-US" sz="800" dirty="0">
                <a:solidFill>
                  <a:schemeClr val="bg1"/>
                </a:solidFill>
              </a:rPr>
              <a:t>      fi</a:t>
            </a:r>
          </a:p>
          <a:p>
            <a:r>
              <a:rPr lang="en-US" sz="800" dirty="0">
                <a:solidFill>
                  <a:schemeClr val="bg1"/>
                </a:solidFill>
              </a:rPr>
              <a:t>      </a:t>
            </a:r>
          </a:p>
          <a:p>
            <a:r>
              <a:rPr lang="en-US" sz="800" dirty="0">
                <a:solidFill>
                  <a:schemeClr val="bg1"/>
                </a:solidFill>
              </a:rPr>
              <a:t>      # run the code tunnel command and accept the license</a:t>
            </a:r>
          </a:p>
          <a:p>
            <a:r>
              <a:rPr lang="en-US" sz="800" dirty="0">
                <a:solidFill>
                  <a:schemeClr val="bg1"/>
                </a:solidFill>
              </a:rPr>
              <a:t>      ${CLI_PATH}/code tunnel --accept-server-license-terms</a:t>
            </a:r>
          </a:p>
        </p:txBody>
      </p:sp>
      <p:pic>
        <p:nvPicPr>
          <p:cNvPr id="2" name="Picture 1" descr="A red letters in space&#10;&#10;AI-generated content may be incorrect.">
            <a:extLst>
              <a:ext uri="{FF2B5EF4-FFF2-40B4-BE49-F238E27FC236}">
                <a16:creationId xmlns:a16="http://schemas.microsoft.com/office/drawing/2014/main" id="{F351B560-4CAB-9BBF-634E-F8D1623EFA87}"/>
              </a:ext>
            </a:extLst>
          </p:cNvPr>
          <p:cNvPicPr>
            <a:picLocks noChangeAspect="1"/>
          </p:cNvPicPr>
          <p:nvPr/>
        </p:nvPicPr>
        <p:blipFill>
          <a:blip r:embed="rId2"/>
          <a:stretch>
            <a:fillRect/>
          </a:stretch>
        </p:blipFill>
        <p:spPr>
          <a:xfrm>
            <a:off x="9981746" y="6359346"/>
            <a:ext cx="2193472" cy="480452"/>
          </a:xfrm>
          <a:prstGeom prst="rect">
            <a:avLst/>
          </a:prstGeom>
        </p:spPr>
      </p:pic>
      <p:sp>
        <p:nvSpPr>
          <p:cNvPr id="7" name="Slide Number Placeholder 5">
            <a:extLst>
              <a:ext uri="{FF2B5EF4-FFF2-40B4-BE49-F238E27FC236}">
                <a16:creationId xmlns:a16="http://schemas.microsoft.com/office/drawing/2014/main" id="{5BB7B04F-22C5-854F-6396-9AC25C1678A0}"/>
              </a:ext>
            </a:extLst>
          </p:cNvPr>
          <p:cNvSpPr>
            <a:spLocks noGrp="1"/>
          </p:cNvSpPr>
          <p:nvPr>
            <p:ph type="sldNum" sz="quarter" idx="12"/>
          </p:nvPr>
        </p:nvSpPr>
        <p:spPr>
          <a:xfrm>
            <a:off x="10352540" y="295729"/>
            <a:ext cx="838199" cy="767687"/>
          </a:xfrm>
        </p:spPr>
        <p:txBody>
          <a:bodyPr vert="horz" lIns="91440" tIns="45720" rIns="91440" bIns="45720" rtlCol="0" anchor="b">
            <a:normAutofit/>
          </a:bodyPr>
          <a:lstStyle/>
          <a:p>
            <a:pPr>
              <a:spcAft>
                <a:spcPts val="600"/>
              </a:spcAft>
            </a:pPr>
            <a:fld id="{58FB4751-880F-D840-AAA9-3A15815CC996}" type="slidenum">
              <a:rPr lang="en-US" b="0" i="0" kern="1200">
                <a:solidFill>
                  <a:srgbClr val="FFFFFF"/>
                </a:solidFill>
                <a:latin typeface="+mn-lt"/>
                <a:ea typeface="+mn-ea"/>
                <a:cs typeface="+mn-cs"/>
              </a:rPr>
              <a:pPr>
                <a:spcAft>
                  <a:spcPts val="600"/>
                </a:spcAft>
              </a:pPr>
              <a:t>7</a:t>
            </a:fld>
            <a:endParaRPr lang="en-US" b="0" i="0" kern="1200" dirty="0">
              <a:solidFill>
                <a:srgbClr val="FFFFFF"/>
              </a:solidFill>
              <a:latin typeface="+mn-lt"/>
              <a:ea typeface="+mn-ea"/>
              <a:cs typeface="+mn-cs"/>
            </a:endParaRPr>
          </a:p>
        </p:txBody>
      </p:sp>
      <p:sp>
        <p:nvSpPr>
          <p:cNvPr id="3" name="TextBox 2">
            <a:extLst>
              <a:ext uri="{FF2B5EF4-FFF2-40B4-BE49-F238E27FC236}">
                <a16:creationId xmlns:a16="http://schemas.microsoft.com/office/drawing/2014/main" id="{2EFD07A2-E2DB-14ED-9430-8F96B41A6F7F}"/>
              </a:ext>
            </a:extLst>
          </p:cNvPr>
          <p:cNvSpPr txBox="1"/>
          <p:nvPr/>
        </p:nvSpPr>
        <p:spPr>
          <a:xfrm>
            <a:off x="6426382" y="2860760"/>
            <a:ext cx="3623471" cy="3387639"/>
          </a:xfrm>
          <a:prstGeom prst="rect">
            <a:avLst/>
          </a:prstGeom>
        </p:spPr>
        <p:txBody>
          <a:bodyPr vert="horz" lIns="91440" tIns="45720" rIns="91440" bIns="45720" rtlCol="0">
            <a:normAutofit/>
          </a:bodyPr>
          <a:lstStyle/>
          <a:p>
            <a:r>
              <a:rPr lang="en-GB" sz="1600" dirty="0"/>
              <a:t>File at</a:t>
            </a:r>
          </a:p>
          <a:p>
            <a:endParaRPr lang="en-US" sz="1600" dirty="0"/>
          </a:p>
          <a:p>
            <a:r>
              <a:rPr lang="en-US" sz="1600" dirty="0">
                <a:hlinkClick r:id="rId3"/>
              </a:rPr>
              <a:t>https://github.com/RSE-Cambridge/Intro-to-Dawn/Part3-PythonEnvironments/Examples/vscode_server.sh</a:t>
            </a:r>
            <a:endParaRPr lang="en-US" sz="1600" dirty="0"/>
          </a:p>
          <a:p>
            <a:endParaRPr lang="en-US" sz="1600" dirty="0"/>
          </a:p>
          <a:p>
            <a:r>
              <a:rPr lang="en-US" sz="1600" dirty="0"/>
              <a:t>Just Change FIXME to your Account</a:t>
            </a:r>
          </a:p>
          <a:p>
            <a:endParaRPr lang="en-US" sz="1600" dirty="0"/>
          </a:p>
        </p:txBody>
      </p:sp>
    </p:spTree>
    <p:extLst>
      <p:ext uri="{BB962C8B-B14F-4D97-AF65-F5344CB8AC3E}">
        <p14:creationId xmlns:p14="http://schemas.microsoft.com/office/powerpoint/2010/main" val="755589788"/>
      </p:ext>
    </p:extLst>
  </p:cSld>
  <p:clrMapOvr>
    <a:overrideClrMapping bg1="lt1" tx1="dk1" bg2="lt2" tx2="dk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66C7E12-2FBB-8F6A-039F-6F20DF8345DE}"/>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AF3CBB98-BC6E-F283-B746-18191EA6FA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13" name="Rectangle 12">
            <a:extLst>
              <a:ext uri="{FF2B5EF4-FFF2-40B4-BE49-F238E27FC236}">
                <a16:creationId xmlns:a16="http://schemas.microsoft.com/office/drawing/2014/main" id="{862E5EE7-3F9F-CDA8-2F6F-0926EFEEA0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5" name="Freeform 7">
            <a:extLst>
              <a:ext uri="{FF2B5EF4-FFF2-40B4-BE49-F238E27FC236}">
                <a16:creationId xmlns:a16="http://schemas.microsoft.com/office/drawing/2014/main" id="{529ACAE5-DE2A-8925-2645-E3FAC720BB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endParaRPr>
          </a:p>
        </p:txBody>
      </p:sp>
      <p:sp useBgFill="1">
        <p:nvSpPr>
          <p:cNvPr id="17" name="Freeform: Shape 16">
            <a:extLst>
              <a:ext uri="{FF2B5EF4-FFF2-40B4-BE49-F238E27FC236}">
                <a16:creationId xmlns:a16="http://schemas.microsoft.com/office/drawing/2014/main" id="{B39752DA-70F1-F45C-C335-E3F3AF2730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7" cy="5095933"/>
          </a:xfrm>
          <a:custGeom>
            <a:avLst/>
            <a:gdLst>
              <a:gd name="connsiteX0" fmla="*/ 0 w 12192417"/>
              <a:gd name="connsiteY0" fmla="*/ 0 h 5095933"/>
              <a:gd name="connsiteX1" fmla="*/ 71931 w 12192417"/>
              <a:gd name="connsiteY1" fmla="*/ 12261 h 5095933"/>
              <a:gd name="connsiteX2" fmla="*/ 282848 w 12192417"/>
              <a:gd name="connsiteY2" fmla="*/ 48343 h 5095933"/>
              <a:gd name="connsiteX3" fmla="*/ 436463 w 12192417"/>
              <a:gd name="connsiteY3" fmla="*/ 73565 h 5095933"/>
              <a:gd name="connsiteX4" fmla="*/ 619338 w 12192417"/>
              <a:gd name="connsiteY4" fmla="*/ 100188 h 5095933"/>
              <a:gd name="connsiteX5" fmla="*/ 836350 w 12192417"/>
              <a:gd name="connsiteY5" fmla="*/ 132066 h 5095933"/>
              <a:gd name="connsiteX6" fmla="*/ 1076527 w 12192417"/>
              <a:gd name="connsiteY6" fmla="*/ 165696 h 5095933"/>
              <a:gd name="connsiteX7" fmla="*/ 1347183 w 12192417"/>
              <a:gd name="connsiteY7" fmla="*/ 201077 h 5095933"/>
              <a:gd name="connsiteX8" fmla="*/ 1642222 w 12192417"/>
              <a:gd name="connsiteY8" fmla="*/ 238560 h 5095933"/>
              <a:gd name="connsiteX9" fmla="*/ 1962863 w 12192417"/>
              <a:gd name="connsiteY9" fmla="*/ 276043 h 5095933"/>
              <a:gd name="connsiteX10" fmla="*/ 2304231 w 12192417"/>
              <a:gd name="connsiteY10" fmla="*/ 314227 h 5095933"/>
              <a:gd name="connsiteX11" fmla="*/ 2672420 w 12192417"/>
              <a:gd name="connsiteY11" fmla="*/ 349608 h 5095933"/>
              <a:gd name="connsiteX12" fmla="*/ 3057677 w 12192417"/>
              <a:gd name="connsiteY12" fmla="*/ 383588 h 5095933"/>
              <a:gd name="connsiteX13" fmla="*/ 3464880 w 12192417"/>
              <a:gd name="connsiteY13" fmla="*/ 414415 h 5095933"/>
              <a:gd name="connsiteX14" fmla="*/ 3889151 w 12192417"/>
              <a:gd name="connsiteY14" fmla="*/ 443841 h 5095933"/>
              <a:gd name="connsiteX15" fmla="*/ 4331709 w 12192417"/>
              <a:gd name="connsiteY15" fmla="*/ 471515 h 5095933"/>
              <a:gd name="connsiteX16" fmla="*/ 4558475 w 12192417"/>
              <a:gd name="connsiteY16" fmla="*/ 481324 h 5095933"/>
              <a:gd name="connsiteX17" fmla="*/ 4790117 w 12192417"/>
              <a:gd name="connsiteY17" fmla="*/ 492183 h 5095933"/>
              <a:gd name="connsiteX18" fmla="*/ 5025417 w 12192417"/>
              <a:gd name="connsiteY18" fmla="*/ 502342 h 5095933"/>
              <a:gd name="connsiteX19" fmla="*/ 5261936 w 12192417"/>
              <a:gd name="connsiteY19" fmla="*/ 508998 h 5095933"/>
              <a:gd name="connsiteX20" fmla="*/ 5503331 w 12192417"/>
              <a:gd name="connsiteY20" fmla="*/ 514953 h 5095933"/>
              <a:gd name="connsiteX21" fmla="*/ 5747166 w 12192417"/>
              <a:gd name="connsiteY21" fmla="*/ 521259 h 5095933"/>
              <a:gd name="connsiteX22" fmla="*/ 5995876 w 12192417"/>
              <a:gd name="connsiteY22" fmla="*/ 525463 h 5095933"/>
              <a:gd name="connsiteX23" fmla="*/ 6247025 w 12192417"/>
              <a:gd name="connsiteY23" fmla="*/ 525463 h 5095933"/>
              <a:gd name="connsiteX24" fmla="*/ 6500612 w 12192417"/>
              <a:gd name="connsiteY24" fmla="*/ 527565 h 5095933"/>
              <a:gd name="connsiteX25" fmla="*/ 6756638 w 12192417"/>
              <a:gd name="connsiteY25" fmla="*/ 525463 h 5095933"/>
              <a:gd name="connsiteX26" fmla="*/ 7016321 w 12192417"/>
              <a:gd name="connsiteY26" fmla="*/ 521259 h 5095933"/>
              <a:gd name="connsiteX27" fmla="*/ 7276004 w 12192417"/>
              <a:gd name="connsiteY27" fmla="*/ 517406 h 5095933"/>
              <a:gd name="connsiteX28" fmla="*/ 7539344 w 12192417"/>
              <a:gd name="connsiteY28" fmla="*/ 508998 h 5095933"/>
              <a:gd name="connsiteX29" fmla="*/ 7805123 w 12192417"/>
              <a:gd name="connsiteY29" fmla="*/ 500241 h 5095933"/>
              <a:gd name="connsiteX30" fmla="*/ 8070902 w 12192417"/>
              <a:gd name="connsiteY30" fmla="*/ 490082 h 5095933"/>
              <a:gd name="connsiteX31" fmla="*/ 8339120 w 12192417"/>
              <a:gd name="connsiteY31" fmla="*/ 475719 h 5095933"/>
              <a:gd name="connsiteX32" fmla="*/ 8609775 w 12192417"/>
              <a:gd name="connsiteY32" fmla="*/ 458554 h 5095933"/>
              <a:gd name="connsiteX33" fmla="*/ 8881650 w 12192417"/>
              <a:gd name="connsiteY33" fmla="*/ 442089 h 5095933"/>
              <a:gd name="connsiteX34" fmla="*/ 9153525 w 12192417"/>
              <a:gd name="connsiteY34" fmla="*/ 421071 h 5095933"/>
              <a:gd name="connsiteX35" fmla="*/ 9429057 w 12192417"/>
              <a:gd name="connsiteY35" fmla="*/ 395849 h 5095933"/>
              <a:gd name="connsiteX36" fmla="*/ 9700932 w 12192417"/>
              <a:gd name="connsiteY36" fmla="*/ 370626 h 5095933"/>
              <a:gd name="connsiteX37" fmla="*/ 9977683 w 12192417"/>
              <a:gd name="connsiteY37" fmla="*/ 341551 h 5095933"/>
              <a:gd name="connsiteX38" fmla="*/ 10255654 w 12192417"/>
              <a:gd name="connsiteY38" fmla="*/ 309673 h 5095933"/>
              <a:gd name="connsiteX39" fmla="*/ 10529967 w 12192417"/>
              <a:gd name="connsiteY39" fmla="*/ 276043 h 5095933"/>
              <a:gd name="connsiteX40" fmla="*/ 10807938 w 12192417"/>
              <a:gd name="connsiteY40" fmla="*/ 236809 h 5095933"/>
              <a:gd name="connsiteX41" fmla="*/ 11084689 w 12192417"/>
              <a:gd name="connsiteY41" fmla="*/ 194772 h 5095933"/>
              <a:gd name="connsiteX42" fmla="*/ 11362660 w 12192417"/>
              <a:gd name="connsiteY42" fmla="*/ 153085 h 5095933"/>
              <a:gd name="connsiteX43" fmla="*/ 11639411 w 12192417"/>
              <a:gd name="connsiteY43" fmla="*/ 104392 h 5095933"/>
              <a:gd name="connsiteX44" fmla="*/ 11914944 w 12192417"/>
              <a:gd name="connsiteY44" fmla="*/ 54648 h 5095933"/>
              <a:gd name="connsiteX45" fmla="*/ 12191695 w 12192417"/>
              <a:gd name="connsiteY45" fmla="*/ 2452 h 5095933"/>
              <a:gd name="connsiteX46" fmla="*/ 12191695 w 12192417"/>
              <a:gd name="connsiteY46" fmla="*/ 2162231 h 5095933"/>
              <a:gd name="connsiteX47" fmla="*/ 12192417 w 12192417"/>
              <a:gd name="connsiteY47" fmla="*/ 2162231 h 5095933"/>
              <a:gd name="connsiteX48" fmla="*/ 12192417 w 12192417"/>
              <a:gd name="connsiteY48" fmla="*/ 5095933 h 5095933"/>
              <a:gd name="connsiteX49" fmla="*/ 0 w 12192417"/>
              <a:gd name="connsiteY49" fmla="*/ 5095933 h 5095933"/>
              <a:gd name="connsiteX50" fmla="*/ 0 w 12192417"/>
              <a:gd name="connsiteY50" fmla="*/ 2791958 h 5095933"/>
              <a:gd name="connsiteX51" fmla="*/ 0 w 12192417"/>
              <a:gd name="connsiteY51" fmla="*/ 2162231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417" h="5095933">
                <a:moveTo>
                  <a:pt x="0" y="0"/>
                </a:moveTo>
                <a:lnTo>
                  <a:pt x="71931" y="12261"/>
                </a:lnTo>
                <a:lnTo>
                  <a:pt x="282848" y="48343"/>
                </a:lnTo>
                <a:lnTo>
                  <a:pt x="436463" y="73565"/>
                </a:lnTo>
                <a:lnTo>
                  <a:pt x="619338" y="100188"/>
                </a:lnTo>
                <a:lnTo>
                  <a:pt x="836350" y="132066"/>
                </a:lnTo>
                <a:lnTo>
                  <a:pt x="1076527" y="165696"/>
                </a:lnTo>
                <a:lnTo>
                  <a:pt x="1347183" y="201077"/>
                </a:lnTo>
                <a:lnTo>
                  <a:pt x="1642222" y="238560"/>
                </a:lnTo>
                <a:lnTo>
                  <a:pt x="1962863" y="276043"/>
                </a:lnTo>
                <a:lnTo>
                  <a:pt x="2304231" y="314227"/>
                </a:lnTo>
                <a:lnTo>
                  <a:pt x="2672420" y="349608"/>
                </a:lnTo>
                <a:lnTo>
                  <a:pt x="3057677" y="383588"/>
                </a:lnTo>
                <a:lnTo>
                  <a:pt x="3464880" y="414415"/>
                </a:lnTo>
                <a:lnTo>
                  <a:pt x="3889151" y="443841"/>
                </a:lnTo>
                <a:lnTo>
                  <a:pt x="4331709" y="471515"/>
                </a:lnTo>
                <a:lnTo>
                  <a:pt x="4558475" y="481324"/>
                </a:lnTo>
                <a:lnTo>
                  <a:pt x="4790117" y="492183"/>
                </a:lnTo>
                <a:lnTo>
                  <a:pt x="5025417" y="502342"/>
                </a:lnTo>
                <a:lnTo>
                  <a:pt x="5261936" y="508998"/>
                </a:lnTo>
                <a:lnTo>
                  <a:pt x="5503331" y="514953"/>
                </a:lnTo>
                <a:lnTo>
                  <a:pt x="5747166" y="521259"/>
                </a:lnTo>
                <a:lnTo>
                  <a:pt x="5995876" y="525463"/>
                </a:lnTo>
                <a:lnTo>
                  <a:pt x="6247025" y="525463"/>
                </a:lnTo>
                <a:lnTo>
                  <a:pt x="6500612" y="527565"/>
                </a:lnTo>
                <a:lnTo>
                  <a:pt x="6756638" y="525463"/>
                </a:lnTo>
                <a:lnTo>
                  <a:pt x="7016321" y="521259"/>
                </a:lnTo>
                <a:lnTo>
                  <a:pt x="7276004" y="517406"/>
                </a:lnTo>
                <a:lnTo>
                  <a:pt x="7539344" y="508998"/>
                </a:lnTo>
                <a:lnTo>
                  <a:pt x="7805123" y="500241"/>
                </a:lnTo>
                <a:lnTo>
                  <a:pt x="8070902" y="490082"/>
                </a:lnTo>
                <a:lnTo>
                  <a:pt x="8339120" y="475719"/>
                </a:lnTo>
                <a:lnTo>
                  <a:pt x="8609775" y="458554"/>
                </a:lnTo>
                <a:lnTo>
                  <a:pt x="8881650" y="442089"/>
                </a:lnTo>
                <a:lnTo>
                  <a:pt x="9153525" y="421071"/>
                </a:lnTo>
                <a:lnTo>
                  <a:pt x="9429057" y="395849"/>
                </a:lnTo>
                <a:lnTo>
                  <a:pt x="9700932" y="370626"/>
                </a:lnTo>
                <a:lnTo>
                  <a:pt x="9977683" y="341551"/>
                </a:lnTo>
                <a:lnTo>
                  <a:pt x="10255654" y="309673"/>
                </a:lnTo>
                <a:lnTo>
                  <a:pt x="10529967" y="276043"/>
                </a:lnTo>
                <a:lnTo>
                  <a:pt x="10807938" y="236809"/>
                </a:lnTo>
                <a:lnTo>
                  <a:pt x="11084689" y="194772"/>
                </a:lnTo>
                <a:lnTo>
                  <a:pt x="11362660" y="153085"/>
                </a:lnTo>
                <a:lnTo>
                  <a:pt x="11639411" y="104392"/>
                </a:lnTo>
                <a:lnTo>
                  <a:pt x="11914944" y="54648"/>
                </a:lnTo>
                <a:lnTo>
                  <a:pt x="12191695" y="2452"/>
                </a:lnTo>
                <a:lnTo>
                  <a:pt x="12191695" y="2162231"/>
                </a:lnTo>
                <a:lnTo>
                  <a:pt x="12192417" y="2162231"/>
                </a:lnTo>
                <a:lnTo>
                  <a:pt x="12192417" y="5095933"/>
                </a:lnTo>
                <a:lnTo>
                  <a:pt x="0" y="5095933"/>
                </a:lnTo>
                <a:lnTo>
                  <a:pt x="0" y="2791958"/>
                </a:lnTo>
                <a:lnTo>
                  <a:pt x="0" y="2162231"/>
                </a:lnTo>
                <a:close/>
              </a:path>
            </a:pathLst>
          </a:custGeom>
          <a:ln>
            <a:noFill/>
          </a:ln>
        </p:spPr>
        <p:txBody>
          <a:bodyPr/>
          <a:lstStyle/>
          <a:p>
            <a:endParaRPr lang="en-GB"/>
          </a:p>
        </p:txBody>
      </p:sp>
      <p:sp>
        <p:nvSpPr>
          <p:cNvPr id="4" name="Title 3">
            <a:extLst>
              <a:ext uri="{FF2B5EF4-FFF2-40B4-BE49-F238E27FC236}">
                <a16:creationId xmlns:a16="http://schemas.microsoft.com/office/drawing/2014/main" id="{8B75D62D-0AA2-1E8B-0A76-ADCED69F048D}"/>
              </a:ext>
            </a:extLst>
          </p:cNvPr>
          <p:cNvSpPr>
            <a:spLocks noGrp="1"/>
          </p:cNvSpPr>
          <p:nvPr>
            <p:ph type="title"/>
          </p:nvPr>
        </p:nvSpPr>
        <p:spPr>
          <a:xfrm>
            <a:off x="1103312" y="452718"/>
            <a:ext cx="8947522" cy="1400530"/>
          </a:xfrm>
        </p:spPr>
        <p:txBody>
          <a:bodyPr vert="horz" lIns="91440" tIns="45720" rIns="91440" bIns="45720" rtlCol="0" anchor="ctr">
            <a:normAutofit/>
          </a:bodyPr>
          <a:lstStyle/>
          <a:p>
            <a:r>
              <a:rPr lang="en-US" dirty="0">
                <a:solidFill>
                  <a:srgbClr val="FFFFFF"/>
                </a:solidFill>
              </a:rPr>
              <a:t>4&amp;5. SHH Tunnel to DAWN Compute</a:t>
            </a:r>
            <a:endParaRPr lang="en-US" b="0" i="0" kern="1200" dirty="0">
              <a:solidFill>
                <a:srgbClr val="FFFFFF"/>
              </a:solidFill>
              <a:latin typeface="+mj-lt"/>
              <a:ea typeface="+mj-ea"/>
              <a:cs typeface="+mj-cs"/>
            </a:endParaRPr>
          </a:p>
        </p:txBody>
      </p:sp>
      <p:sp>
        <p:nvSpPr>
          <p:cNvPr id="6" name="TextBox 5">
            <a:extLst>
              <a:ext uri="{FF2B5EF4-FFF2-40B4-BE49-F238E27FC236}">
                <a16:creationId xmlns:a16="http://schemas.microsoft.com/office/drawing/2014/main" id="{D675BF36-4AB1-3B95-C327-860D7719EF53}"/>
              </a:ext>
            </a:extLst>
          </p:cNvPr>
          <p:cNvSpPr txBox="1"/>
          <p:nvPr/>
        </p:nvSpPr>
        <p:spPr>
          <a:xfrm>
            <a:off x="1103312" y="2763520"/>
            <a:ext cx="8946541" cy="3484879"/>
          </a:xfrm>
          <a:prstGeom prst="rect">
            <a:avLst/>
          </a:prstGeom>
        </p:spPr>
        <p:txBody>
          <a:bodyPr vert="horz" lIns="91440" tIns="45720" rIns="91440" bIns="45720" rtlCol="0">
            <a:normAutofit/>
          </a:bodyPr>
          <a:lstStyle/>
          <a:p>
            <a:r>
              <a:rPr lang="en-GB" dirty="0"/>
              <a:t>Once the command is executed, it will ask you to choose an account to sign in to</a:t>
            </a:r>
            <a:r>
              <a:rPr lang="en-US" sz="1600" dirty="0"/>
              <a:t>.</a:t>
            </a:r>
          </a:p>
          <a:p>
            <a:endParaRPr lang="en-US" sz="1600" dirty="0"/>
          </a:p>
          <a:p>
            <a:endParaRPr lang="en-US" sz="1600" dirty="0"/>
          </a:p>
          <a:p>
            <a:endParaRPr lang="en-US" sz="1600" dirty="0"/>
          </a:p>
          <a:p>
            <a:endParaRPr lang="en-US" sz="1600" dirty="0"/>
          </a:p>
          <a:p>
            <a:endParaRPr lang="en-US" sz="1600" dirty="0"/>
          </a:p>
          <a:p>
            <a:endParaRPr lang="en-US" sz="1600" dirty="0"/>
          </a:p>
          <a:p>
            <a:endParaRPr lang="en-US" sz="1600" dirty="0"/>
          </a:p>
          <a:p>
            <a:endParaRPr lang="en-US" sz="1600" dirty="0"/>
          </a:p>
          <a:p>
            <a:r>
              <a:rPr lang="en-GB" dirty="0"/>
              <a:t>After signing in, it will output a URL and Code that you can use to connect.</a:t>
            </a:r>
          </a:p>
          <a:p>
            <a:endParaRPr lang="en-US" sz="1600" dirty="0"/>
          </a:p>
          <a:p>
            <a:endParaRPr lang="en-US" sz="1600" dirty="0"/>
          </a:p>
        </p:txBody>
      </p:sp>
      <p:pic>
        <p:nvPicPr>
          <p:cNvPr id="2" name="Picture 1" descr="A red letters in space&#10;&#10;AI-generated content may be incorrect.">
            <a:extLst>
              <a:ext uri="{FF2B5EF4-FFF2-40B4-BE49-F238E27FC236}">
                <a16:creationId xmlns:a16="http://schemas.microsoft.com/office/drawing/2014/main" id="{77AE8A42-9F56-1490-DDFA-7A4069800AD1}"/>
              </a:ext>
            </a:extLst>
          </p:cNvPr>
          <p:cNvPicPr>
            <a:picLocks noChangeAspect="1"/>
          </p:cNvPicPr>
          <p:nvPr/>
        </p:nvPicPr>
        <p:blipFill>
          <a:blip r:embed="rId2"/>
          <a:stretch>
            <a:fillRect/>
          </a:stretch>
        </p:blipFill>
        <p:spPr>
          <a:xfrm>
            <a:off x="9981746" y="6359346"/>
            <a:ext cx="2193472" cy="480452"/>
          </a:xfrm>
          <a:prstGeom prst="rect">
            <a:avLst/>
          </a:prstGeom>
        </p:spPr>
      </p:pic>
      <p:sp>
        <p:nvSpPr>
          <p:cNvPr id="7" name="Slide Number Placeholder 5">
            <a:extLst>
              <a:ext uri="{FF2B5EF4-FFF2-40B4-BE49-F238E27FC236}">
                <a16:creationId xmlns:a16="http://schemas.microsoft.com/office/drawing/2014/main" id="{C108A8D4-5EE6-BC30-BEAC-34D9C185094D}"/>
              </a:ext>
            </a:extLst>
          </p:cNvPr>
          <p:cNvSpPr>
            <a:spLocks noGrp="1"/>
          </p:cNvSpPr>
          <p:nvPr>
            <p:ph type="sldNum" sz="quarter" idx="12"/>
          </p:nvPr>
        </p:nvSpPr>
        <p:spPr>
          <a:xfrm>
            <a:off x="10352540" y="295729"/>
            <a:ext cx="838199" cy="767687"/>
          </a:xfrm>
        </p:spPr>
        <p:txBody>
          <a:bodyPr vert="horz" lIns="91440" tIns="45720" rIns="91440" bIns="45720" rtlCol="0" anchor="b">
            <a:normAutofit/>
          </a:bodyPr>
          <a:lstStyle/>
          <a:p>
            <a:pPr>
              <a:spcAft>
                <a:spcPts val="600"/>
              </a:spcAft>
            </a:pPr>
            <a:fld id="{58FB4751-880F-D840-AAA9-3A15815CC996}" type="slidenum">
              <a:rPr lang="en-US" b="0" i="0" kern="1200">
                <a:solidFill>
                  <a:srgbClr val="FFFFFF"/>
                </a:solidFill>
                <a:latin typeface="+mn-lt"/>
                <a:ea typeface="+mn-ea"/>
                <a:cs typeface="+mn-cs"/>
              </a:rPr>
              <a:pPr>
                <a:spcAft>
                  <a:spcPts val="600"/>
                </a:spcAft>
              </a:pPr>
              <a:t>8</a:t>
            </a:fld>
            <a:endParaRPr lang="en-US" b="0" i="0" kern="1200" dirty="0">
              <a:solidFill>
                <a:srgbClr val="FFFFFF"/>
              </a:solidFill>
              <a:latin typeface="+mn-lt"/>
              <a:ea typeface="+mn-ea"/>
              <a:cs typeface="+mn-cs"/>
            </a:endParaRPr>
          </a:p>
        </p:txBody>
      </p:sp>
      <p:pic>
        <p:nvPicPr>
          <p:cNvPr id="2050" name="Picture 2" descr="dawn VS Tunnel connection 1">
            <a:extLst>
              <a:ext uri="{FF2B5EF4-FFF2-40B4-BE49-F238E27FC236}">
                <a16:creationId xmlns:a16="http://schemas.microsoft.com/office/drawing/2014/main" id="{028AE6A7-3429-11DF-E960-3879DBAFDE5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60170" y="3302994"/>
            <a:ext cx="7977641" cy="191319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dawn VS Tunnel connection 2">
            <a:extLst>
              <a:ext uri="{FF2B5EF4-FFF2-40B4-BE49-F238E27FC236}">
                <a16:creationId xmlns:a16="http://schemas.microsoft.com/office/drawing/2014/main" id="{EF10ECDB-6FAF-83DE-D00A-730E1CF304B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4679" y="5840102"/>
            <a:ext cx="9966960" cy="4753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28922960"/>
      </p:ext>
    </p:extLst>
  </p:cSld>
  <p:clrMapOvr>
    <a:overrideClrMapping bg1="lt1" tx1="dk1" bg2="lt2" tx2="dk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1D00149-EFDB-2B6E-0009-F3F27CDEEC66}"/>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C9ADB15F-16E7-06CE-5EDC-85FF4EDE4D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13" name="Rectangle 12">
            <a:extLst>
              <a:ext uri="{FF2B5EF4-FFF2-40B4-BE49-F238E27FC236}">
                <a16:creationId xmlns:a16="http://schemas.microsoft.com/office/drawing/2014/main" id="{E38F88B7-9A72-5795-A949-DCCB6B5AAE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5" name="Freeform 7">
            <a:extLst>
              <a:ext uri="{FF2B5EF4-FFF2-40B4-BE49-F238E27FC236}">
                <a16:creationId xmlns:a16="http://schemas.microsoft.com/office/drawing/2014/main" id="{7F40AE85-2B29-0F42-7B80-E72C495823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endParaRPr>
          </a:p>
        </p:txBody>
      </p:sp>
      <p:sp useBgFill="1">
        <p:nvSpPr>
          <p:cNvPr id="17" name="Freeform: Shape 16">
            <a:extLst>
              <a:ext uri="{FF2B5EF4-FFF2-40B4-BE49-F238E27FC236}">
                <a16:creationId xmlns:a16="http://schemas.microsoft.com/office/drawing/2014/main" id="{8415B70F-7F53-2FD6-8735-7D21789B28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7" cy="5095933"/>
          </a:xfrm>
          <a:custGeom>
            <a:avLst/>
            <a:gdLst>
              <a:gd name="connsiteX0" fmla="*/ 0 w 12192417"/>
              <a:gd name="connsiteY0" fmla="*/ 0 h 5095933"/>
              <a:gd name="connsiteX1" fmla="*/ 71931 w 12192417"/>
              <a:gd name="connsiteY1" fmla="*/ 12261 h 5095933"/>
              <a:gd name="connsiteX2" fmla="*/ 282848 w 12192417"/>
              <a:gd name="connsiteY2" fmla="*/ 48343 h 5095933"/>
              <a:gd name="connsiteX3" fmla="*/ 436463 w 12192417"/>
              <a:gd name="connsiteY3" fmla="*/ 73565 h 5095933"/>
              <a:gd name="connsiteX4" fmla="*/ 619338 w 12192417"/>
              <a:gd name="connsiteY4" fmla="*/ 100188 h 5095933"/>
              <a:gd name="connsiteX5" fmla="*/ 836350 w 12192417"/>
              <a:gd name="connsiteY5" fmla="*/ 132066 h 5095933"/>
              <a:gd name="connsiteX6" fmla="*/ 1076527 w 12192417"/>
              <a:gd name="connsiteY6" fmla="*/ 165696 h 5095933"/>
              <a:gd name="connsiteX7" fmla="*/ 1347183 w 12192417"/>
              <a:gd name="connsiteY7" fmla="*/ 201077 h 5095933"/>
              <a:gd name="connsiteX8" fmla="*/ 1642222 w 12192417"/>
              <a:gd name="connsiteY8" fmla="*/ 238560 h 5095933"/>
              <a:gd name="connsiteX9" fmla="*/ 1962863 w 12192417"/>
              <a:gd name="connsiteY9" fmla="*/ 276043 h 5095933"/>
              <a:gd name="connsiteX10" fmla="*/ 2304231 w 12192417"/>
              <a:gd name="connsiteY10" fmla="*/ 314227 h 5095933"/>
              <a:gd name="connsiteX11" fmla="*/ 2672420 w 12192417"/>
              <a:gd name="connsiteY11" fmla="*/ 349608 h 5095933"/>
              <a:gd name="connsiteX12" fmla="*/ 3057677 w 12192417"/>
              <a:gd name="connsiteY12" fmla="*/ 383588 h 5095933"/>
              <a:gd name="connsiteX13" fmla="*/ 3464880 w 12192417"/>
              <a:gd name="connsiteY13" fmla="*/ 414415 h 5095933"/>
              <a:gd name="connsiteX14" fmla="*/ 3889151 w 12192417"/>
              <a:gd name="connsiteY14" fmla="*/ 443841 h 5095933"/>
              <a:gd name="connsiteX15" fmla="*/ 4331709 w 12192417"/>
              <a:gd name="connsiteY15" fmla="*/ 471515 h 5095933"/>
              <a:gd name="connsiteX16" fmla="*/ 4558475 w 12192417"/>
              <a:gd name="connsiteY16" fmla="*/ 481324 h 5095933"/>
              <a:gd name="connsiteX17" fmla="*/ 4790117 w 12192417"/>
              <a:gd name="connsiteY17" fmla="*/ 492183 h 5095933"/>
              <a:gd name="connsiteX18" fmla="*/ 5025417 w 12192417"/>
              <a:gd name="connsiteY18" fmla="*/ 502342 h 5095933"/>
              <a:gd name="connsiteX19" fmla="*/ 5261936 w 12192417"/>
              <a:gd name="connsiteY19" fmla="*/ 508998 h 5095933"/>
              <a:gd name="connsiteX20" fmla="*/ 5503331 w 12192417"/>
              <a:gd name="connsiteY20" fmla="*/ 514953 h 5095933"/>
              <a:gd name="connsiteX21" fmla="*/ 5747166 w 12192417"/>
              <a:gd name="connsiteY21" fmla="*/ 521259 h 5095933"/>
              <a:gd name="connsiteX22" fmla="*/ 5995876 w 12192417"/>
              <a:gd name="connsiteY22" fmla="*/ 525463 h 5095933"/>
              <a:gd name="connsiteX23" fmla="*/ 6247025 w 12192417"/>
              <a:gd name="connsiteY23" fmla="*/ 525463 h 5095933"/>
              <a:gd name="connsiteX24" fmla="*/ 6500612 w 12192417"/>
              <a:gd name="connsiteY24" fmla="*/ 527565 h 5095933"/>
              <a:gd name="connsiteX25" fmla="*/ 6756638 w 12192417"/>
              <a:gd name="connsiteY25" fmla="*/ 525463 h 5095933"/>
              <a:gd name="connsiteX26" fmla="*/ 7016321 w 12192417"/>
              <a:gd name="connsiteY26" fmla="*/ 521259 h 5095933"/>
              <a:gd name="connsiteX27" fmla="*/ 7276004 w 12192417"/>
              <a:gd name="connsiteY27" fmla="*/ 517406 h 5095933"/>
              <a:gd name="connsiteX28" fmla="*/ 7539344 w 12192417"/>
              <a:gd name="connsiteY28" fmla="*/ 508998 h 5095933"/>
              <a:gd name="connsiteX29" fmla="*/ 7805123 w 12192417"/>
              <a:gd name="connsiteY29" fmla="*/ 500241 h 5095933"/>
              <a:gd name="connsiteX30" fmla="*/ 8070902 w 12192417"/>
              <a:gd name="connsiteY30" fmla="*/ 490082 h 5095933"/>
              <a:gd name="connsiteX31" fmla="*/ 8339120 w 12192417"/>
              <a:gd name="connsiteY31" fmla="*/ 475719 h 5095933"/>
              <a:gd name="connsiteX32" fmla="*/ 8609775 w 12192417"/>
              <a:gd name="connsiteY32" fmla="*/ 458554 h 5095933"/>
              <a:gd name="connsiteX33" fmla="*/ 8881650 w 12192417"/>
              <a:gd name="connsiteY33" fmla="*/ 442089 h 5095933"/>
              <a:gd name="connsiteX34" fmla="*/ 9153525 w 12192417"/>
              <a:gd name="connsiteY34" fmla="*/ 421071 h 5095933"/>
              <a:gd name="connsiteX35" fmla="*/ 9429057 w 12192417"/>
              <a:gd name="connsiteY35" fmla="*/ 395849 h 5095933"/>
              <a:gd name="connsiteX36" fmla="*/ 9700932 w 12192417"/>
              <a:gd name="connsiteY36" fmla="*/ 370626 h 5095933"/>
              <a:gd name="connsiteX37" fmla="*/ 9977683 w 12192417"/>
              <a:gd name="connsiteY37" fmla="*/ 341551 h 5095933"/>
              <a:gd name="connsiteX38" fmla="*/ 10255654 w 12192417"/>
              <a:gd name="connsiteY38" fmla="*/ 309673 h 5095933"/>
              <a:gd name="connsiteX39" fmla="*/ 10529967 w 12192417"/>
              <a:gd name="connsiteY39" fmla="*/ 276043 h 5095933"/>
              <a:gd name="connsiteX40" fmla="*/ 10807938 w 12192417"/>
              <a:gd name="connsiteY40" fmla="*/ 236809 h 5095933"/>
              <a:gd name="connsiteX41" fmla="*/ 11084689 w 12192417"/>
              <a:gd name="connsiteY41" fmla="*/ 194772 h 5095933"/>
              <a:gd name="connsiteX42" fmla="*/ 11362660 w 12192417"/>
              <a:gd name="connsiteY42" fmla="*/ 153085 h 5095933"/>
              <a:gd name="connsiteX43" fmla="*/ 11639411 w 12192417"/>
              <a:gd name="connsiteY43" fmla="*/ 104392 h 5095933"/>
              <a:gd name="connsiteX44" fmla="*/ 11914944 w 12192417"/>
              <a:gd name="connsiteY44" fmla="*/ 54648 h 5095933"/>
              <a:gd name="connsiteX45" fmla="*/ 12191695 w 12192417"/>
              <a:gd name="connsiteY45" fmla="*/ 2452 h 5095933"/>
              <a:gd name="connsiteX46" fmla="*/ 12191695 w 12192417"/>
              <a:gd name="connsiteY46" fmla="*/ 2162231 h 5095933"/>
              <a:gd name="connsiteX47" fmla="*/ 12192417 w 12192417"/>
              <a:gd name="connsiteY47" fmla="*/ 2162231 h 5095933"/>
              <a:gd name="connsiteX48" fmla="*/ 12192417 w 12192417"/>
              <a:gd name="connsiteY48" fmla="*/ 5095933 h 5095933"/>
              <a:gd name="connsiteX49" fmla="*/ 0 w 12192417"/>
              <a:gd name="connsiteY49" fmla="*/ 5095933 h 5095933"/>
              <a:gd name="connsiteX50" fmla="*/ 0 w 12192417"/>
              <a:gd name="connsiteY50" fmla="*/ 2791958 h 5095933"/>
              <a:gd name="connsiteX51" fmla="*/ 0 w 12192417"/>
              <a:gd name="connsiteY51" fmla="*/ 2162231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417" h="5095933">
                <a:moveTo>
                  <a:pt x="0" y="0"/>
                </a:moveTo>
                <a:lnTo>
                  <a:pt x="71931" y="12261"/>
                </a:lnTo>
                <a:lnTo>
                  <a:pt x="282848" y="48343"/>
                </a:lnTo>
                <a:lnTo>
                  <a:pt x="436463" y="73565"/>
                </a:lnTo>
                <a:lnTo>
                  <a:pt x="619338" y="100188"/>
                </a:lnTo>
                <a:lnTo>
                  <a:pt x="836350" y="132066"/>
                </a:lnTo>
                <a:lnTo>
                  <a:pt x="1076527" y="165696"/>
                </a:lnTo>
                <a:lnTo>
                  <a:pt x="1347183" y="201077"/>
                </a:lnTo>
                <a:lnTo>
                  <a:pt x="1642222" y="238560"/>
                </a:lnTo>
                <a:lnTo>
                  <a:pt x="1962863" y="276043"/>
                </a:lnTo>
                <a:lnTo>
                  <a:pt x="2304231" y="314227"/>
                </a:lnTo>
                <a:lnTo>
                  <a:pt x="2672420" y="349608"/>
                </a:lnTo>
                <a:lnTo>
                  <a:pt x="3057677" y="383588"/>
                </a:lnTo>
                <a:lnTo>
                  <a:pt x="3464880" y="414415"/>
                </a:lnTo>
                <a:lnTo>
                  <a:pt x="3889151" y="443841"/>
                </a:lnTo>
                <a:lnTo>
                  <a:pt x="4331709" y="471515"/>
                </a:lnTo>
                <a:lnTo>
                  <a:pt x="4558475" y="481324"/>
                </a:lnTo>
                <a:lnTo>
                  <a:pt x="4790117" y="492183"/>
                </a:lnTo>
                <a:lnTo>
                  <a:pt x="5025417" y="502342"/>
                </a:lnTo>
                <a:lnTo>
                  <a:pt x="5261936" y="508998"/>
                </a:lnTo>
                <a:lnTo>
                  <a:pt x="5503331" y="514953"/>
                </a:lnTo>
                <a:lnTo>
                  <a:pt x="5747166" y="521259"/>
                </a:lnTo>
                <a:lnTo>
                  <a:pt x="5995876" y="525463"/>
                </a:lnTo>
                <a:lnTo>
                  <a:pt x="6247025" y="525463"/>
                </a:lnTo>
                <a:lnTo>
                  <a:pt x="6500612" y="527565"/>
                </a:lnTo>
                <a:lnTo>
                  <a:pt x="6756638" y="525463"/>
                </a:lnTo>
                <a:lnTo>
                  <a:pt x="7016321" y="521259"/>
                </a:lnTo>
                <a:lnTo>
                  <a:pt x="7276004" y="517406"/>
                </a:lnTo>
                <a:lnTo>
                  <a:pt x="7539344" y="508998"/>
                </a:lnTo>
                <a:lnTo>
                  <a:pt x="7805123" y="500241"/>
                </a:lnTo>
                <a:lnTo>
                  <a:pt x="8070902" y="490082"/>
                </a:lnTo>
                <a:lnTo>
                  <a:pt x="8339120" y="475719"/>
                </a:lnTo>
                <a:lnTo>
                  <a:pt x="8609775" y="458554"/>
                </a:lnTo>
                <a:lnTo>
                  <a:pt x="8881650" y="442089"/>
                </a:lnTo>
                <a:lnTo>
                  <a:pt x="9153525" y="421071"/>
                </a:lnTo>
                <a:lnTo>
                  <a:pt x="9429057" y="395849"/>
                </a:lnTo>
                <a:lnTo>
                  <a:pt x="9700932" y="370626"/>
                </a:lnTo>
                <a:lnTo>
                  <a:pt x="9977683" y="341551"/>
                </a:lnTo>
                <a:lnTo>
                  <a:pt x="10255654" y="309673"/>
                </a:lnTo>
                <a:lnTo>
                  <a:pt x="10529967" y="276043"/>
                </a:lnTo>
                <a:lnTo>
                  <a:pt x="10807938" y="236809"/>
                </a:lnTo>
                <a:lnTo>
                  <a:pt x="11084689" y="194772"/>
                </a:lnTo>
                <a:lnTo>
                  <a:pt x="11362660" y="153085"/>
                </a:lnTo>
                <a:lnTo>
                  <a:pt x="11639411" y="104392"/>
                </a:lnTo>
                <a:lnTo>
                  <a:pt x="11914944" y="54648"/>
                </a:lnTo>
                <a:lnTo>
                  <a:pt x="12191695" y="2452"/>
                </a:lnTo>
                <a:lnTo>
                  <a:pt x="12191695" y="2162231"/>
                </a:lnTo>
                <a:lnTo>
                  <a:pt x="12192417" y="2162231"/>
                </a:lnTo>
                <a:lnTo>
                  <a:pt x="12192417" y="5095933"/>
                </a:lnTo>
                <a:lnTo>
                  <a:pt x="0" y="5095933"/>
                </a:lnTo>
                <a:lnTo>
                  <a:pt x="0" y="2791958"/>
                </a:lnTo>
                <a:lnTo>
                  <a:pt x="0" y="2162231"/>
                </a:lnTo>
                <a:close/>
              </a:path>
            </a:pathLst>
          </a:custGeom>
          <a:ln>
            <a:noFill/>
          </a:ln>
        </p:spPr>
        <p:txBody>
          <a:bodyPr/>
          <a:lstStyle/>
          <a:p>
            <a:endParaRPr lang="en-GB"/>
          </a:p>
        </p:txBody>
      </p:sp>
      <p:sp>
        <p:nvSpPr>
          <p:cNvPr id="4" name="Title 3">
            <a:extLst>
              <a:ext uri="{FF2B5EF4-FFF2-40B4-BE49-F238E27FC236}">
                <a16:creationId xmlns:a16="http://schemas.microsoft.com/office/drawing/2014/main" id="{62AD2138-CD62-ACB8-E314-F8C82630609A}"/>
              </a:ext>
            </a:extLst>
          </p:cNvPr>
          <p:cNvSpPr>
            <a:spLocks noGrp="1"/>
          </p:cNvSpPr>
          <p:nvPr>
            <p:ph type="title"/>
          </p:nvPr>
        </p:nvSpPr>
        <p:spPr>
          <a:xfrm>
            <a:off x="1103312" y="452718"/>
            <a:ext cx="8947522" cy="1400530"/>
          </a:xfrm>
        </p:spPr>
        <p:txBody>
          <a:bodyPr vert="horz" lIns="91440" tIns="45720" rIns="91440" bIns="45720" rtlCol="0" anchor="ctr">
            <a:normAutofit/>
          </a:bodyPr>
          <a:lstStyle/>
          <a:p>
            <a:r>
              <a:rPr lang="en-US" dirty="0">
                <a:solidFill>
                  <a:srgbClr val="FFFFFF"/>
                </a:solidFill>
              </a:rPr>
              <a:t>6</a:t>
            </a:r>
            <a:r>
              <a:rPr lang="en-US" b="0" i="0" u="none" strike="noStrike" kern="1200" dirty="0">
                <a:solidFill>
                  <a:srgbClr val="FFFFFF"/>
                </a:solidFill>
                <a:effectLst/>
                <a:latin typeface="+mj-lt"/>
                <a:ea typeface="+mj-ea"/>
                <a:cs typeface="+mj-cs"/>
              </a:rPr>
              <a:t>. Device Activation</a:t>
            </a:r>
            <a:endParaRPr lang="en-US" b="0" i="0" kern="1200" dirty="0">
              <a:solidFill>
                <a:srgbClr val="FFFFFF"/>
              </a:solidFill>
              <a:latin typeface="+mj-lt"/>
              <a:ea typeface="+mj-ea"/>
              <a:cs typeface="+mj-cs"/>
            </a:endParaRPr>
          </a:p>
        </p:txBody>
      </p:sp>
      <p:sp>
        <p:nvSpPr>
          <p:cNvPr id="6" name="TextBox 5">
            <a:extLst>
              <a:ext uri="{FF2B5EF4-FFF2-40B4-BE49-F238E27FC236}">
                <a16:creationId xmlns:a16="http://schemas.microsoft.com/office/drawing/2014/main" id="{CE55D5F3-06E9-F146-32E4-9FFF18DC4AFA}"/>
              </a:ext>
            </a:extLst>
          </p:cNvPr>
          <p:cNvSpPr txBox="1"/>
          <p:nvPr/>
        </p:nvSpPr>
        <p:spPr>
          <a:xfrm>
            <a:off x="1103312" y="2763520"/>
            <a:ext cx="8946541" cy="3484879"/>
          </a:xfrm>
          <a:prstGeom prst="rect">
            <a:avLst/>
          </a:prstGeom>
        </p:spPr>
        <p:txBody>
          <a:bodyPr vert="horz" lIns="91440" tIns="45720" rIns="91440" bIns="45720" rtlCol="0">
            <a:normAutofit/>
          </a:bodyPr>
          <a:lstStyle/>
          <a:p>
            <a:r>
              <a:rPr lang="en-GB" dirty="0"/>
              <a:t>Copy the URL and open it in your web browser. You will be prompted to sign in with your </a:t>
            </a:r>
            <a:r>
              <a:rPr lang="en-GB" i="1" dirty="0"/>
              <a:t>github.com</a:t>
            </a:r>
            <a:r>
              <a:rPr lang="en-GB" dirty="0"/>
              <a:t> account to allow the device.</a:t>
            </a:r>
          </a:p>
          <a:p>
            <a:r>
              <a:rPr lang="en-US" sz="1600" dirty="0"/>
              <a:t>.</a:t>
            </a:r>
          </a:p>
        </p:txBody>
      </p:sp>
      <p:pic>
        <p:nvPicPr>
          <p:cNvPr id="2" name="Picture 1" descr="A red letters in space&#10;&#10;AI-generated content may be incorrect.">
            <a:extLst>
              <a:ext uri="{FF2B5EF4-FFF2-40B4-BE49-F238E27FC236}">
                <a16:creationId xmlns:a16="http://schemas.microsoft.com/office/drawing/2014/main" id="{BB81B023-B2B6-F03A-C4FA-411A90D6D317}"/>
              </a:ext>
            </a:extLst>
          </p:cNvPr>
          <p:cNvPicPr>
            <a:picLocks noChangeAspect="1"/>
          </p:cNvPicPr>
          <p:nvPr/>
        </p:nvPicPr>
        <p:blipFill>
          <a:blip r:embed="rId2"/>
          <a:stretch>
            <a:fillRect/>
          </a:stretch>
        </p:blipFill>
        <p:spPr>
          <a:xfrm>
            <a:off x="9981746" y="6359346"/>
            <a:ext cx="2193472" cy="480452"/>
          </a:xfrm>
          <a:prstGeom prst="rect">
            <a:avLst/>
          </a:prstGeom>
        </p:spPr>
      </p:pic>
      <p:sp>
        <p:nvSpPr>
          <p:cNvPr id="7" name="Slide Number Placeholder 5">
            <a:extLst>
              <a:ext uri="{FF2B5EF4-FFF2-40B4-BE49-F238E27FC236}">
                <a16:creationId xmlns:a16="http://schemas.microsoft.com/office/drawing/2014/main" id="{A5CD07DD-BD22-C965-5E6D-AF2CAAD73738}"/>
              </a:ext>
            </a:extLst>
          </p:cNvPr>
          <p:cNvSpPr>
            <a:spLocks noGrp="1"/>
          </p:cNvSpPr>
          <p:nvPr>
            <p:ph type="sldNum" sz="quarter" idx="12"/>
          </p:nvPr>
        </p:nvSpPr>
        <p:spPr>
          <a:xfrm>
            <a:off x="10352540" y="295729"/>
            <a:ext cx="838199" cy="767687"/>
          </a:xfrm>
        </p:spPr>
        <p:txBody>
          <a:bodyPr vert="horz" lIns="91440" tIns="45720" rIns="91440" bIns="45720" rtlCol="0" anchor="b">
            <a:normAutofit/>
          </a:bodyPr>
          <a:lstStyle/>
          <a:p>
            <a:pPr>
              <a:spcAft>
                <a:spcPts val="600"/>
              </a:spcAft>
            </a:pPr>
            <a:fld id="{58FB4751-880F-D840-AAA9-3A15815CC996}" type="slidenum">
              <a:rPr lang="en-US" b="0" i="0" kern="1200">
                <a:solidFill>
                  <a:srgbClr val="FFFFFF"/>
                </a:solidFill>
                <a:latin typeface="+mn-lt"/>
                <a:ea typeface="+mn-ea"/>
                <a:cs typeface="+mn-cs"/>
              </a:rPr>
              <a:pPr>
                <a:spcAft>
                  <a:spcPts val="600"/>
                </a:spcAft>
              </a:pPr>
              <a:t>9</a:t>
            </a:fld>
            <a:endParaRPr lang="en-US" b="0" i="0" kern="1200" dirty="0">
              <a:solidFill>
                <a:srgbClr val="FFFFFF"/>
              </a:solidFill>
              <a:latin typeface="+mn-lt"/>
              <a:ea typeface="+mn-ea"/>
              <a:cs typeface="+mn-cs"/>
            </a:endParaRPr>
          </a:p>
        </p:txBody>
      </p:sp>
      <p:pic>
        <p:nvPicPr>
          <p:cNvPr id="3" name="Picture 2">
            <a:extLst>
              <a:ext uri="{FF2B5EF4-FFF2-40B4-BE49-F238E27FC236}">
                <a16:creationId xmlns:a16="http://schemas.microsoft.com/office/drawing/2014/main" id="{D0E6DF47-1FC4-395F-4139-785857BA0760}"/>
              </a:ext>
            </a:extLst>
          </p:cNvPr>
          <p:cNvPicPr>
            <a:picLocks noChangeAspect="1"/>
          </p:cNvPicPr>
          <p:nvPr/>
        </p:nvPicPr>
        <p:blipFill>
          <a:blip r:embed="rId3"/>
          <a:stretch>
            <a:fillRect/>
          </a:stretch>
        </p:blipFill>
        <p:spPr>
          <a:xfrm>
            <a:off x="3570514" y="3674666"/>
            <a:ext cx="4360400" cy="3075831"/>
          </a:xfrm>
          <a:prstGeom prst="rect">
            <a:avLst/>
          </a:prstGeom>
        </p:spPr>
      </p:pic>
    </p:spTree>
    <p:extLst>
      <p:ext uri="{BB962C8B-B14F-4D97-AF65-F5344CB8AC3E}">
        <p14:creationId xmlns:p14="http://schemas.microsoft.com/office/powerpoint/2010/main" val="3103502399"/>
      </p:ext>
    </p:extLst>
  </p:cSld>
  <p:clrMapOvr>
    <a:overrideClrMapping bg1="lt1" tx1="dk1" bg2="lt2" tx2="dk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EE4D824-86FE-76F6-4336-7CA30E70ED0E}"/>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10D4F447-492B-6D05-95F8-5AFAD3B8F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13" name="Rectangle 12">
            <a:extLst>
              <a:ext uri="{FF2B5EF4-FFF2-40B4-BE49-F238E27FC236}">
                <a16:creationId xmlns:a16="http://schemas.microsoft.com/office/drawing/2014/main" id="{9816CBE7-96F6-FED6-030F-19A915A19B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5" name="Freeform 7">
            <a:extLst>
              <a:ext uri="{FF2B5EF4-FFF2-40B4-BE49-F238E27FC236}">
                <a16:creationId xmlns:a16="http://schemas.microsoft.com/office/drawing/2014/main" id="{33A8DB5B-22E9-6DAD-0649-B0EC1568A7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endParaRPr>
          </a:p>
        </p:txBody>
      </p:sp>
      <p:sp useBgFill="1">
        <p:nvSpPr>
          <p:cNvPr id="17" name="Freeform: Shape 16">
            <a:extLst>
              <a:ext uri="{FF2B5EF4-FFF2-40B4-BE49-F238E27FC236}">
                <a16:creationId xmlns:a16="http://schemas.microsoft.com/office/drawing/2014/main" id="{44F64DB3-ABF9-4899-A1D6-4DA5FE7611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7" cy="5095933"/>
          </a:xfrm>
          <a:custGeom>
            <a:avLst/>
            <a:gdLst>
              <a:gd name="connsiteX0" fmla="*/ 0 w 12192417"/>
              <a:gd name="connsiteY0" fmla="*/ 0 h 5095933"/>
              <a:gd name="connsiteX1" fmla="*/ 71931 w 12192417"/>
              <a:gd name="connsiteY1" fmla="*/ 12261 h 5095933"/>
              <a:gd name="connsiteX2" fmla="*/ 282848 w 12192417"/>
              <a:gd name="connsiteY2" fmla="*/ 48343 h 5095933"/>
              <a:gd name="connsiteX3" fmla="*/ 436463 w 12192417"/>
              <a:gd name="connsiteY3" fmla="*/ 73565 h 5095933"/>
              <a:gd name="connsiteX4" fmla="*/ 619338 w 12192417"/>
              <a:gd name="connsiteY4" fmla="*/ 100188 h 5095933"/>
              <a:gd name="connsiteX5" fmla="*/ 836350 w 12192417"/>
              <a:gd name="connsiteY5" fmla="*/ 132066 h 5095933"/>
              <a:gd name="connsiteX6" fmla="*/ 1076527 w 12192417"/>
              <a:gd name="connsiteY6" fmla="*/ 165696 h 5095933"/>
              <a:gd name="connsiteX7" fmla="*/ 1347183 w 12192417"/>
              <a:gd name="connsiteY7" fmla="*/ 201077 h 5095933"/>
              <a:gd name="connsiteX8" fmla="*/ 1642222 w 12192417"/>
              <a:gd name="connsiteY8" fmla="*/ 238560 h 5095933"/>
              <a:gd name="connsiteX9" fmla="*/ 1962863 w 12192417"/>
              <a:gd name="connsiteY9" fmla="*/ 276043 h 5095933"/>
              <a:gd name="connsiteX10" fmla="*/ 2304231 w 12192417"/>
              <a:gd name="connsiteY10" fmla="*/ 314227 h 5095933"/>
              <a:gd name="connsiteX11" fmla="*/ 2672420 w 12192417"/>
              <a:gd name="connsiteY11" fmla="*/ 349608 h 5095933"/>
              <a:gd name="connsiteX12" fmla="*/ 3057677 w 12192417"/>
              <a:gd name="connsiteY12" fmla="*/ 383588 h 5095933"/>
              <a:gd name="connsiteX13" fmla="*/ 3464880 w 12192417"/>
              <a:gd name="connsiteY13" fmla="*/ 414415 h 5095933"/>
              <a:gd name="connsiteX14" fmla="*/ 3889151 w 12192417"/>
              <a:gd name="connsiteY14" fmla="*/ 443841 h 5095933"/>
              <a:gd name="connsiteX15" fmla="*/ 4331709 w 12192417"/>
              <a:gd name="connsiteY15" fmla="*/ 471515 h 5095933"/>
              <a:gd name="connsiteX16" fmla="*/ 4558475 w 12192417"/>
              <a:gd name="connsiteY16" fmla="*/ 481324 h 5095933"/>
              <a:gd name="connsiteX17" fmla="*/ 4790117 w 12192417"/>
              <a:gd name="connsiteY17" fmla="*/ 492183 h 5095933"/>
              <a:gd name="connsiteX18" fmla="*/ 5025417 w 12192417"/>
              <a:gd name="connsiteY18" fmla="*/ 502342 h 5095933"/>
              <a:gd name="connsiteX19" fmla="*/ 5261936 w 12192417"/>
              <a:gd name="connsiteY19" fmla="*/ 508998 h 5095933"/>
              <a:gd name="connsiteX20" fmla="*/ 5503331 w 12192417"/>
              <a:gd name="connsiteY20" fmla="*/ 514953 h 5095933"/>
              <a:gd name="connsiteX21" fmla="*/ 5747166 w 12192417"/>
              <a:gd name="connsiteY21" fmla="*/ 521259 h 5095933"/>
              <a:gd name="connsiteX22" fmla="*/ 5995876 w 12192417"/>
              <a:gd name="connsiteY22" fmla="*/ 525463 h 5095933"/>
              <a:gd name="connsiteX23" fmla="*/ 6247025 w 12192417"/>
              <a:gd name="connsiteY23" fmla="*/ 525463 h 5095933"/>
              <a:gd name="connsiteX24" fmla="*/ 6500612 w 12192417"/>
              <a:gd name="connsiteY24" fmla="*/ 527565 h 5095933"/>
              <a:gd name="connsiteX25" fmla="*/ 6756638 w 12192417"/>
              <a:gd name="connsiteY25" fmla="*/ 525463 h 5095933"/>
              <a:gd name="connsiteX26" fmla="*/ 7016321 w 12192417"/>
              <a:gd name="connsiteY26" fmla="*/ 521259 h 5095933"/>
              <a:gd name="connsiteX27" fmla="*/ 7276004 w 12192417"/>
              <a:gd name="connsiteY27" fmla="*/ 517406 h 5095933"/>
              <a:gd name="connsiteX28" fmla="*/ 7539344 w 12192417"/>
              <a:gd name="connsiteY28" fmla="*/ 508998 h 5095933"/>
              <a:gd name="connsiteX29" fmla="*/ 7805123 w 12192417"/>
              <a:gd name="connsiteY29" fmla="*/ 500241 h 5095933"/>
              <a:gd name="connsiteX30" fmla="*/ 8070902 w 12192417"/>
              <a:gd name="connsiteY30" fmla="*/ 490082 h 5095933"/>
              <a:gd name="connsiteX31" fmla="*/ 8339120 w 12192417"/>
              <a:gd name="connsiteY31" fmla="*/ 475719 h 5095933"/>
              <a:gd name="connsiteX32" fmla="*/ 8609775 w 12192417"/>
              <a:gd name="connsiteY32" fmla="*/ 458554 h 5095933"/>
              <a:gd name="connsiteX33" fmla="*/ 8881650 w 12192417"/>
              <a:gd name="connsiteY33" fmla="*/ 442089 h 5095933"/>
              <a:gd name="connsiteX34" fmla="*/ 9153525 w 12192417"/>
              <a:gd name="connsiteY34" fmla="*/ 421071 h 5095933"/>
              <a:gd name="connsiteX35" fmla="*/ 9429057 w 12192417"/>
              <a:gd name="connsiteY35" fmla="*/ 395849 h 5095933"/>
              <a:gd name="connsiteX36" fmla="*/ 9700932 w 12192417"/>
              <a:gd name="connsiteY36" fmla="*/ 370626 h 5095933"/>
              <a:gd name="connsiteX37" fmla="*/ 9977683 w 12192417"/>
              <a:gd name="connsiteY37" fmla="*/ 341551 h 5095933"/>
              <a:gd name="connsiteX38" fmla="*/ 10255654 w 12192417"/>
              <a:gd name="connsiteY38" fmla="*/ 309673 h 5095933"/>
              <a:gd name="connsiteX39" fmla="*/ 10529967 w 12192417"/>
              <a:gd name="connsiteY39" fmla="*/ 276043 h 5095933"/>
              <a:gd name="connsiteX40" fmla="*/ 10807938 w 12192417"/>
              <a:gd name="connsiteY40" fmla="*/ 236809 h 5095933"/>
              <a:gd name="connsiteX41" fmla="*/ 11084689 w 12192417"/>
              <a:gd name="connsiteY41" fmla="*/ 194772 h 5095933"/>
              <a:gd name="connsiteX42" fmla="*/ 11362660 w 12192417"/>
              <a:gd name="connsiteY42" fmla="*/ 153085 h 5095933"/>
              <a:gd name="connsiteX43" fmla="*/ 11639411 w 12192417"/>
              <a:gd name="connsiteY43" fmla="*/ 104392 h 5095933"/>
              <a:gd name="connsiteX44" fmla="*/ 11914944 w 12192417"/>
              <a:gd name="connsiteY44" fmla="*/ 54648 h 5095933"/>
              <a:gd name="connsiteX45" fmla="*/ 12191695 w 12192417"/>
              <a:gd name="connsiteY45" fmla="*/ 2452 h 5095933"/>
              <a:gd name="connsiteX46" fmla="*/ 12191695 w 12192417"/>
              <a:gd name="connsiteY46" fmla="*/ 2162231 h 5095933"/>
              <a:gd name="connsiteX47" fmla="*/ 12192417 w 12192417"/>
              <a:gd name="connsiteY47" fmla="*/ 2162231 h 5095933"/>
              <a:gd name="connsiteX48" fmla="*/ 12192417 w 12192417"/>
              <a:gd name="connsiteY48" fmla="*/ 5095933 h 5095933"/>
              <a:gd name="connsiteX49" fmla="*/ 0 w 12192417"/>
              <a:gd name="connsiteY49" fmla="*/ 5095933 h 5095933"/>
              <a:gd name="connsiteX50" fmla="*/ 0 w 12192417"/>
              <a:gd name="connsiteY50" fmla="*/ 2791958 h 5095933"/>
              <a:gd name="connsiteX51" fmla="*/ 0 w 12192417"/>
              <a:gd name="connsiteY51" fmla="*/ 2162231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417" h="5095933">
                <a:moveTo>
                  <a:pt x="0" y="0"/>
                </a:moveTo>
                <a:lnTo>
                  <a:pt x="71931" y="12261"/>
                </a:lnTo>
                <a:lnTo>
                  <a:pt x="282848" y="48343"/>
                </a:lnTo>
                <a:lnTo>
                  <a:pt x="436463" y="73565"/>
                </a:lnTo>
                <a:lnTo>
                  <a:pt x="619338" y="100188"/>
                </a:lnTo>
                <a:lnTo>
                  <a:pt x="836350" y="132066"/>
                </a:lnTo>
                <a:lnTo>
                  <a:pt x="1076527" y="165696"/>
                </a:lnTo>
                <a:lnTo>
                  <a:pt x="1347183" y="201077"/>
                </a:lnTo>
                <a:lnTo>
                  <a:pt x="1642222" y="238560"/>
                </a:lnTo>
                <a:lnTo>
                  <a:pt x="1962863" y="276043"/>
                </a:lnTo>
                <a:lnTo>
                  <a:pt x="2304231" y="314227"/>
                </a:lnTo>
                <a:lnTo>
                  <a:pt x="2672420" y="349608"/>
                </a:lnTo>
                <a:lnTo>
                  <a:pt x="3057677" y="383588"/>
                </a:lnTo>
                <a:lnTo>
                  <a:pt x="3464880" y="414415"/>
                </a:lnTo>
                <a:lnTo>
                  <a:pt x="3889151" y="443841"/>
                </a:lnTo>
                <a:lnTo>
                  <a:pt x="4331709" y="471515"/>
                </a:lnTo>
                <a:lnTo>
                  <a:pt x="4558475" y="481324"/>
                </a:lnTo>
                <a:lnTo>
                  <a:pt x="4790117" y="492183"/>
                </a:lnTo>
                <a:lnTo>
                  <a:pt x="5025417" y="502342"/>
                </a:lnTo>
                <a:lnTo>
                  <a:pt x="5261936" y="508998"/>
                </a:lnTo>
                <a:lnTo>
                  <a:pt x="5503331" y="514953"/>
                </a:lnTo>
                <a:lnTo>
                  <a:pt x="5747166" y="521259"/>
                </a:lnTo>
                <a:lnTo>
                  <a:pt x="5995876" y="525463"/>
                </a:lnTo>
                <a:lnTo>
                  <a:pt x="6247025" y="525463"/>
                </a:lnTo>
                <a:lnTo>
                  <a:pt x="6500612" y="527565"/>
                </a:lnTo>
                <a:lnTo>
                  <a:pt x="6756638" y="525463"/>
                </a:lnTo>
                <a:lnTo>
                  <a:pt x="7016321" y="521259"/>
                </a:lnTo>
                <a:lnTo>
                  <a:pt x="7276004" y="517406"/>
                </a:lnTo>
                <a:lnTo>
                  <a:pt x="7539344" y="508998"/>
                </a:lnTo>
                <a:lnTo>
                  <a:pt x="7805123" y="500241"/>
                </a:lnTo>
                <a:lnTo>
                  <a:pt x="8070902" y="490082"/>
                </a:lnTo>
                <a:lnTo>
                  <a:pt x="8339120" y="475719"/>
                </a:lnTo>
                <a:lnTo>
                  <a:pt x="8609775" y="458554"/>
                </a:lnTo>
                <a:lnTo>
                  <a:pt x="8881650" y="442089"/>
                </a:lnTo>
                <a:lnTo>
                  <a:pt x="9153525" y="421071"/>
                </a:lnTo>
                <a:lnTo>
                  <a:pt x="9429057" y="395849"/>
                </a:lnTo>
                <a:lnTo>
                  <a:pt x="9700932" y="370626"/>
                </a:lnTo>
                <a:lnTo>
                  <a:pt x="9977683" y="341551"/>
                </a:lnTo>
                <a:lnTo>
                  <a:pt x="10255654" y="309673"/>
                </a:lnTo>
                <a:lnTo>
                  <a:pt x="10529967" y="276043"/>
                </a:lnTo>
                <a:lnTo>
                  <a:pt x="10807938" y="236809"/>
                </a:lnTo>
                <a:lnTo>
                  <a:pt x="11084689" y="194772"/>
                </a:lnTo>
                <a:lnTo>
                  <a:pt x="11362660" y="153085"/>
                </a:lnTo>
                <a:lnTo>
                  <a:pt x="11639411" y="104392"/>
                </a:lnTo>
                <a:lnTo>
                  <a:pt x="11914944" y="54648"/>
                </a:lnTo>
                <a:lnTo>
                  <a:pt x="12191695" y="2452"/>
                </a:lnTo>
                <a:lnTo>
                  <a:pt x="12191695" y="2162231"/>
                </a:lnTo>
                <a:lnTo>
                  <a:pt x="12192417" y="2162231"/>
                </a:lnTo>
                <a:lnTo>
                  <a:pt x="12192417" y="5095933"/>
                </a:lnTo>
                <a:lnTo>
                  <a:pt x="0" y="5095933"/>
                </a:lnTo>
                <a:lnTo>
                  <a:pt x="0" y="2791958"/>
                </a:lnTo>
                <a:lnTo>
                  <a:pt x="0" y="2162231"/>
                </a:lnTo>
                <a:close/>
              </a:path>
            </a:pathLst>
          </a:custGeom>
          <a:ln>
            <a:noFill/>
          </a:ln>
        </p:spPr>
        <p:txBody>
          <a:bodyPr/>
          <a:lstStyle/>
          <a:p>
            <a:endParaRPr lang="en-GB"/>
          </a:p>
        </p:txBody>
      </p:sp>
      <p:sp>
        <p:nvSpPr>
          <p:cNvPr id="4" name="Title 3">
            <a:extLst>
              <a:ext uri="{FF2B5EF4-FFF2-40B4-BE49-F238E27FC236}">
                <a16:creationId xmlns:a16="http://schemas.microsoft.com/office/drawing/2014/main" id="{B797B7CE-8853-63CE-8628-BED3745F6119}"/>
              </a:ext>
            </a:extLst>
          </p:cNvPr>
          <p:cNvSpPr>
            <a:spLocks noGrp="1"/>
          </p:cNvSpPr>
          <p:nvPr>
            <p:ph type="title"/>
          </p:nvPr>
        </p:nvSpPr>
        <p:spPr>
          <a:xfrm>
            <a:off x="1103312" y="452718"/>
            <a:ext cx="8947522" cy="1400530"/>
          </a:xfrm>
        </p:spPr>
        <p:txBody>
          <a:bodyPr vert="horz" lIns="91440" tIns="45720" rIns="91440" bIns="45720" rtlCol="0" anchor="ctr">
            <a:normAutofit/>
          </a:bodyPr>
          <a:lstStyle/>
          <a:p>
            <a:r>
              <a:rPr lang="en-US" b="0" i="0" u="none" strike="noStrike" kern="1200" dirty="0">
                <a:solidFill>
                  <a:srgbClr val="FFFFFF"/>
                </a:solidFill>
                <a:effectLst/>
                <a:latin typeface="+mj-lt"/>
                <a:ea typeface="+mj-ea"/>
                <a:cs typeface="+mj-cs"/>
              </a:rPr>
              <a:t>7. Authorize device</a:t>
            </a:r>
            <a:endParaRPr lang="en-US" b="0" i="0" kern="1200" dirty="0">
              <a:solidFill>
                <a:srgbClr val="FFFFFF"/>
              </a:solidFill>
              <a:latin typeface="+mj-lt"/>
              <a:ea typeface="+mj-ea"/>
              <a:cs typeface="+mj-cs"/>
            </a:endParaRPr>
          </a:p>
        </p:txBody>
      </p:sp>
      <p:sp>
        <p:nvSpPr>
          <p:cNvPr id="6" name="TextBox 5">
            <a:extLst>
              <a:ext uri="{FF2B5EF4-FFF2-40B4-BE49-F238E27FC236}">
                <a16:creationId xmlns:a16="http://schemas.microsoft.com/office/drawing/2014/main" id="{524E2C99-4B88-4C25-B7D8-89D35757C8D5}"/>
              </a:ext>
            </a:extLst>
          </p:cNvPr>
          <p:cNvSpPr txBox="1"/>
          <p:nvPr/>
        </p:nvSpPr>
        <p:spPr>
          <a:xfrm>
            <a:off x="1103312" y="2763520"/>
            <a:ext cx="8946541" cy="3484879"/>
          </a:xfrm>
          <a:prstGeom prst="rect">
            <a:avLst/>
          </a:prstGeom>
        </p:spPr>
        <p:txBody>
          <a:bodyPr vert="horz" lIns="91440" tIns="45720" rIns="91440" bIns="45720" rtlCol="0">
            <a:normAutofit/>
          </a:bodyPr>
          <a:lstStyle/>
          <a:p>
            <a:r>
              <a:rPr lang="en-GB" dirty="0"/>
              <a:t>The browser will ask for the code that was output in the terminal. Enter the code to allow the device.</a:t>
            </a:r>
          </a:p>
          <a:p>
            <a:endParaRPr lang="en-US" sz="1600" dirty="0"/>
          </a:p>
        </p:txBody>
      </p:sp>
      <p:pic>
        <p:nvPicPr>
          <p:cNvPr id="2" name="Picture 1" descr="A red letters in space&#10;&#10;AI-generated content may be incorrect.">
            <a:extLst>
              <a:ext uri="{FF2B5EF4-FFF2-40B4-BE49-F238E27FC236}">
                <a16:creationId xmlns:a16="http://schemas.microsoft.com/office/drawing/2014/main" id="{B5572DB1-4944-62D1-95A9-1D30742F41CA}"/>
              </a:ext>
            </a:extLst>
          </p:cNvPr>
          <p:cNvPicPr>
            <a:picLocks noChangeAspect="1"/>
          </p:cNvPicPr>
          <p:nvPr/>
        </p:nvPicPr>
        <p:blipFill>
          <a:blip r:embed="rId2"/>
          <a:stretch>
            <a:fillRect/>
          </a:stretch>
        </p:blipFill>
        <p:spPr>
          <a:xfrm>
            <a:off x="9981746" y="6359346"/>
            <a:ext cx="2193472" cy="480452"/>
          </a:xfrm>
          <a:prstGeom prst="rect">
            <a:avLst/>
          </a:prstGeom>
        </p:spPr>
      </p:pic>
      <p:sp>
        <p:nvSpPr>
          <p:cNvPr id="7" name="Slide Number Placeholder 5">
            <a:extLst>
              <a:ext uri="{FF2B5EF4-FFF2-40B4-BE49-F238E27FC236}">
                <a16:creationId xmlns:a16="http://schemas.microsoft.com/office/drawing/2014/main" id="{B44ED83B-FA9D-554D-A1F0-F5F54D035A16}"/>
              </a:ext>
            </a:extLst>
          </p:cNvPr>
          <p:cNvSpPr>
            <a:spLocks noGrp="1"/>
          </p:cNvSpPr>
          <p:nvPr>
            <p:ph type="sldNum" sz="quarter" idx="12"/>
          </p:nvPr>
        </p:nvSpPr>
        <p:spPr>
          <a:xfrm>
            <a:off x="10352540" y="295729"/>
            <a:ext cx="838199" cy="767687"/>
          </a:xfrm>
        </p:spPr>
        <p:txBody>
          <a:bodyPr vert="horz" lIns="91440" tIns="45720" rIns="91440" bIns="45720" rtlCol="0" anchor="b">
            <a:normAutofit/>
          </a:bodyPr>
          <a:lstStyle/>
          <a:p>
            <a:pPr>
              <a:spcAft>
                <a:spcPts val="600"/>
              </a:spcAft>
            </a:pPr>
            <a:fld id="{58FB4751-880F-D840-AAA9-3A15815CC996}" type="slidenum">
              <a:rPr lang="en-US" b="0" i="0" kern="1200">
                <a:solidFill>
                  <a:srgbClr val="FFFFFF"/>
                </a:solidFill>
                <a:latin typeface="+mn-lt"/>
                <a:ea typeface="+mn-ea"/>
                <a:cs typeface="+mn-cs"/>
              </a:rPr>
              <a:pPr>
                <a:spcAft>
                  <a:spcPts val="600"/>
                </a:spcAft>
              </a:pPr>
              <a:t>10</a:t>
            </a:fld>
            <a:endParaRPr lang="en-US" b="0" i="0" kern="1200" dirty="0">
              <a:solidFill>
                <a:srgbClr val="FFFFFF"/>
              </a:solidFill>
              <a:latin typeface="+mn-lt"/>
              <a:ea typeface="+mn-ea"/>
              <a:cs typeface="+mn-cs"/>
            </a:endParaRPr>
          </a:p>
        </p:txBody>
      </p:sp>
      <p:pic>
        <p:nvPicPr>
          <p:cNvPr id="3074" name="Picture 2" descr="dawn VS Tunnel connection 4">
            <a:extLst>
              <a:ext uri="{FF2B5EF4-FFF2-40B4-BE49-F238E27FC236}">
                <a16:creationId xmlns:a16="http://schemas.microsoft.com/office/drawing/2014/main" id="{01EC51F8-C8F1-8FD2-7D0D-2B4651F57FD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0" y="3345446"/>
            <a:ext cx="4190320" cy="31029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37543438"/>
      </p:ext>
    </p:extLst>
  </p:cSld>
  <p:clrMapOvr>
    <a:overrideClrMapping bg1="lt1" tx1="dk1" bg2="lt2" tx2="dk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80AD958-7059-7878-763D-352A86A3319E}"/>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13D5A2F0-345E-4BF8-7DEE-9D0B0A4671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13" name="Rectangle 12">
            <a:extLst>
              <a:ext uri="{FF2B5EF4-FFF2-40B4-BE49-F238E27FC236}">
                <a16:creationId xmlns:a16="http://schemas.microsoft.com/office/drawing/2014/main" id="{C5B79658-2FB7-152E-7263-7073D712CB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5" name="Freeform 7">
            <a:extLst>
              <a:ext uri="{FF2B5EF4-FFF2-40B4-BE49-F238E27FC236}">
                <a16:creationId xmlns:a16="http://schemas.microsoft.com/office/drawing/2014/main" id="{3D1ADAF5-5333-B712-A1E3-B4FBF20B43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endParaRPr>
          </a:p>
        </p:txBody>
      </p:sp>
      <p:sp useBgFill="1">
        <p:nvSpPr>
          <p:cNvPr id="17" name="Freeform: Shape 16">
            <a:extLst>
              <a:ext uri="{FF2B5EF4-FFF2-40B4-BE49-F238E27FC236}">
                <a16:creationId xmlns:a16="http://schemas.microsoft.com/office/drawing/2014/main" id="{051D5474-073A-BA37-8A85-B9316DA9AA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7" cy="5095933"/>
          </a:xfrm>
          <a:custGeom>
            <a:avLst/>
            <a:gdLst>
              <a:gd name="connsiteX0" fmla="*/ 0 w 12192417"/>
              <a:gd name="connsiteY0" fmla="*/ 0 h 5095933"/>
              <a:gd name="connsiteX1" fmla="*/ 71931 w 12192417"/>
              <a:gd name="connsiteY1" fmla="*/ 12261 h 5095933"/>
              <a:gd name="connsiteX2" fmla="*/ 282848 w 12192417"/>
              <a:gd name="connsiteY2" fmla="*/ 48343 h 5095933"/>
              <a:gd name="connsiteX3" fmla="*/ 436463 w 12192417"/>
              <a:gd name="connsiteY3" fmla="*/ 73565 h 5095933"/>
              <a:gd name="connsiteX4" fmla="*/ 619338 w 12192417"/>
              <a:gd name="connsiteY4" fmla="*/ 100188 h 5095933"/>
              <a:gd name="connsiteX5" fmla="*/ 836350 w 12192417"/>
              <a:gd name="connsiteY5" fmla="*/ 132066 h 5095933"/>
              <a:gd name="connsiteX6" fmla="*/ 1076527 w 12192417"/>
              <a:gd name="connsiteY6" fmla="*/ 165696 h 5095933"/>
              <a:gd name="connsiteX7" fmla="*/ 1347183 w 12192417"/>
              <a:gd name="connsiteY7" fmla="*/ 201077 h 5095933"/>
              <a:gd name="connsiteX8" fmla="*/ 1642222 w 12192417"/>
              <a:gd name="connsiteY8" fmla="*/ 238560 h 5095933"/>
              <a:gd name="connsiteX9" fmla="*/ 1962863 w 12192417"/>
              <a:gd name="connsiteY9" fmla="*/ 276043 h 5095933"/>
              <a:gd name="connsiteX10" fmla="*/ 2304231 w 12192417"/>
              <a:gd name="connsiteY10" fmla="*/ 314227 h 5095933"/>
              <a:gd name="connsiteX11" fmla="*/ 2672420 w 12192417"/>
              <a:gd name="connsiteY11" fmla="*/ 349608 h 5095933"/>
              <a:gd name="connsiteX12" fmla="*/ 3057677 w 12192417"/>
              <a:gd name="connsiteY12" fmla="*/ 383588 h 5095933"/>
              <a:gd name="connsiteX13" fmla="*/ 3464880 w 12192417"/>
              <a:gd name="connsiteY13" fmla="*/ 414415 h 5095933"/>
              <a:gd name="connsiteX14" fmla="*/ 3889151 w 12192417"/>
              <a:gd name="connsiteY14" fmla="*/ 443841 h 5095933"/>
              <a:gd name="connsiteX15" fmla="*/ 4331709 w 12192417"/>
              <a:gd name="connsiteY15" fmla="*/ 471515 h 5095933"/>
              <a:gd name="connsiteX16" fmla="*/ 4558475 w 12192417"/>
              <a:gd name="connsiteY16" fmla="*/ 481324 h 5095933"/>
              <a:gd name="connsiteX17" fmla="*/ 4790117 w 12192417"/>
              <a:gd name="connsiteY17" fmla="*/ 492183 h 5095933"/>
              <a:gd name="connsiteX18" fmla="*/ 5025417 w 12192417"/>
              <a:gd name="connsiteY18" fmla="*/ 502342 h 5095933"/>
              <a:gd name="connsiteX19" fmla="*/ 5261936 w 12192417"/>
              <a:gd name="connsiteY19" fmla="*/ 508998 h 5095933"/>
              <a:gd name="connsiteX20" fmla="*/ 5503331 w 12192417"/>
              <a:gd name="connsiteY20" fmla="*/ 514953 h 5095933"/>
              <a:gd name="connsiteX21" fmla="*/ 5747166 w 12192417"/>
              <a:gd name="connsiteY21" fmla="*/ 521259 h 5095933"/>
              <a:gd name="connsiteX22" fmla="*/ 5995876 w 12192417"/>
              <a:gd name="connsiteY22" fmla="*/ 525463 h 5095933"/>
              <a:gd name="connsiteX23" fmla="*/ 6247025 w 12192417"/>
              <a:gd name="connsiteY23" fmla="*/ 525463 h 5095933"/>
              <a:gd name="connsiteX24" fmla="*/ 6500612 w 12192417"/>
              <a:gd name="connsiteY24" fmla="*/ 527565 h 5095933"/>
              <a:gd name="connsiteX25" fmla="*/ 6756638 w 12192417"/>
              <a:gd name="connsiteY25" fmla="*/ 525463 h 5095933"/>
              <a:gd name="connsiteX26" fmla="*/ 7016321 w 12192417"/>
              <a:gd name="connsiteY26" fmla="*/ 521259 h 5095933"/>
              <a:gd name="connsiteX27" fmla="*/ 7276004 w 12192417"/>
              <a:gd name="connsiteY27" fmla="*/ 517406 h 5095933"/>
              <a:gd name="connsiteX28" fmla="*/ 7539344 w 12192417"/>
              <a:gd name="connsiteY28" fmla="*/ 508998 h 5095933"/>
              <a:gd name="connsiteX29" fmla="*/ 7805123 w 12192417"/>
              <a:gd name="connsiteY29" fmla="*/ 500241 h 5095933"/>
              <a:gd name="connsiteX30" fmla="*/ 8070902 w 12192417"/>
              <a:gd name="connsiteY30" fmla="*/ 490082 h 5095933"/>
              <a:gd name="connsiteX31" fmla="*/ 8339120 w 12192417"/>
              <a:gd name="connsiteY31" fmla="*/ 475719 h 5095933"/>
              <a:gd name="connsiteX32" fmla="*/ 8609775 w 12192417"/>
              <a:gd name="connsiteY32" fmla="*/ 458554 h 5095933"/>
              <a:gd name="connsiteX33" fmla="*/ 8881650 w 12192417"/>
              <a:gd name="connsiteY33" fmla="*/ 442089 h 5095933"/>
              <a:gd name="connsiteX34" fmla="*/ 9153525 w 12192417"/>
              <a:gd name="connsiteY34" fmla="*/ 421071 h 5095933"/>
              <a:gd name="connsiteX35" fmla="*/ 9429057 w 12192417"/>
              <a:gd name="connsiteY35" fmla="*/ 395849 h 5095933"/>
              <a:gd name="connsiteX36" fmla="*/ 9700932 w 12192417"/>
              <a:gd name="connsiteY36" fmla="*/ 370626 h 5095933"/>
              <a:gd name="connsiteX37" fmla="*/ 9977683 w 12192417"/>
              <a:gd name="connsiteY37" fmla="*/ 341551 h 5095933"/>
              <a:gd name="connsiteX38" fmla="*/ 10255654 w 12192417"/>
              <a:gd name="connsiteY38" fmla="*/ 309673 h 5095933"/>
              <a:gd name="connsiteX39" fmla="*/ 10529967 w 12192417"/>
              <a:gd name="connsiteY39" fmla="*/ 276043 h 5095933"/>
              <a:gd name="connsiteX40" fmla="*/ 10807938 w 12192417"/>
              <a:gd name="connsiteY40" fmla="*/ 236809 h 5095933"/>
              <a:gd name="connsiteX41" fmla="*/ 11084689 w 12192417"/>
              <a:gd name="connsiteY41" fmla="*/ 194772 h 5095933"/>
              <a:gd name="connsiteX42" fmla="*/ 11362660 w 12192417"/>
              <a:gd name="connsiteY42" fmla="*/ 153085 h 5095933"/>
              <a:gd name="connsiteX43" fmla="*/ 11639411 w 12192417"/>
              <a:gd name="connsiteY43" fmla="*/ 104392 h 5095933"/>
              <a:gd name="connsiteX44" fmla="*/ 11914944 w 12192417"/>
              <a:gd name="connsiteY44" fmla="*/ 54648 h 5095933"/>
              <a:gd name="connsiteX45" fmla="*/ 12191695 w 12192417"/>
              <a:gd name="connsiteY45" fmla="*/ 2452 h 5095933"/>
              <a:gd name="connsiteX46" fmla="*/ 12191695 w 12192417"/>
              <a:gd name="connsiteY46" fmla="*/ 2162231 h 5095933"/>
              <a:gd name="connsiteX47" fmla="*/ 12192417 w 12192417"/>
              <a:gd name="connsiteY47" fmla="*/ 2162231 h 5095933"/>
              <a:gd name="connsiteX48" fmla="*/ 12192417 w 12192417"/>
              <a:gd name="connsiteY48" fmla="*/ 5095933 h 5095933"/>
              <a:gd name="connsiteX49" fmla="*/ 0 w 12192417"/>
              <a:gd name="connsiteY49" fmla="*/ 5095933 h 5095933"/>
              <a:gd name="connsiteX50" fmla="*/ 0 w 12192417"/>
              <a:gd name="connsiteY50" fmla="*/ 2791958 h 5095933"/>
              <a:gd name="connsiteX51" fmla="*/ 0 w 12192417"/>
              <a:gd name="connsiteY51" fmla="*/ 2162231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417" h="5095933">
                <a:moveTo>
                  <a:pt x="0" y="0"/>
                </a:moveTo>
                <a:lnTo>
                  <a:pt x="71931" y="12261"/>
                </a:lnTo>
                <a:lnTo>
                  <a:pt x="282848" y="48343"/>
                </a:lnTo>
                <a:lnTo>
                  <a:pt x="436463" y="73565"/>
                </a:lnTo>
                <a:lnTo>
                  <a:pt x="619338" y="100188"/>
                </a:lnTo>
                <a:lnTo>
                  <a:pt x="836350" y="132066"/>
                </a:lnTo>
                <a:lnTo>
                  <a:pt x="1076527" y="165696"/>
                </a:lnTo>
                <a:lnTo>
                  <a:pt x="1347183" y="201077"/>
                </a:lnTo>
                <a:lnTo>
                  <a:pt x="1642222" y="238560"/>
                </a:lnTo>
                <a:lnTo>
                  <a:pt x="1962863" y="276043"/>
                </a:lnTo>
                <a:lnTo>
                  <a:pt x="2304231" y="314227"/>
                </a:lnTo>
                <a:lnTo>
                  <a:pt x="2672420" y="349608"/>
                </a:lnTo>
                <a:lnTo>
                  <a:pt x="3057677" y="383588"/>
                </a:lnTo>
                <a:lnTo>
                  <a:pt x="3464880" y="414415"/>
                </a:lnTo>
                <a:lnTo>
                  <a:pt x="3889151" y="443841"/>
                </a:lnTo>
                <a:lnTo>
                  <a:pt x="4331709" y="471515"/>
                </a:lnTo>
                <a:lnTo>
                  <a:pt x="4558475" y="481324"/>
                </a:lnTo>
                <a:lnTo>
                  <a:pt x="4790117" y="492183"/>
                </a:lnTo>
                <a:lnTo>
                  <a:pt x="5025417" y="502342"/>
                </a:lnTo>
                <a:lnTo>
                  <a:pt x="5261936" y="508998"/>
                </a:lnTo>
                <a:lnTo>
                  <a:pt x="5503331" y="514953"/>
                </a:lnTo>
                <a:lnTo>
                  <a:pt x="5747166" y="521259"/>
                </a:lnTo>
                <a:lnTo>
                  <a:pt x="5995876" y="525463"/>
                </a:lnTo>
                <a:lnTo>
                  <a:pt x="6247025" y="525463"/>
                </a:lnTo>
                <a:lnTo>
                  <a:pt x="6500612" y="527565"/>
                </a:lnTo>
                <a:lnTo>
                  <a:pt x="6756638" y="525463"/>
                </a:lnTo>
                <a:lnTo>
                  <a:pt x="7016321" y="521259"/>
                </a:lnTo>
                <a:lnTo>
                  <a:pt x="7276004" y="517406"/>
                </a:lnTo>
                <a:lnTo>
                  <a:pt x="7539344" y="508998"/>
                </a:lnTo>
                <a:lnTo>
                  <a:pt x="7805123" y="500241"/>
                </a:lnTo>
                <a:lnTo>
                  <a:pt x="8070902" y="490082"/>
                </a:lnTo>
                <a:lnTo>
                  <a:pt x="8339120" y="475719"/>
                </a:lnTo>
                <a:lnTo>
                  <a:pt x="8609775" y="458554"/>
                </a:lnTo>
                <a:lnTo>
                  <a:pt x="8881650" y="442089"/>
                </a:lnTo>
                <a:lnTo>
                  <a:pt x="9153525" y="421071"/>
                </a:lnTo>
                <a:lnTo>
                  <a:pt x="9429057" y="395849"/>
                </a:lnTo>
                <a:lnTo>
                  <a:pt x="9700932" y="370626"/>
                </a:lnTo>
                <a:lnTo>
                  <a:pt x="9977683" y="341551"/>
                </a:lnTo>
                <a:lnTo>
                  <a:pt x="10255654" y="309673"/>
                </a:lnTo>
                <a:lnTo>
                  <a:pt x="10529967" y="276043"/>
                </a:lnTo>
                <a:lnTo>
                  <a:pt x="10807938" y="236809"/>
                </a:lnTo>
                <a:lnTo>
                  <a:pt x="11084689" y="194772"/>
                </a:lnTo>
                <a:lnTo>
                  <a:pt x="11362660" y="153085"/>
                </a:lnTo>
                <a:lnTo>
                  <a:pt x="11639411" y="104392"/>
                </a:lnTo>
                <a:lnTo>
                  <a:pt x="11914944" y="54648"/>
                </a:lnTo>
                <a:lnTo>
                  <a:pt x="12191695" y="2452"/>
                </a:lnTo>
                <a:lnTo>
                  <a:pt x="12191695" y="2162231"/>
                </a:lnTo>
                <a:lnTo>
                  <a:pt x="12192417" y="2162231"/>
                </a:lnTo>
                <a:lnTo>
                  <a:pt x="12192417" y="5095933"/>
                </a:lnTo>
                <a:lnTo>
                  <a:pt x="0" y="5095933"/>
                </a:lnTo>
                <a:lnTo>
                  <a:pt x="0" y="2791958"/>
                </a:lnTo>
                <a:lnTo>
                  <a:pt x="0" y="2162231"/>
                </a:lnTo>
                <a:close/>
              </a:path>
            </a:pathLst>
          </a:custGeom>
          <a:ln>
            <a:noFill/>
          </a:ln>
        </p:spPr>
        <p:txBody>
          <a:bodyPr/>
          <a:lstStyle/>
          <a:p>
            <a:endParaRPr lang="en-GB"/>
          </a:p>
        </p:txBody>
      </p:sp>
      <p:sp>
        <p:nvSpPr>
          <p:cNvPr id="4" name="Title 3">
            <a:extLst>
              <a:ext uri="{FF2B5EF4-FFF2-40B4-BE49-F238E27FC236}">
                <a16:creationId xmlns:a16="http://schemas.microsoft.com/office/drawing/2014/main" id="{9FBA45BC-D4CA-2A92-5988-F586C6CC92FD}"/>
              </a:ext>
            </a:extLst>
          </p:cNvPr>
          <p:cNvSpPr>
            <a:spLocks noGrp="1"/>
          </p:cNvSpPr>
          <p:nvPr>
            <p:ph type="title"/>
          </p:nvPr>
        </p:nvSpPr>
        <p:spPr>
          <a:xfrm>
            <a:off x="1103312" y="452718"/>
            <a:ext cx="8947522" cy="1400530"/>
          </a:xfrm>
        </p:spPr>
        <p:txBody>
          <a:bodyPr vert="horz" lIns="91440" tIns="45720" rIns="91440" bIns="45720" rtlCol="0" anchor="ctr">
            <a:normAutofit/>
          </a:bodyPr>
          <a:lstStyle/>
          <a:p>
            <a:r>
              <a:rPr lang="en-US" dirty="0">
                <a:solidFill>
                  <a:srgbClr val="FFFFFF"/>
                </a:solidFill>
              </a:rPr>
              <a:t>8</a:t>
            </a:r>
            <a:r>
              <a:rPr lang="en-US" b="0" i="0" u="none" strike="noStrike" kern="1200" dirty="0">
                <a:solidFill>
                  <a:srgbClr val="FFFFFF"/>
                </a:solidFill>
                <a:effectLst/>
                <a:latin typeface="+mj-lt"/>
                <a:ea typeface="+mj-ea"/>
                <a:cs typeface="+mj-cs"/>
              </a:rPr>
              <a:t>. Connecting to DAWN</a:t>
            </a:r>
            <a:endParaRPr lang="en-US" b="0" i="0" kern="1200" dirty="0">
              <a:solidFill>
                <a:srgbClr val="FFFFFF"/>
              </a:solidFill>
              <a:latin typeface="+mj-lt"/>
              <a:ea typeface="+mj-ea"/>
              <a:cs typeface="+mj-cs"/>
            </a:endParaRPr>
          </a:p>
        </p:txBody>
      </p:sp>
      <p:sp>
        <p:nvSpPr>
          <p:cNvPr id="6" name="TextBox 5">
            <a:extLst>
              <a:ext uri="{FF2B5EF4-FFF2-40B4-BE49-F238E27FC236}">
                <a16:creationId xmlns:a16="http://schemas.microsoft.com/office/drawing/2014/main" id="{805630B0-DDA7-9247-1187-3350938E49BA}"/>
              </a:ext>
            </a:extLst>
          </p:cNvPr>
          <p:cNvSpPr txBox="1"/>
          <p:nvPr/>
        </p:nvSpPr>
        <p:spPr>
          <a:xfrm>
            <a:off x="1103312" y="2763520"/>
            <a:ext cx="8946541" cy="3484879"/>
          </a:xfrm>
          <a:prstGeom prst="rect">
            <a:avLst/>
          </a:prstGeom>
        </p:spPr>
        <p:txBody>
          <a:bodyPr vert="horz" lIns="91440" tIns="45720" rIns="91440" bIns="45720" rtlCol="0">
            <a:normAutofit/>
          </a:bodyPr>
          <a:lstStyle/>
          <a:p>
            <a:r>
              <a:rPr lang="en-GB" dirty="0"/>
              <a:t>After Entering the code, the browser will show Information about the request and access you are granting.</a:t>
            </a:r>
          </a:p>
          <a:p>
            <a:r>
              <a:rPr lang="en-US" sz="1600" dirty="0"/>
              <a:t>.</a:t>
            </a:r>
          </a:p>
        </p:txBody>
      </p:sp>
      <p:pic>
        <p:nvPicPr>
          <p:cNvPr id="2" name="Picture 1" descr="A red letters in space&#10;&#10;AI-generated content may be incorrect.">
            <a:extLst>
              <a:ext uri="{FF2B5EF4-FFF2-40B4-BE49-F238E27FC236}">
                <a16:creationId xmlns:a16="http://schemas.microsoft.com/office/drawing/2014/main" id="{3E517BA1-3F63-8638-F858-A742130D4B83}"/>
              </a:ext>
            </a:extLst>
          </p:cNvPr>
          <p:cNvPicPr>
            <a:picLocks noChangeAspect="1"/>
          </p:cNvPicPr>
          <p:nvPr/>
        </p:nvPicPr>
        <p:blipFill>
          <a:blip r:embed="rId2"/>
          <a:stretch>
            <a:fillRect/>
          </a:stretch>
        </p:blipFill>
        <p:spPr>
          <a:xfrm>
            <a:off x="9981746" y="6359346"/>
            <a:ext cx="2193472" cy="480452"/>
          </a:xfrm>
          <a:prstGeom prst="rect">
            <a:avLst/>
          </a:prstGeom>
        </p:spPr>
      </p:pic>
      <p:sp>
        <p:nvSpPr>
          <p:cNvPr id="7" name="Slide Number Placeholder 5">
            <a:extLst>
              <a:ext uri="{FF2B5EF4-FFF2-40B4-BE49-F238E27FC236}">
                <a16:creationId xmlns:a16="http://schemas.microsoft.com/office/drawing/2014/main" id="{1F203295-4599-0AA5-AC06-6B0E47109C8F}"/>
              </a:ext>
            </a:extLst>
          </p:cNvPr>
          <p:cNvSpPr>
            <a:spLocks noGrp="1"/>
          </p:cNvSpPr>
          <p:nvPr>
            <p:ph type="sldNum" sz="quarter" idx="12"/>
          </p:nvPr>
        </p:nvSpPr>
        <p:spPr>
          <a:xfrm>
            <a:off x="10352540" y="295729"/>
            <a:ext cx="838199" cy="767687"/>
          </a:xfrm>
        </p:spPr>
        <p:txBody>
          <a:bodyPr vert="horz" lIns="91440" tIns="45720" rIns="91440" bIns="45720" rtlCol="0" anchor="b">
            <a:normAutofit/>
          </a:bodyPr>
          <a:lstStyle/>
          <a:p>
            <a:pPr>
              <a:spcAft>
                <a:spcPts val="600"/>
              </a:spcAft>
            </a:pPr>
            <a:fld id="{58FB4751-880F-D840-AAA9-3A15815CC996}" type="slidenum">
              <a:rPr lang="en-US" b="0" i="0" kern="1200">
                <a:solidFill>
                  <a:srgbClr val="FFFFFF"/>
                </a:solidFill>
                <a:latin typeface="+mn-lt"/>
                <a:ea typeface="+mn-ea"/>
                <a:cs typeface="+mn-cs"/>
              </a:rPr>
              <a:pPr>
                <a:spcAft>
                  <a:spcPts val="600"/>
                </a:spcAft>
              </a:pPr>
              <a:t>11</a:t>
            </a:fld>
            <a:endParaRPr lang="en-US" b="0" i="0" kern="1200" dirty="0">
              <a:solidFill>
                <a:srgbClr val="FFFFFF"/>
              </a:solidFill>
              <a:latin typeface="+mn-lt"/>
              <a:ea typeface="+mn-ea"/>
              <a:cs typeface="+mn-cs"/>
            </a:endParaRPr>
          </a:p>
        </p:txBody>
      </p:sp>
      <p:pic>
        <p:nvPicPr>
          <p:cNvPr id="4098" name="Picture 2" descr="dawn VS Tunnel connection 5">
            <a:extLst>
              <a:ext uri="{FF2B5EF4-FFF2-40B4-BE49-F238E27FC236}">
                <a16:creationId xmlns:a16="http://schemas.microsoft.com/office/drawing/2014/main" id="{5C081034-8653-8527-7346-2F121FC64F3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24082" y="3429000"/>
            <a:ext cx="4422775" cy="31947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12820880"/>
      </p:ext>
    </p:extLst>
  </p:cSld>
  <p:clrMapOvr>
    <a:overrideClrMapping bg1="lt1" tx1="dk1" bg2="lt2" tx2="dk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A6A142E-2EF3-85CD-5E9D-591DB8D2F754}"/>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FDB52EEA-7740-9F72-F664-D9085ABF73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13" name="Rectangle 12">
            <a:extLst>
              <a:ext uri="{FF2B5EF4-FFF2-40B4-BE49-F238E27FC236}">
                <a16:creationId xmlns:a16="http://schemas.microsoft.com/office/drawing/2014/main" id="{ABF27E27-CB5D-F90C-F329-AC94AC7418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5" name="Freeform 7">
            <a:extLst>
              <a:ext uri="{FF2B5EF4-FFF2-40B4-BE49-F238E27FC236}">
                <a16:creationId xmlns:a16="http://schemas.microsoft.com/office/drawing/2014/main" id="{5EA4C363-8545-3E4C-A01C-BC9FBC2AD9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endParaRPr>
          </a:p>
        </p:txBody>
      </p:sp>
      <p:sp useBgFill="1">
        <p:nvSpPr>
          <p:cNvPr id="17" name="Freeform: Shape 16">
            <a:extLst>
              <a:ext uri="{FF2B5EF4-FFF2-40B4-BE49-F238E27FC236}">
                <a16:creationId xmlns:a16="http://schemas.microsoft.com/office/drawing/2014/main" id="{165064AC-0F1A-13B2-B09C-590E94C61C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7" cy="5095933"/>
          </a:xfrm>
          <a:custGeom>
            <a:avLst/>
            <a:gdLst>
              <a:gd name="connsiteX0" fmla="*/ 0 w 12192417"/>
              <a:gd name="connsiteY0" fmla="*/ 0 h 5095933"/>
              <a:gd name="connsiteX1" fmla="*/ 71931 w 12192417"/>
              <a:gd name="connsiteY1" fmla="*/ 12261 h 5095933"/>
              <a:gd name="connsiteX2" fmla="*/ 282848 w 12192417"/>
              <a:gd name="connsiteY2" fmla="*/ 48343 h 5095933"/>
              <a:gd name="connsiteX3" fmla="*/ 436463 w 12192417"/>
              <a:gd name="connsiteY3" fmla="*/ 73565 h 5095933"/>
              <a:gd name="connsiteX4" fmla="*/ 619338 w 12192417"/>
              <a:gd name="connsiteY4" fmla="*/ 100188 h 5095933"/>
              <a:gd name="connsiteX5" fmla="*/ 836350 w 12192417"/>
              <a:gd name="connsiteY5" fmla="*/ 132066 h 5095933"/>
              <a:gd name="connsiteX6" fmla="*/ 1076527 w 12192417"/>
              <a:gd name="connsiteY6" fmla="*/ 165696 h 5095933"/>
              <a:gd name="connsiteX7" fmla="*/ 1347183 w 12192417"/>
              <a:gd name="connsiteY7" fmla="*/ 201077 h 5095933"/>
              <a:gd name="connsiteX8" fmla="*/ 1642222 w 12192417"/>
              <a:gd name="connsiteY8" fmla="*/ 238560 h 5095933"/>
              <a:gd name="connsiteX9" fmla="*/ 1962863 w 12192417"/>
              <a:gd name="connsiteY9" fmla="*/ 276043 h 5095933"/>
              <a:gd name="connsiteX10" fmla="*/ 2304231 w 12192417"/>
              <a:gd name="connsiteY10" fmla="*/ 314227 h 5095933"/>
              <a:gd name="connsiteX11" fmla="*/ 2672420 w 12192417"/>
              <a:gd name="connsiteY11" fmla="*/ 349608 h 5095933"/>
              <a:gd name="connsiteX12" fmla="*/ 3057677 w 12192417"/>
              <a:gd name="connsiteY12" fmla="*/ 383588 h 5095933"/>
              <a:gd name="connsiteX13" fmla="*/ 3464880 w 12192417"/>
              <a:gd name="connsiteY13" fmla="*/ 414415 h 5095933"/>
              <a:gd name="connsiteX14" fmla="*/ 3889151 w 12192417"/>
              <a:gd name="connsiteY14" fmla="*/ 443841 h 5095933"/>
              <a:gd name="connsiteX15" fmla="*/ 4331709 w 12192417"/>
              <a:gd name="connsiteY15" fmla="*/ 471515 h 5095933"/>
              <a:gd name="connsiteX16" fmla="*/ 4558475 w 12192417"/>
              <a:gd name="connsiteY16" fmla="*/ 481324 h 5095933"/>
              <a:gd name="connsiteX17" fmla="*/ 4790117 w 12192417"/>
              <a:gd name="connsiteY17" fmla="*/ 492183 h 5095933"/>
              <a:gd name="connsiteX18" fmla="*/ 5025417 w 12192417"/>
              <a:gd name="connsiteY18" fmla="*/ 502342 h 5095933"/>
              <a:gd name="connsiteX19" fmla="*/ 5261936 w 12192417"/>
              <a:gd name="connsiteY19" fmla="*/ 508998 h 5095933"/>
              <a:gd name="connsiteX20" fmla="*/ 5503331 w 12192417"/>
              <a:gd name="connsiteY20" fmla="*/ 514953 h 5095933"/>
              <a:gd name="connsiteX21" fmla="*/ 5747166 w 12192417"/>
              <a:gd name="connsiteY21" fmla="*/ 521259 h 5095933"/>
              <a:gd name="connsiteX22" fmla="*/ 5995876 w 12192417"/>
              <a:gd name="connsiteY22" fmla="*/ 525463 h 5095933"/>
              <a:gd name="connsiteX23" fmla="*/ 6247025 w 12192417"/>
              <a:gd name="connsiteY23" fmla="*/ 525463 h 5095933"/>
              <a:gd name="connsiteX24" fmla="*/ 6500612 w 12192417"/>
              <a:gd name="connsiteY24" fmla="*/ 527565 h 5095933"/>
              <a:gd name="connsiteX25" fmla="*/ 6756638 w 12192417"/>
              <a:gd name="connsiteY25" fmla="*/ 525463 h 5095933"/>
              <a:gd name="connsiteX26" fmla="*/ 7016321 w 12192417"/>
              <a:gd name="connsiteY26" fmla="*/ 521259 h 5095933"/>
              <a:gd name="connsiteX27" fmla="*/ 7276004 w 12192417"/>
              <a:gd name="connsiteY27" fmla="*/ 517406 h 5095933"/>
              <a:gd name="connsiteX28" fmla="*/ 7539344 w 12192417"/>
              <a:gd name="connsiteY28" fmla="*/ 508998 h 5095933"/>
              <a:gd name="connsiteX29" fmla="*/ 7805123 w 12192417"/>
              <a:gd name="connsiteY29" fmla="*/ 500241 h 5095933"/>
              <a:gd name="connsiteX30" fmla="*/ 8070902 w 12192417"/>
              <a:gd name="connsiteY30" fmla="*/ 490082 h 5095933"/>
              <a:gd name="connsiteX31" fmla="*/ 8339120 w 12192417"/>
              <a:gd name="connsiteY31" fmla="*/ 475719 h 5095933"/>
              <a:gd name="connsiteX32" fmla="*/ 8609775 w 12192417"/>
              <a:gd name="connsiteY32" fmla="*/ 458554 h 5095933"/>
              <a:gd name="connsiteX33" fmla="*/ 8881650 w 12192417"/>
              <a:gd name="connsiteY33" fmla="*/ 442089 h 5095933"/>
              <a:gd name="connsiteX34" fmla="*/ 9153525 w 12192417"/>
              <a:gd name="connsiteY34" fmla="*/ 421071 h 5095933"/>
              <a:gd name="connsiteX35" fmla="*/ 9429057 w 12192417"/>
              <a:gd name="connsiteY35" fmla="*/ 395849 h 5095933"/>
              <a:gd name="connsiteX36" fmla="*/ 9700932 w 12192417"/>
              <a:gd name="connsiteY36" fmla="*/ 370626 h 5095933"/>
              <a:gd name="connsiteX37" fmla="*/ 9977683 w 12192417"/>
              <a:gd name="connsiteY37" fmla="*/ 341551 h 5095933"/>
              <a:gd name="connsiteX38" fmla="*/ 10255654 w 12192417"/>
              <a:gd name="connsiteY38" fmla="*/ 309673 h 5095933"/>
              <a:gd name="connsiteX39" fmla="*/ 10529967 w 12192417"/>
              <a:gd name="connsiteY39" fmla="*/ 276043 h 5095933"/>
              <a:gd name="connsiteX40" fmla="*/ 10807938 w 12192417"/>
              <a:gd name="connsiteY40" fmla="*/ 236809 h 5095933"/>
              <a:gd name="connsiteX41" fmla="*/ 11084689 w 12192417"/>
              <a:gd name="connsiteY41" fmla="*/ 194772 h 5095933"/>
              <a:gd name="connsiteX42" fmla="*/ 11362660 w 12192417"/>
              <a:gd name="connsiteY42" fmla="*/ 153085 h 5095933"/>
              <a:gd name="connsiteX43" fmla="*/ 11639411 w 12192417"/>
              <a:gd name="connsiteY43" fmla="*/ 104392 h 5095933"/>
              <a:gd name="connsiteX44" fmla="*/ 11914944 w 12192417"/>
              <a:gd name="connsiteY44" fmla="*/ 54648 h 5095933"/>
              <a:gd name="connsiteX45" fmla="*/ 12191695 w 12192417"/>
              <a:gd name="connsiteY45" fmla="*/ 2452 h 5095933"/>
              <a:gd name="connsiteX46" fmla="*/ 12191695 w 12192417"/>
              <a:gd name="connsiteY46" fmla="*/ 2162231 h 5095933"/>
              <a:gd name="connsiteX47" fmla="*/ 12192417 w 12192417"/>
              <a:gd name="connsiteY47" fmla="*/ 2162231 h 5095933"/>
              <a:gd name="connsiteX48" fmla="*/ 12192417 w 12192417"/>
              <a:gd name="connsiteY48" fmla="*/ 5095933 h 5095933"/>
              <a:gd name="connsiteX49" fmla="*/ 0 w 12192417"/>
              <a:gd name="connsiteY49" fmla="*/ 5095933 h 5095933"/>
              <a:gd name="connsiteX50" fmla="*/ 0 w 12192417"/>
              <a:gd name="connsiteY50" fmla="*/ 2791958 h 5095933"/>
              <a:gd name="connsiteX51" fmla="*/ 0 w 12192417"/>
              <a:gd name="connsiteY51" fmla="*/ 2162231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417" h="5095933">
                <a:moveTo>
                  <a:pt x="0" y="0"/>
                </a:moveTo>
                <a:lnTo>
                  <a:pt x="71931" y="12261"/>
                </a:lnTo>
                <a:lnTo>
                  <a:pt x="282848" y="48343"/>
                </a:lnTo>
                <a:lnTo>
                  <a:pt x="436463" y="73565"/>
                </a:lnTo>
                <a:lnTo>
                  <a:pt x="619338" y="100188"/>
                </a:lnTo>
                <a:lnTo>
                  <a:pt x="836350" y="132066"/>
                </a:lnTo>
                <a:lnTo>
                  <a:pt x="1076527" y="165696"/>
                </a:lnTo>
                <a:lnTo>
                  <a:pt x="1347183" y="201077"/>
                </a:lnTo>
                <a:lnTo>
                  <a:pt x="1642222" y="238560"/>
                </a:lnTo>
                <a:lnTo>
                  <a:pt x="1962863" y="276043"/>
                </a:lnTo>
                <a:lnTo>
                  <a:pt x="2304231" y="314227"/>
                </a:lnTo>
                <a:lnTo>
                  <a:pt x="2672420" y="349608"/>
                </a:lnTo>
                <a:lnTo>
                  <a:pt x="3057677" y="383588"/>
                </a:lnTo>
                <a:lnTo>
                  <a:pt x="3464880" y="414415"/>
                </a:lnTo>
                <a:lnTo>
                  <a:pt x="3889151" y="443841"/>
                </a:lnTo>
                <a:lnTo>
                  <a:pt x="4331709" y="471515"/>
                </a:lnTo>
                <a:lnTo>
                  <a:pt x="4558475" y="481324"/>
                </a:lnTo>
                <a:lnTo>
                  <a:pt x="4790117" y="492183"/>
                </a:lnTo>
                <a:lnTo>
                  <a:pt x="5025417" y="502342"/>
                </a:lnTo>
                <a:lnTo>
                  <a:pt x="5261936" y="508998"/>
                </a:lnTo>
                <a:lnTo>
                  <a:pt x="5503331" y="514953"/>
                </a:lnTo>
                <a:lnTo>
                  <a:pt x="5747166" y="521259"/>
                </a:lnTo>
                <a:lnTo>
                  <a:pt x="5995876" y="525463"/>
                </a:lnTo>
                <a:lnTo>
                  <a:pt x="6247025" y="525463"/>
                </a:lnTo>
                <a:lnTo>
                  <a:pt x="6500612" y="527565"/>
                </a:lnTo>
                <a:lnTo>
                  <a:pt x="6756638" y="525463"/>
                </a:lnTo>
                <a:lnTo>
                  <a:pt x="7016321" y="521259"/>
                </a:lnTo>
                <a:lnTo>
                  <a:pt x="7276004" y="517406"/>
                </a:lnTo>
                <a:lnTo>
                  <a:pt x="7539344" y="508998"/>
                </a:lnTo>
                <a:lnTo>
                  <a:pt x="7805123" y="500241"/>
                </a:lnTo>
                <a:lnTo>
                  <a:pt x="8070902" y="490082"/>
                </a:lnTo>
                <a:lnTo>
                  <a:pt x="8339120" y="475719"/>
                </a:lnTo>
                <a:lnTo>
                  <a:pt x="8609775" y="458554"/>
                </a:lnTo>
                <a:lnTo>
                  <a:pt x="8881650" y="442089"/>
                </a:lnTo>
                <a:lnTo>
                  <a:pt x="9153525" y="421071"/>
                </a:lnTo>
                <a:lnTo>
                  <a:pt x="9429057" y="395849"/>
                </a:lnTo>
                <a:lnTo>
                  <a:pt x="9700932" y="370626"/>
                </a:lnTo>
                <a:lnTo>
                  <a:pt x="9977683" y="341551"/>
                </a:lnTo>
                <a:lnTo>
                  <a:pt x="10255654" y="309673"/>
                </a:lnTo>
                <a:lnTo>
                  <a:pt x="10529967" y="276043"/>
                </a:lnTo>
                <a:lnTo>
                  <a:pt x="10807938" y="236809"/>
                </a:lnTo>
                <a:lnTo>
                  <a:pt x="11084689" y="194772"/>
                </a:lnTo>
                <a:lnTo>
                  <a:pt x="11362660" y="153085"/>
                </a:lnTo>
                <a:lnTo>
                  <a:pt x="11639411" y="104392"/>
                </a:lnTo>
                <a:lnTo>
                  <a:pt x="11914944" y="54648"/>
                </a:lnTo>
                <a:lnTo>
                  <a:pt x="12191695" y="2452"/>
                </a:lnTo>
                <a:lnTo>
                  <a:pt x="12191695" y="2162231"/>
                </a:lnTo>
                <a:lnTo>
                  <a:pt x="12192417" y="2162231"/>
                </a:lnTo>
                <a:lnTo>
                  <a:pt x="12192417" y="5095933"/>
                </a:lnTo>
                <a:lnTo>
                  <a:pt x="0" y="5095933"/>
                </a:lnTo>
                <a:lnTo>
                  <a:pt x="0" y="2791958"/>
                </a:lnTo>
                <a:lnTo>
                  <a:pt x="0" y="2162231"/>
                </a:lnTo>
                <a:close/>
              </a:path>
            </a:pathLst>
          </a:custGeom>
          <a:ln>
            <a:noFill/>
          </a:ln>
        </p:spPr>
        <p:txBody>
          <a:bodyPr/>
          <a:lstStyle/>
          <a:p>
            <a:endParaRPr lang="en-GB"/>
          </a:p>
        </p:txBody>
      </p:sp>
      <p:sp>
        <p:nvSpPr>
          <p:cNvPr id="4" name="Title 3">
            <a:extLst>
              <a:ext uri="{FF2B5EF4-FFF2-40B4-BE49-F238E27FC236}">
                <a16:creationId xmlns:a16="http://schemas.microsoft.com/office/drawing/2014/main" id="{3D97F6E2-4BA6-BCF8-065C-802B129F9788}"/>
              </a:ext>
            </a:extLst>
          </p:cNvPr>
          <p:cNvSpPr>
            <a:spLocks noGrp="1"/>
          </p:cNvSpPr>
          <p:nvPr>
            <p:ph type="title"/>
          </p:nvPr>
        </p:nvSpPr>
        <p:spPr>
          <a:xfrm>
            <a:off x="1103312" y="452718"/>
            <a:ext cx="8947522" cy="1400530"/>
          </a:xfrm>
        </p:spPr>
        <p:txBody>
          <a:bodyPr vert="horz" lIns="91440" tIns="45720" rIns="91440" bIns="45720" rtlCol="0" anchor="ctr">
            <a:normAutofit/>
          </a:bodyPr>
          <a:lstStyle/>
          <a:p>
            <a:r>
              <a:rPr lang="en-US" dirty="0">
                <a:solidFill>
                  <a:srgbClr val="FFFFFF"/>
                </a:solidFill>
              </a:rPr>
              <a:t>9</a:t>
            </a:r>
            <a:r>
              <a:rPr lang="en-US" b="0" i="0" u="none" strike="noStrike" kern="1200" dirty="0">
                <a:solidFill>
                  <a:srgbClr val="FFFFFF"/>
                </a:solidFill>
                <a:effectLst/>
                <a:latin typeface="+mj-lt"/>
                <a:ea typeface="+mj-ea"/>
                <a:cs typeface="+mj-cs"/>
              </a:rPr>
              <a:t>. Authorize VS Code</a:t>
            </a:r>
            <a:endParaRPr lang="en-US" b="0" i="0" kern="1200" dirty="0">
              <a:solidFill>
                <a:srgbClr val="FFFFFF"/>
              </a:solidFill>
              <a:latin typeface="+mj-lt"/>
              <a:ea typeface="+mj-ea"/>
              <a:cs typeface="+mj-cs"/>
            </a:endParaRPr>
          </a:p>
        </p:txBody>
      </p:sp>
      <p:sp>
        <p:nvSpPr>
          <p:cNvPr id="6" name="TextBox 5">
            <a:extLst>
              <a:ext uri="{FF2B5EF4-FFF2-40B4-BE49-F238E27FC236}">
                <a16:creationId xmlns:a16="http://schemas.microsoft.com/office/drawing/2014/main" id="{CB06F269-BAC4-7DEB-5A8B-E3F8B92B1C7C}"/>
              </a:ext>
            </a:extLst>
          </p:cNvPr>
          <p:cNvSpPr txBox="1"/>
          <p:nvPr/>
        </p:nvSpPr>
        <p:spPr>
          <a:xfrm>
            <a:off x="1103312" y="2763520"/>
            <a:ext cx="8946541" cy="3484879"/>
          </a:xfrm>
          <a:prstGeom prst="rect">
            <a:avLst/>
          </a:prstGeom>
        </p:spPr>
        <p:txBody>
          <a:bodyPr vert="horz" lIns="91440" tIns="45720" rIns="91440" bIns="45720" rtlCol="0">
            <a:normAutofit/>
          </a:bodyPr>
          <a:lstStyle/>
          <a:p>
            <a:r>
              <a:rPr lang="en-GB" dirty="0"/>
              <a:t>The</a:t>
            </a:r>
            <a:r>
              <a:rPr lang="en-US" sz="1600" dirty="0"/>
              <a:t>.</a:t>
            </a:r>
          </a:p>
        </p:txBody>
      </p:sp>
      <p:pic>
        <p:nvPicPr>
          <p:cNvPr id="2" name="Picture 1" descr="A red letters in space&#10;&#10;AI-generated content may be incorrect.">
            <a:extLst>
              <a:ext uri="{FF2B5EF4-FFF2-40B4-BE49-F238E27FC236}">
                <a16:creationId xmlns:a16="http://schemas.microsoft.com/office/drawing/2014/main" id="{913B2144-AD62-23B3-57C5-6FA7E41951DC}"/>
              </a:ext>
            </a:extLst>
          </p:cNvPr>
          <p:cNvPicPr>
            <a:picLocks noChangeAspect="1"/>
          </p:cNvPicPr>
          <p:nvPr/>
        </p:nvPicPr>
        <p:blipFill>
          <a:blip r:embed="rId2"/>
          <a:stretch>
            <a:fillRect/>
          </a:stretch>
        </p:blipFill>
        <p:spPr>
          <a:xfrm>
            <a:off x="9981746" y="6359346"/>
            <a:ext cx="2193472" cy="480452"/>
          </a:xfrm>
          <a:prstGeom prst="rect">
            <a:avLst/>
          </a:prstGeom>
        </p:spPr>
      </p:pic>
      <p:sp>
        <p:nvSpPr>
          <p:cNvPr id="7" name="Slide Number Placeholder 5">
            <a:extLst>
              <a:ext uri="{FF2B5EF4-FFF2-40B4-BE49-F238E27FC236}">
                <a16:creationId xmlns:a16="http://schemas.microsoft.com/office/drawing/2014/main" id="{198E83D2-E36C-432E-52D2-83E61428289D}"/>
              </a:ext>
            </a:extLst>
          </p:cNvPr>
          <p:cNvSpPr>
            <a:spLocks noGrp="1"/>
          </p:cNvSpPr>
          <p:nvPr>
            <p:ph type="sldNum" sz="quarter" idx="12"/>
          </p:nvPr>
        </p:nvSpPr>
        <p:spPr>
          <a:xfrm>
            <a:off x="10352540" y="295729"/>
            <a:ext cx="838199" cy="767687"/>
          </a:xfrm>
        </p:spPr>
        <p:txBody>
          <a:bodyPr vert="horz" lIns="91440" tIns="45720" rIns="91440" bIns="45720" rtlCol="0" anchor="b">
            <a:normAutofit/>
          </a:bodyPr>
          <a:lstStyle/>
          <a:p>
            <a:pPr>
              <a:spcAft>
                <a:spcPts val="600"/>
              </a:spcAft>
            </a:pPr>
            <a:fld id="{58FB4751-880F-D840-AAA9-3A15815CC996}" type="slidenum">
              <a:rPr lang="en-US" b="0" i="0" kern="1200">
                <a:solidFill>
                  <a:srgbClr val="FFFFFF"/>
                </a:solidFill>
                <a:latin typeface="+mn-lt"/>
                <a:ea typeface="+mn-ea"/>
                <a:cs typeface="+mn-cs"/>
              </a:rPr>
              <a:pPr>
                <a:spcAft>
                  <a:spcPts val="600"/>
                </a:spcAft>
              </a:pPr>
              <a:t>12</a:t>
            </a:fld>
            <a:endParaRPr lang="en-US" b="0" i="0" kern="1200" dirty="0">
              <a:solidFill>
                <a:srgbClr val="FFFFFF"/>
              </a:solidFill>
              <a:latin typeface="+mn-lt"/>
              <a:ea typeface="+mn-ea"/>
              <a:cs typeface="+mn-cs"/>
            </a:endParaRPr>
          </a:p>
        </p:txBody>
      </p:sp>
      <p:pic>
        <p:nvPicPr>
          <p:cNvPr id="5" name="Picture 4">
            <a:extLst>
              <a:ext uri="{FF2B5EF4-FFF2-40B4-BE49-F238E27FC236}">
                <a16:creationId xmlns:a16="http://schemas.microsoft.com/office/drawing/2014/main" id="{6CE9ED60-4D26-6340-5F6F-0DA5B0CB9703}"/>
              </a:ext>
            </a:extLst>
          </p:cNvPr>
          <p:cNvPicPr>
            <a:picLocks noChangeAspect="1"/>
          </p:cNvPicPr>
          <p:nvPr/>
        </p:nvPicPr>
        <p:blipFill>
          <a:blip r:embed="rId3"/>
          <a:stretch>
            <a:fillRect/>
          </a:stretch>
        </p:blipFill>
        <p:spPr>
          <a:xfrm>
            <a:off x="966787" y="2652573"/>
            <a:ext cx="4179987" cy="1269187"/>
          </a:xfrm>
          <a:prstGeom prst="rect">
            <a:avLst/>
          </a:prstGeom>
        </p:spPr>
      </p:pic>
      <p:pic>
        <p:nvPicPr>
          <p:cNvPr id="5124" name="Picture 4" descr="dawn VS Tunnel connection 7">
            <a:extLst>
              <a:ext uri="{FF2B5EF4-FFF2-40B4-BE49-F238E27FC236}">
                <a16:creationId xmlns:a16="http://schemas.microsoft.com/office/drawing/2014/main" id="{1C8F58D3-7D1D-C82E-8C72-B7DFCE68600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66787" y="4178907"/>
            <a:ext cx="4536252" cy="20525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57665044"/>
      </p:ext>
    </p:extLst>
  </p:cSld>
  <p:clrMapOvr>
    <a:overrideClrMapping bg1="lt1" tx1="dk1" bg2="lt2" tx2="dk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377FDF1-B667-9FEA-C2D3-C26AC6BCB650}"/>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D89EF997-44B2-FD32-A7D4-C648CF2D4A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13" name="Rectangle 12">
            <a:extLst>
              <a:ext uri="{FF2B5EF4-FFF2-40B4-BE49-F238E27FC236}">
                <a16:creationId xmlns:a16="http://schemas.microsoft.com/office/drawing/2014/main" id="{ACDD1480-884D-043A-368E-65CE8CE6D5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5" name="Freeform 7">
            <a:extLst>
              <a:ext uri="{FF2B5EF4-FFF2-40B4-BE49-F238E27FC236}">
                <a16:creationId xmlns:a16="http://schemas.microsoft.com/office/drawing/2014/main" id="{51F1A5A0-754D-C4F5-396F-F13BE51F78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endParaRPr>
          </a:p>
        </p:txBody>
      </p:sp>
      <p:sp useBgFill="1">
        <p:nvSpPr>
          <p:cNvPr id="17" name="Freeform: Shape 16">
            <a:extLst>
              <a:ext uri="{FF2B5EF4-FFF2-40B4-BE49-F238E27FC236}">
                <a16:creationId xmlns:a16="http://schemas.microsoft.com/office/drawing/2014/main" id="{AD0CACBE-1595-C700-A346-0D3FB80EEC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7" cy="5095933"/>
          </a:xfrm>
          <a:custGeom>
            <a:avLst/>
            <a:gdLst>
              <a:gd name="connsiteX0" fmla="*/ 0 w 12192417"/>
              <a:gd name="connsiteY0" fmla="*/ 0 h 5095933"/>
              <a:gd name="connsiteX1" fmla="*/ 71931 w 12192417"/>
              <a:gd name="connsiteY1" fmla="*/ 12261 h 5095933"/>
              <a:gd name="connsiteX2" fmla="*/ 282848 w 12192417"/>
              <a:gd name="connsiteY2" fmla="*/ 48343 h 5095933"/>
              <a:gd name="connsiteX3" fmla="*/ 436463 w 12192417"/>
              <a:gd name="connsiteY3" fmla="*/ 73565 h 5095933"/>
              <a:gd name="connsiteX4" fmla="*/ 619338 w 12192417"/>
              <a:gd name="connsiteY4" fmla="*/ 100188 h 5095933"/>
              <a:gd name="connsiteX5" fmla="*/ 836350 w 12192417"/>
              <a:gd name="connsiteY5" fmla="*/ 132066 h 5095933"/>
              <a:gd name="connsiteX6" fmla="*/ 1076527 w 12192417"/>
              <a:gd name="connsiteY6" fmla="*/ 165696 h 5095933"/>
              <a:gd name="connsiteX7" fmla="*/ 1347183 w 12192417"/>
              <a:gd name="connsiteY7" fmla="*/ 201077 h 5095933"/>
              <a:gd name="connsiteX8" fmla="*/ 1642222 w 12192417"/>
              <a:gd name="connsiteY8" fmla="*/ 238560 h 5095933"/>
              <a:gd name="connsiteX9" fmla="*/ 1962863 w 12192417"/>
              <a:gd name="connsiteY9" fmla="*/ 276043 h 5095933"/>
              <a:gd name="connsiteX10" fmla="*/ 2304231 w 12192417"/>
              <a:gd name="connsiteY10" fmla="*/ 314227 h 5095933"/>
              <a:gd name="connsiteX11" fmla="*/ 2672420 w 12192417"/>
              <a:gd name="connsiteY11" fmla="*/ 349608 h 5095933"/>
              <a:gd name="connsiteX12" fmla="*/ 3057677 w 12192417"/>
              <a:gd name="connsiteY12" fmla="*/ 383588 h 5095933"/>
              <a:gd name="connsiteX13" fmla="*/ 3464880 w 12192417"/>
              <a:gd name="connsiteY13" fmla="*/ 414415 h 5095933"/>
              <a:gd name="connsiteX14" fmla="*/ 3889151 w 12192417"/>
              <a:gd name="connsiteY14" fmla="*/ 443841 h 5095933"/>
              <a:gd name="connsiteX15" fmla="*/ 4331709 w 12192417"/>
              <a:gd name="connsiteY15" fmla="*/ 471515 h 5095933"/>
              <a:gd name="connsiteX16" fmla="*/ 4558475 w 12192417"/>
              <a:gd name="connsiteY16" fmla="*/ 481324 h 5095933"/>
              <a:gd name="connsiteX17" fmla="*/ 4790117 w 12192417"/>
              <a:gd name="connsiteY17" fmla="*/ 492183 h 5095933"/>
              <a:gd name="connsiteX18" fmla="*/ 5025417 w 12192417"/>
              <a:gd name="connsiteY18" fmla="*/ 502342 h 5095933"/>
              <a:gd name="connsiteX19" fmla="*/ 5261936 w 12192417"/>
              <a:gd name="connsiteY19" fmla="*/ 508998 h 5095933"/>
              <a:gd name="connsiteX20" fmla="*/ 5503331 w 12192417"/>
              <a:gd name="connsiteY20" fmla="*/ 514953 h 5095933"/>
              <a:gd name="connsiteX21" fmla="*/ 5747166 w 12192417"/>
              <a:gd name="connsiteY21" fmla="*/ 521259 h 5095933"/>
              <a:gd name="connsiteX22" fmla="*/ 5995876 w 12192417"/>
              <a:gd name="connsiteY22" fmla="*/ 525463 h 5095933"/>
              <a:gd name="connsiteX23" fmla="*/ 6247025 w 12192417"/>
              <a:gd name="connsiteY23" fmla="*/ 525463 h 5095933"/>
              <a:gd name="connsiteX24" fmla="*/ 6500612 w 12192417"/>
              <a:gd name="connsiteY24" fmla="*/ 527565 h 5095933"/>
              <a:gd name="connsiteX25" fmla="*/ 6756638 w 12192417"/>
              <a:gd name="connsiteY25" fmla="*/ 525463 h 5095933"/>
              <a:gd name="connsiteX26" fmla="*/ 7016321 w 12192417"/>
              <a:gd name="connsiteY26" fmla="*/ 521259 h 5095933"/>
              <a:gd name="connsiteX27" fmla="*/ 7276004 w 12192417"/>
              <a:gd name="connsiteY27" fmla="*/ 517406 h 5095933"/>
              <a:gd name="connsiteX28" fmla="*/ 7539344 w 12192417"/>
              <a:gd name="connsiteY28" fmla="*/ 508998 h 5095933"/>
              <a:gd name="connsiteX29" fmla="*/ 7805123 w 12192417"/>
              <a:gd name="connsiteY29" fmla="*/ 500241 h 5095933"/>
              <a:gd name="connsiteX30" fmla="*/ 8070902 w 12192417"/>
              <a:gd name="connsiteY30" fmla="*/ 490082 h 5095933"/>
              <a:gd name="connsiteX31" fmla="*/ 8339120 w 12192417"/>
              <a:gd name="connsiteY31" fmla="*/ 475719 h 5095933"/>
              <a:gd name="connsiteX32" fmla="*/ 8609775 w 12192417"/>
              <a:gd name="connsiteY32" fmla="*/ 458554 h 5095933"/>
              <a:gd name="connsiteX33" fmla="*/ 8881650 w 12192417"/>
              <a:gd name="connsiteY33" fmla="*/ 442089 h 5095933"/>
              <a:gd name="connsiteX34" fmla="*/ 9153525 w 12192417"/>
              <a:gd name="connsiteY34" fmla="*/ 421071 h 5095933"/>
              <a:gd name="connsiteX35" fmla="*/ 9429057 w 12192417"/>
              <a:gd name="connsiteY35" fmla="*/ 395849 h 5095933"/>
              <a:gd name="connsiteX36" fmla="*/ 9700932 w 12192417"/>
              <a:gd name="connsiteY36" fmla="*/ 370626 h 5095933"/>
              <a:gd name="connsiteX37" fmla="*/ 9977683 w 12192417"/>
              <a:gd name="connsiteY37" fmla="*/ 341551 h 5095933"/>
              <a:gd name="connsiteX38" fmla="*/ 10255654 w 12192417"/>
              <a:gd name="connsiteY38" fmla="*/ 309673 h 5095933"/>
              <a:gd name="connsiteX39" fmla="*/ 10529967 w 12192417"/>
              <a:gd name="connsiteY39" fmla="*/ 276043 h 5095933"/>
              <a:gd name="connsiteX40" fmla="*/ 10807938 w 12192417"/>
              <a:gd name="connsiteY40" fmla="*/ 236809 h 5095933"/>
              <a:gd name="connsiteX41" fmla="*/ 11084689 w 12192417"/>
              <a:gd name="connsiteY41" fmla="*/ 194772 h 5095933"/>
              <a:gd name="connsiteX42" fmla="*/ 11362660 w 12192417"/>
              <a:gd name="connsiteY42" fmla="*/ 153085 h 5095933"/>
              <a:gd name="connsiteX43" fmla="*/ 11639411 w 12192417"/>
              <a:gd name="connsiteY43" fmla="*/ 104392 h 5095933"/>
              <a:gd name="connsiteX44" fmla="*/ 11914944 w 12192417"/>
              <a:gd name="connsiteY44" fmla="*/ 54648 h 5095933"/>
              <a:gd name="connsiteX45" fmla="*/ 12191695 w 12192417"/>
              <a:gd name="connsiteY45" fmla="*/ 2452 h 5095933"/>
              <a:gd name="connsiteX46" fmla="*/ 12191695 w 12192417"/>
              <a:gd name="connsiteY46" fmla="*/ 2162231 h 5095933"/>
              <a:gd name="connsiteX47" fmla="*/ 12192417 w 12192417"/>
              <a:gd name="connsiteY47" fmla="*/ 2162231 h 5095933"/>
              <a:gd name="connsiteX48" fmla="*/ 12192417 w 12192417"/>
              <a:gd name="connsiteY48" fmla="*/ 5095933 h 5095933"/>
              <a:gd name="connsiteX49" fmla="*/ 0 w 12192417"/>
              <a:gd name="connsiteY49" fmla="*/ 5095933 h 5095933"/>
              <a:gd name="connsiteX50" fmla="*/ 0 w 12192417"/>
              <a:gd name="connsiteY50" fmla="*/ 2791958 h 5095933"/>
              <a:gd name="connsiteX51" fmla="*/ 0 w 12192417"/>
              <a:gd name="connsiteY51" fmla="*/ 2162231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417" h="5095933">
                <a:moveTo>
                  <a:pt x="0" y="0"/>
                </a:moveTo>
                <a:lnTo>
                  <a:pt x="71931" y="12261"/>
                </a:lnTo>
                <a:lnTo>
                  <a:pt x="282848" y="48343"/>
                </a:lnTo>
                <a:lnTo>
                  <a:pt x="436463" y="73565"/>
                </a:lnTo>
                <a:lnTo>
                  <a:pt x="619338" y="100188"/>
                </a:lnTo>
                <a:lnTo>
                  <a:pt x="836350" y="132066"/>
                </a:lnTo>
                <a:lnTo>
                  <a:pt x="1076527" y="165696"/>
                </a:lnTo>
                <a:lnTo>
                  <a:pt x="1347183" y="201077"/>
                </a:lnTo>
                <a:lnTo>
                  <a:pt x="1642222" y="238560"/>
                </a:lnTo>
                <a:lnTo>
                  <a:pt x="1962863" y="276043"/>
                </a:lnTo>
                <a:lnTo>
                  <a:pt x="2304231" y="314227"/>
                </a:lnTo>
                <a:lnTo>
                  <a:pt x="2672420" y="349608"/>
                </a:lnTo>
                <a:lnTo>
                  <a:pt x="3057677" y="383588"/>
                </a:lnTo>
                <a:lnTo>
                  <a:pt x="3464880" y="414415"/>
                </a:lnTo>
                <a:lnTo>
                  <a:pt x="3889151" y="443841"/>
                </a:lnTo>
                <a:lnTo>
                  <a:pt x="4331709" y="471515"/>
                </a:lnTo>
                <a:lnTo>
                  <a:pt x="4558475" y="481324"/>
                </a:lnTo>
                <a:lnTo>
                  <a:pt x="4790117" y="492183"/>
                </a:lnTo>
                <a:lnTo>
                  <a:pt x="5025417" y="502342"/>
                </a:lnTo>
                <a:lnTo>
                  <a:pt x="5261936" y="508998"/>
                </a:lnTo>
                <a:lnTo>
                  <a:pt x="5503331" y="514953"/>
                </a:lnTo>
                <a:lnTo>
                  <a:pt x="5747166" y="521259"/>
                </a:lnTo>
                <a:lnTo>
                  <a:pt x="5995876" y="525463"/>
                </a:lnTo>
                <a:lnTo>
                  <a:pt x="6247025" y="525463"/>
                </a:lnTo>
                <a:lnTo>
                  <a:pt x="6500612" y="527565"/>
                </a:lnTo>
                <a:lnTo>
                  <a:pt x="6756638" y="525463"/>
                </a:lnTo>
                <a:lnTo>
                  <a:pt x="7016321" y="521259"/>
                </a:lnTo>
                <a:lnTo>
                  <a:pt x="7276004" y="517406"/>
                </a:lnTo>
                <a:lnTo>
                  <a:pt x="7539344" y="508998"/>
                </a:lnTo>
                <a:lnTo>
                  <a:pt x="7805123" y="500241"/>
                </a:lnTo>
                <a:lnTo>
                  <a:pt x="8070902" y="490082"/>
                </a:lnTo>
                <a:lnTo>
                  <a:pt x="8339120" y="475719"/>
                </a:lnTo>
                <a:lnTo>
                  <a:pt x="8609775" y="458554"/>
                </a:lnTo>
                <a:lnTo>
                  <a:pt x="8881650" y="442089"/>
                </a:lnTo>
                <a:lnTo>
                  <a:pt x="9153525" y="421071"/>
                </a:lnTo>
                <a:lnTo>
                  <a:pt x="9429057" y="395849"/>
                </a:lnTo>
                <a:lnTo>
                  <a:pt x="9700932" y="370626"/>
                </a:lnTo>
                <a:lnTo>
                  <a:pt x="9977683" y="341551"/>
                </a:lnTo>
                <a:lnTo>
                  <a:pt x="10255654" y="309673"/>
                </a:lnTo>
                <a:lnTo>
                  <a:pt x="10529967" y="276043"/>
                </a:lnTo>
                <a:lnTo>
                  <a:pt x="10807938" y="236809"/>
                </a:lnTo>
                <a:lnTo>
                  <a:pt x="11084689" y="194772"/>
                </a:lnTo>
                <a:lnTo>
                  <a:pt x="11362660" y="153085"/>
                </a:lnTo>
                <a:lnTo>
                  <a:pt x="11639411" y="104392"/>
                </a:lnTo>
                <a:lnTo>
                  <a:pt x="11914944" y="54648"/>
                </a:lnTo>
                <a:lnTo>
                  <a:pt x="12191695" y="2452"/>
                </a:lnTo>
                <a:lnTo>
                  <a:pt x="12191695" y="2162231"/>
                </a:lnTo>
                <a:lnTo>
                  <a:pt x="12192417" y="2162231"/>
                </a:lnTo>
                <a:lnTo>
                  <a:pt x="12192417" y="5095933"/>
                </a:lnTo>
                <a:lnTo>
                  <a:pt x="0" y="5095933"/>
                </a:lnTo>
                <a:lnTo>
                  <a:pt x="0" y="2791958"/>
                </a:lnTo>
                <a:lnTo>
                  <a:pt x="0" y="2162231"/>
                </a:lnTo>
                <a:close/>
              </a:path>
            </a:pathLst>
          </a:custGeom>
          <a:ln>
            <a:noFill/>
          </a:ln>
        </p:spPr>
        <p:txBody>
          <a:bodyPr/>
          <a:lstStyle/>
          <a:p>
            <a:endParaRPr lang="en-GB"/>
          </a:p>
        </p:txBody>
      </p:sp>
      <p:sp>
        <p:nvSpPr>
          <p:cNvPr id="4" name="Title 3">
            <a:extLst>
              <a:ext uri="{FF2B5EF4-FFF2-40B4-BE49-F238E27FC236}">
                <a16:creationId xmlns:a16="http://schemas.microsoft.com/office/drawing/2014/main" id="{D54A5259-58DE-5780-AF41-5D97D72AD463}"/>
              </a:ext>
            </a:extLst>
          </p:cNvPr>
          <p:cNvSpPr>
            <a:spLocks noGrp="1"/>
          </p:cNvSpPr>
          <p:nvPr>
            <p:ph type="title"/>
          </p:nvPr>
        </p:nvSpPr>
        <p:spPr>
          <a:xfrm>
            <a:off x="1103312" y="452718"/>
            <a:ext cx="8947522" cy="1400530"/>
          </a:xfrm>
        </p:spPr>
        <p:txBody>
          <a:bodyPr vert="horz" lIns="91440" tIns="45720" rIns="91440" bIns="45720" rtlCol="0" anchor="ctr">
            <a:normAutofit/>
          </a:bodyPr>
          <a:lstStyle/>
          <a:p>
            <a:r>
              <a:rPr lang="en-US" dirty="0">
                <a:solidFill>
                  <a:srgbClr val="FFFFFF"/>
                </a:solidFill>
              </a:rPr>
              <a:t>10</a:t>
            </a:r>
            <a:r>
              <a:rPr lang="en-US" b="0" i="0" u="none" strike="noStrike" kern="1200" dirty="0">
                <a:solidFill>
                  <a:srgbClr val="FFFFFF"/>
                </a:solidFill>
                <a:effectLst/>
                <a:latin typeface="+mj-lt"/>
                <a:ea typeface="+mj-ea"/>
                <a:cs typeface="+mj-cs"/>
              </a:rPr>
              <a:t>. Use VS Code on your machine</a:t>
            </a:r>
            <a:endParaRPr lang="en-US" b="0" i="0" kern="1200" dirty="0">
              <a:solidFill>
                <a:srgbClr val="FFFFFF"/>
              </a:solidFill>
              <a:latin typeface="+mj-lt"/>
              <a:ea typeface="+mj-ea"/>
              <a:cs typeface="+mj-cs"/>
            </a:endParaRPr>
          </a:p>
        </p:txBody>
      </p:sp>
      <p:sp>
        <p:nvSpPr>
          <p:cNvPr id="6" name="TextBox 5">
            <a:extLst>
              <a:ext uri="{FF2B5EF4-FFF2-40B4-BE49-F238E27FC236}">
                <a16:creationId xmlns:a16="http://schemas.microsoft.com/office/drawing/2014/main" id="{142DD4FA-1948-04CE-FC7E-3AD1B70AAF23}"/>
              </a:ext>
            </a:extLst>
          </p:cNvPr>
          <p:cNvSpPr txBox="1"/>
          <p:nvPr/>
        </p:nvSpPr>
        <p:spPr>
          <a:xfrm>
            <a:off x="1103312" y="2296160"/>
            <a:ext cx="8946541" cy="3484879"/>
          </a:xfrm>
          <a:prstGeom prst="rect">
            <a:avLst/>
          </a:prstGeom>
        </p:spPr>
        <p:txBody>
          <a:bodyPr vert="horz" lIns="91440" tIns="45720" rIns="91440" bIns="45720" rtlCol="0">
            <a:normAutofit/>
          </a:bodyPr>
          <a:lstStyle/>
          <a:p>
            <a:r>
              <a:rPr lang="en-GB" dirty="0"/>
              <a:t>Now you can open VS Code on your local machine, log in to your </a:t>
            </a:r>
            <a:r>
              <a:rPr lang="en-GB" i="1" dirty="0"/>
              <a:t>github.com</a:t>
            </a:r>
            <a:r>
              <a:rPr lang="en-GB" dirty="0"/>
              <a:t> account, and use the “Remote - Tunnels” extension to connect to the tunnel you just created. You should see the remote environment in VS Code and be able to work on it as if you were directly connected to the Dawn cluster</a:t>
            </a:r>
            <a:r>
              <a:rPr lang="en-US" sz="1600" dirty="0"/>
              <a:t>.</a:t>
            </a:r>
          </a:p>
        </p:txBody>
      </p:sp>
      <p:pic>
        <p:nvPicPr>
          <p:cNvPr id="2" name="Picture 1" descr="A red letters in space&#10;&#10;AI-generated content may be incorrect.">
            <a:extLst>
              <a:ext uri="{FF2B5EF4-FFF2-40B4-BE49-F238E27FC236}">
                <a16:creationId xmlns:a16="http://schemas.microsoft.com/office/drawing/2014/main" id="{5EA8FCD9-5637-6859-075B-3A9FE005DD9F}"/>
              </a:ext>
            </a:extLst>
          </p:cNvPr>
          <p:cNvPicPr>
            <a:picLocks noChangeAspect="1"/>
          </p:cNvPicPr>
          <p:nvPr/>
        </p:nvPicPr>
        <p:blipFill>
          <a:blip r:embed="rId2"/>
          <a:stretch>
            <a:fillRect/>
          </a:stretch>
        </p:blipFill>
        <p:spPr>
          <a:xfrm>
            <a:off x="9981746" y="6359346"/>
            <a:ext cx="2193472" cy="480452"/>
          </a:xfrm>
          <a:prstGeom prst="rect">
            <a:avLst/>
          </a:prstGeom>
        </p:spPr>
      </p:pic>
      <p:sp>
        <p:nvSpPr>
          <p:cNvPr id="7" name="Slide Number Placeholder 5">
            <a:extLst>
              <a:ext uri="{FF2B5EF4-FFF2-40B4-BE49-F238E27FC236}">
                <a16:creationId xmlns:a16="http://schemas.microsoft.com/office/drawing/2014/main" id="{36723B3A-9311-A3B7-7BA1-0714AF6C81D9}"/>
              </a:ext>
            </a:extLst>
          </p:cNvPr>
          <p:cNvSpPr>
            <a:spLocks noGrp="1"/>
          </p:cNvSpPr>
          <p:nvPr>
            <p:ph type="sldNum" sz="quarter" idx="12"/>
          </p:nvPr>
        </p:nvSpPr>
        <p:spPr>
          <a:xfrm>
            <a:off x="10352540" y="295729"/>
            <a:ext cx="838199" cy="767687"/>
          </a:xfrm>
        </p:spPr>
        <p:txBody>
          <a:bodyPr vert="horz" lIns="91440" tIns="45720" rIns="91440" bIns="45720" rtlCol="0" anchor="b">
            <a:normAutofit/>
          </a:bodyPr>
          <a:lstStyle/>
          <a:p>
            <a:pPr>
              <a:spcAft>
                <a:spcPts val="600"/>
              </a:spcAft>
            </a:pPr>
            <a:fld id="{58FB4751-880F-D840-AAA9-3A15815CC996}" type="slidenum">
              <a:rPr lang="en-US" b="0" i="0" kern="1200">
                <a:solidFill>
                  <a:srgbClr val="FFFFFF"/>
                </a:solidFill>
                <a:latin typeface="+mn-lt"/>
                <a:ea typeface="+mn-ea"/>
                <a:cs typeface="+mn-cs"/>
              </a:rPr>
              <a:pPr>
                <a:spcAft>
                  <a:spcPts val="600"/>
                </a:spcAft>
              </a:pPr>
              <a:t>13</a:t>
            </a:fld>
            <a:endParaRPr lang="en-US" b="0" i="0" kern="1200" dirty="0">
              <a:solidFill>
                <a:srgbClr val="FFFFFF"/>
              </a:solidFill>
              <a:latin typeface="+mn-lt"/>
              <a:ea typeface="+mn-ea"/>
              <a:cs typeface="+mn-cs"/>
            </a:endParaRPr>
          </a:p>
        </p:txBody>
      </p:sp>
      <p:pic>
        <p:nvPicPr>
          <p:cNvPr id="3" name="Picture 2">
            <a:extLst>
              <a:ext uri="{FF2B5EF4-FFF2-40B4-BE49-F238E27FC236}">
                <a16:creationId xmlns:a16="http://schemas.microsoft.com/office/drawing/2014/main" id="{D33E3ADC-9E96-1C5B-9DFB-CEE56301D2DB}"/>
              </a:ext>
            </a:extLst>
          </p:cNvPr>
          <p:cNvPicPr>
            <a:picLocks noChangeAspect="1"/>
          </p:cNvPicPr>
          <p:nvPr/>
        </p:nvPicPr>
        <p:blipFill>
          <a:blip r:embed="rId3"/>
          <a:stretch>
            <a:fillRect/>
          </a:stretch>
        </p:blipFill>
        <p:spPr>
          <a:xfrm>
            <a:off x="3407630" y="3759201"/>
            <a:ext cx="3267489" cy="3037294"/>
          </a:xfrm>
          <a:prstGeom prst="rect">
            <a:avLst/>
          </a:prstGeom>
        </p:spPr>
      </p:pic>
    </p:spTree>
    <p:extLst>
      <p:ext uri="{BB962C8B-B14F-4D97-AF65-F5344CB8AC3E}">
        <p14:creationId xmlns:p14="http://schemas.microsoft.com/office/powerpoint/2010/main" val="424515567"/>
      </p:ext>
    </p:extLst>
  </p:cSld>
  <p:clrMapOvr>
    <a:overrideClrMapping bg1="lt1" tx1="dk1" bg2="lt2" tx2="dk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7000"/>
                <a:hueMod val="88000"/>
                <a:satMod val="130000"/>
                <a:lumMod val="124000"/>
              </a:schemeClr>
            </a:gs>
            <a:gs pos="100000">
              <a:schemeClr val="bg2">
                <a:tint val="96000"/>
                <a:shade val="88000"/>
                <a:hueMod val="108000"/>
                <a:satMod val="164000"/>
                <a:lumMod val="76000"/>
              </a:schemeClr>
            </a:gs>
          </a:gsLst>
          <a:path path="circle">
            <a:fillToRect l="45000" t="65000" r="125000" b="100000"/>
          </a:path>
        </a:gra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E27238C-8EAF-4098-86E6-7723B7DAE6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solidFill>
            <a:schemeClr val="tx2"/>
          </a:solidFill>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18" name="Freeform 36">
            <a:extLst>
              <a:ext uri="{FF2B5EF4-FFF2-40B4-BE49-F238E27FC236}">
                <a16:creationId xmlns:a16="http://schemas.microsoft.com/office/drawing/2014/main" id="{992F97B1-1891-4FCC-9E5F-BA97EDB48F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9351010" y="0"/>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2">
              <a:lumMod val="60000"/>
              <a:lumOff val="40000"/>
              <a:alpha val="20000"/>
            </a:schemeClr>
          </a:solidFill>
          <a:ln>
            <a:noFill/>
          </a:ln>
        </p:spPr>
        <p:txBody>
          <a:bodyPr rtlCol="0" anchor="ctr"/>
          <a:lstStyle/>
          <a:p>
            <a:pPr algn="ctr"/>
            <a:endParaRPr lang="en-US"/>
          </a:p>
        </p:txBody>
      </p:sp>
      <p:sp useBgFill="1">
        <p:nvSpPr>
          <p:cNvPr id="19" name="Freeform: Shape 18">
            <a:extLst>
              <a:ext uri="{FF2B5EF4-FFF2-40B4-BE49-F238E27FC236}">
                <a16:creationId xmlns:a16="http://schemas.microsoft.com/office/drawing/2014/main" id="{78C6C821-FEE1-4EB6-9590-C021440C77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0"/>
            <a:ext cx="9700459" cy="6858001"/>
          </a:xfrm>
          <a:custGeom>
            <a:avLst/>
            <a:gdLst>
              <a:gd name="connsiteX0" fmla="*/ 0 w 9700459"/>
              <a:gd name="connsiteY0" fmla="*/ 0 h 6858001"/>
              <a:gd name="connsiteX1" fmla="*/ 1323975 w 9700459"/>
              <a:gd name="connsiteY1" fmla="*/ 0 h 6858001"/>
              <a:gd name="connsiteX2" fmla="*/ 1517015 w 9700459"/>
              <a:gd name="connsiteY2" fmla="*/ 0 h 6858001"/>
              <a:gd name="connsiteX3" fmla="*/ 3241265 w 9700459"/>
              <a:gd name="connsiteY3" fmla="*/ 0 h 6858001"/>
              <a:gd name="connsiteX4" fmla="*/ 3241265 w 9700459"/>
              <a:gd name="connsiteY4" fmla="*/ 1 h 6858001"/>
              <a:gd name="connsiteX5" fmla="*/ 8355744 w 9700459"/>
              <a:gd name="connsiteY5" fmla="*/ 1 h 6858001"/>
              <a:gd name="connsiteX6" fmla="*/ 8355744 w 9700459"/>
              <a:gd name="connsiteY6" fmla="*/ 0 h 6858001"/>
              <a:gd name="connsiteX7" fmla="*/ 9699282 w 9700459"/>
              <a:gd name="connsiteY7" fmla="*/ 0 h 6858001"/>
              <a:gd name="connsiteX8" fmla="*/ 9674237 w 9700459"/>
              <a:gd name="connsiteY8" fmla="*/ 155677 h 6858001"/>
              <a:gd name="connsiteX9" fmla="*/ 9650368 w 9700459"/>
              <a:gd name="connsiteY9" fmla="*/ 310668 h 6858001"/>
              <a:gd name="connsiteX10" fmla="*/ 9627004 w 9700459"/>
              <a:gd name="connsiteY10" fmla="*/ 466344 h 6858001"/>
              <a:gd name="connsiteX11" fmla="*/ 9607001 w 9700459"/>
              <a:gd name="connsiteY11" fmla="*/ 622707 h 6858001"/>
              <a:gd name="connsiteX12" fmla="*/ 9586830 w 9700459"/>
              <a:gd name="connsiteY12" fmla="*/ 778383 h 6858001"/>
              <a:gd name="connsiteX13" fmla="*/ 9568004 w 9700459"/>
              <a:gd name="connsiteY13" fmla="*/ 934746 h 6858001"/>
              <a:gd name="connsiteX14" fmla="*/ 9551868 w 9700459"/>
              <a:gd name="connsiteY14" fmla="*/ 1089051 h 6858001"/>
              <a:gd name="connsiteX15" fmla="*/ 9536572 w 9700459"/>
              <a:gd name="connsiteY15" fmla="*/ 1245413 h 6858001"/>
              <a:gd name="connsiteX16" fmla="*/ 9522620 w 9700459"/>
              <a:gd name="connsiteY16" fmla="*/ 1401090 h 6858001"/>
              <a:gd name="connsiteX17" fmla="*/ 9510518 w 9700459"/>
              <a:gd name="connsiteY17" fmla="*/ 1554023 h 6858001"/>
              <a:gd name="connsiteX18" fmla="*/ 9498415 w 9700459"/>
              <a:gd name="connsiteY18" fmla="*/ 1709014 h 6858001"/>
              <a:gd name="connsiteX19" fmla="*/ 9488330 w 9700459"/>
              <a:gd name="connsiteY19" fmla="*/ 1861947 h 6858001"/>
              <a:gd name="connsiteX20" fmla="*/ 9480430 w 9700459"/>
              <a:gd name="connsiteY20" fmla="*/ 2014881 h 6858001"/>
              <a:gd name="connsiteX21" fmla="*/ 9472193 w 9700459"/>
              <a:gd name="connsiteY21" fmla="*/ 2167128 h 6858001"/>
              <a:gd name="connsiteX22" fmla="*/ 9465302 w 9700459"/>
              <a:gd name="connsiteY22" fmla="*/ 2318004 h 6858001"/>
              <a:gd name="connsiteX23" fmla="*/ 9460427 w 9700459"/>
              <a:gd name="connsiteY23" fmla="*/ 2467509 h 6858001"/>
              <a:gd name="connsiteX24" fmla="*/ 9456225 w 9700459"/>
              <a:gd name="connsiteY24" fmla="*/ 2617013 h 6858001"/>
              <a:gd name="connsiteX25" fmla="*/ 9452191 w 9700459"/>
              <a:gd name="connsiteY25" fmla="*/ 2765146 h 6858001"/>
              <a:gd name="connsiteX26" fmla="*/ 9450342 w 9700459"/>
              <a:gd name="connsiteY26" fmla="*/ 2911221 h 6858001"/>
              <a:gd name="connsiteX27" fmla="*/ 9448325 w 9700459"/>
              <a:gd name="connsiteY27" fmla="*/ 3057297 h 6858001"/>
              <a:gd name="connsiteX28" fmla="*/ 9447316 w 9700459"/>
              <a:gd name="connsiteY28" fmla="*/ 3201315 h 6858001"/>
              <a:gd name="connsiteX29" fmla="*/ 9448325 w 9700459"/>
              <a:gd name="connsiteY29" fmla="*/ 3343961 h 6858001"/>
              <a:gd name="connsiteX30" fmla="*/ 9448325 w 9700459"/>
              <a:gd name="connsiteY30" fmla="*/ 3485236 h 6858001"/>
              <a:gd name="connsiteX31" fmla="*/ 9450342 w 9700459"/>
              <a:gd name="connsiteY31" fmla="*/ 3625139 h 6858001"/>
              <a:gd name="connsiteX32" fmla="*/ 9453367 w 9700459"/>
              <a:gd name="connsiteY32" fmla="*/ 3762299 h 6858001"/>
              <a:gd name="connsiteX33" fmla="*/ 9456225 w 9700459"/>
              <a:gd name="connsiteY33" fmla="*/ 3898087 h 6858001"/>
              <a:gd name="connsiteX34" fmla="*/ 9459419 w 9700459"/>
              <a:gd name="connsiteY34" fmla="*/ 4031133 h 6858001"/>
              <a:gd name="connsiteX35" fmla="*/ 9464293 w 9700459"/>
              <a:gd name="connsiteY35" fmla="*/ 4163492 h 6858001"/>
              <a:gd name="connsiteX36" fmla="*/ 9469504 w 9700459"/>
              <a:gd name="connsiteY36" fmla="*/ 4293793 h 6858001"/>
              <a:gd name="connsiteX37" fmla="*/ 9474210 w 9700459"/>
              <a:gd name="connsiteY37" fmla="*/ 4421352 h 6858001"/>
              <a:gd name="connsiteX38" fmla="*/ 9487490 w 9700459"/>
              <a:gd name="connsiteY38" fmla="*/ 4670298 h 6858001"/>
              <a:gd name="connsiteX39" fmla="*/ 9501609 w 9700459"/>
              <a:gd name="connsiteY39" fmla="*/ 4908956 h 6858001"/>
              <a:gd name="connsiteX40" fmla="*/ 9516401 w 9700459"/>
              <a:gd name="connsiteY40" fmla="*/ 5138013 h 6858001"/>
              <a:gd name="connsiteX41" fmla="*/ 9532706 w 9700459"/>
              <a:gd name="connsiteY41" fmla="*/ 5354726 h 6858001"/>
              <a:gd name="connsiteX42" fmla="*/ 9549683 w 9700459"/>
              <a:gd name="connsiteY42" fmla="*/ 5561838 h 6858001"/>
              <a:gd name="connsiteX43" fmla="*/ 9568004 w 9700459"/>
              <a:gd name="connsiteY43" fmla="*/ 5753862 h 6858001"/>
              <a:gd name="connsiteX44" fmla="*/ 9585990 w 9700459"/>
              <a:gd name="connsiteY44" fmla="*/ 5934227 h 6858001"/>
              <a:gd name="connsiteX45" fmla="*/ 9603975 w 9700459"/>
              <a:gd name="connsiteY45" fmla="*/ 6100191 h 6858001"/>
              <a:gd name="connsiteX46" fmla="*/ 9620952 w 9700459"/>
              <a:gd name="connsiteY46" fmla="*/ 6252438 h 6858001"/>
              <a:gd name="connsiteX47" fmla="*/ 9637089 w 9700459"/>
              <a:gd name="connsiteY47" fmla="*/ 6387541 h 6858001"/>
              <a:gd name="connsiteX48" fmla="*/ 9652385 w 9700459"/>
              <a:gd name="connsiteY48" fmla="*/ 6509613 h 6858001"/>
              <a:gd name="connsiteX49" fmla="*/ 9665160 w 9700459"/>
              <a:gd name="connsiteY49" fmla="*/ 6612483 h 6858001"/>
              <a:gd name="connsiteX50" fmla="*/ 9677262 w 9700459"/>
              <a:gd name="connsiteY50" fmla="*/ 6698894 h 6858001"/>
              <a:gd name="connsiteX51" fmla="*/ 9694576 w 9700459"/>
              <a:gd name="connsiteY51" fmla="*/ 6817538 h 6858001"/>
              <a:gd name="connsiteX52" fmla="*/ 9700459 w 9700459"/>
              <a:gd name="connsiteY52" fmla="*/ 6858000 h 6858001"/>
              <a:gd name="connsiteX53" fmla="*/ 8795105 w 9700459"/>
              <a:gd name="connsiteY53" fmla="*/ 6858000 h 6858001"/>
              <a:gd name="connsiteX54" fmla="*/ 8795105 w 9700459"/>
              <a:gd name="connsiteY54" fmla="*/ 6858001 h 6858001"/>
              <a:gd name="connsiteX55" fmla="*/ 2704541 w 9700459"/>
              <a:gd name="connsiteY55" fmla="*/ 6858001 h 6858001"/>
              <a:gd name="connsiteX56" fmla="*/ 2704541 w 9700459"/>
              <a:gd name="connsiteY56" fmla="*/ 6858000 h 6858001"/>
              <a:gd name="connsiteX57" fmla="*/ 1517015 w 9700459"/>
              <a:gd name="connsiteY57" fmla="*/ 6858000 h 6858001"/>
              <a:gd name="connsiteX58" fmla="*/ 1323975 w 9700459"/>
              <a:gd name="connsiteY58" fmla="*/ 6858000 h 6858001"/>
              <a:gd name="connsiteX59" fmla="*/ 0 w 9700459"/>
              <a:gd name="connsiteY59" fmla="*/ 685800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9700459" h="6858001">
                <a:moveTo>
                  <a:pt x="0" y="0"/>
                </a:moveTo>
                <a:lnTo>
                  <a:pt x="1323975" y="0"/>
                </a:lnTo>
                <a:lnTo>
                  <a:pt x="1517015" y="0"/>
                </a:lnTo>
                <a:lnTo>
                  <a:pt x="3241265" y="0"/>
                </a:lnTo>
                <a:lnTo>
                  <a:pt x="3241265" y="1"/>
                </a:lnTo>
                <a:lnTo>
                  <a:pt x="8355744" y="1"/>
                </a:lnTo>
                <a:lnTo>
                  <a:pt x="8355744" y="0"/>
                </a:lnTo>
                <a:lnTo>
                  <a:pt x="9699282" y="0"/>
                </a:lnTo>
                <a:lnTo>
                  <a:pt x="9674237" y="155677"/>
                </a:lnTo>
                <a:lnTo>
                  <a:pt x="9650368" y="310668"/>
                </a:lnTo>
                <a:lnTo>
                  <a:pt x="9627004" y="466344"/>
                </a:lnTo>
                <a:lnTo>
                  <a:pt x="9607001" y="622707"/>
                </a:lnTo>
                <a:lnTo>
                  <a:pt x="9586830" y="778383"/>
                </a:lnTo>
                <a:lnTo>
                  <a:pt x="9568004" y="934746"/>
                </a:lnTo>
                <a:lnTo>
                  <a:pt x="9551868" y="1089051"/>
                </a:lnTo>
                <a:lnTo>
                  <a:pt x="9536572" y="1245413"/>
                </a:lnTo>
                <a:lnTo>
                  <a:pt x="9522620" y="1401090"/>
                </a:lnTo>
                <a:lnTo>
                  <a:pt x="9510518" y="1554023"/>
                </a:lnTo>
                <a:lnTo>
                  <a:pt x="9498415" y="1709014"/>
                </a:lnTo>
                <a:lnTo>
                  <a:pt x="9488330" y="1861947"/>
                </a:lnTo>
                <a:lnTo>
                  <a:pt x="9480430" y="2014881"/>
                </a:lnTo>
                <a:lnTo>
                  <a:pt x="9472193" y="2167128"/>
                </a:lnTo>
                <a:lnTo>
                  <a:pt x="9465302" y="2318004"/>
                </a:lnTo>
                <a:lnTo>
                  <a:pt x="9460427" y="2467509"/>
                </a:lnTo>
                <a:lnTo>
                  <a:pt x="9456225" y="2617013"/>
                </a:lnTo>
                <a:lnTo>
                  <a:pt x="9452191" y="2765146"/>
                </a:lnTo>
                <a:lnTo>
                  <a:pt x="9450342" y="2911221"/>
                </a:lnTo>
                <a:lnTo>
                  <a:pt x="9448325" y="3057297"/>
                </a:lnTo>
                <a:lnTo>
                  <a:pt x="9447316" y="3201315"/>
                </a:lnTo>
                <a:lnTo>
                  <a:pt x="9448325" y="3343961"/>
                </a:lnTo>
                <a:lnTo>
                  <a:pt x="9448325" y="3485236"/>
                </a:lnTo>
                <a:lnTo>
                  <a:pt x="9450342" y="3625139"/>
                </a:lnTo>
                <a:lnTo>
                  <a:pt x="9453367" y="3762299"/>
                </a:lnTo>
                <a:lnTo>
                  <a:pt x="9456225" y="3898087"/>
                </a:lnTo>
                <a:lnTo>
                  <a:pt x="9459419" y="4031133"/>
                </a:lnTo>
                <a:lnTo>
                  <a:pt x="9464293" y="4163492"/>
                </a:lnTo>
                <a:lnTo>
                  <a:pt x="9469504" y="4293793"/>
                </a:lnTo>
                <a:lnTo>
                  <a:pt x="9474210" y="4421352"/>
                </a:lnTo>
                <a:lnTo>
                  <a:pt x="9487490" y="4670298"/>
                </a:lnTo>
                <a:lnTo>
                  <a:pt x="9501609" y="4908956"/>
                </a:lnTo>
                <a:lnTo>
                  <a:pt x="9516401" y="5138013"/>
                </a:lnTo>
                <a:lnTo>
                  <a:pt x="9532706" y="5354726"/>
                </a:lnTo>
                <a:lnTo>
                  <a:pt x="9549683" y="5561838"/>
                </a:lnTo>
                <a:lnTo>
                  <a:pt x="9568004" y="5753862"/>
                </a:lnTo>
                <a:lnTo>
                  <a:pt x="9585990" y="5934227"/>
                </a:lnTo>
                <a:lnTo>
                  <a:pt x="9603975" y="6100191"/>
                </a:lnTo>
                <a:lnTo>
                  <a:pt x="9620952" y="6252438"/>
                </a:lnTo>
                <a:lnTo>
                  <a:pt x="9637089" y="6387541"/>
                </a:lnTo>
                <a:lnTo>
                  <a:pt x="9652385" y="6509613"/>
                </a:lnTo>
                <a:lnTo>
                  <a:pt x="9665160" y="6612483"/>
                </a:lnTo>
                <a:lnTo>
                  <a:pt x="9677262" y="6698894"/>
                </a:lnTo>
                <a:lnTo>
                  <a:pt x="9694576" y="6817538"/>
                </a:lnTo>
                <a:lnTo>
                  <a:pt x="9700459" y="6858000"/>
                </a:lnTo>
                <a:lnTo>
                  <a:pt x="8795105" y="6858000"/>
                </a:lnTo>
                <a:lnTo>
                  <a:pt x="8795105" y="6858001"/>
                </a:lnTo>
                <a:lnTo>
                  <a:pt x="2704541" y="6858001"/>
                </a:lnTo>
                <a:lnTo>
                  <a:pt x="2704541" y="6858000"/>
                </a:lnTo>
                <a:lnTo>
                  <a:pt x="1517015" y="6858000"/>
                </a:lnTo>
                <a:lnTo>
                  <a:pt x="1323975" y="6858000"/>
                </a:lnTo>
                <a:lnTo>
                  <a:pt x="0" y="6858000"/>
                </a:lnTo>
                <a:close/>
              </a:path>
            </a:pathLst>
          </a:custGeom>
          <a:ln>
            <a:noFill/>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3" name="Subtitle 2">
            <a:extLst>
              <a:ext uri="{FF2B5EF4-FFF2-40B4-BE49-F238E27FC236}">
                <a16:creationId xmlns:a16="http://schemas.microsoft.com/office/drawing/2014/main" id="{FF07BEBE-18E8-4025-FF6F-EC0130CB4F22}"/>
              </a:ext>
            </a:extLst>
          </p:cNvPr>
          <p:cNvSpPr>
            <a:spLocks noGrp="1"/>
          </p:cNvSpPr>
          <p:nvPr>
            <p:ph type="subTitle" idx="1"/>
          </p:nvPr>
        </p:nvSpPr>
        <p:spPr>
          <a:xfrm>
            <a:off x="1154955" y="5794471"/>
            <a:ext cx="6974911" cy="861420"/>
          </a:xfrm>
        </p:spPr>
        <p:txBody>
          <a:bodyPr rtlCol="0">
            <a:normAutofit/>
          </a:bodyPr>
          <a:lstStyle>
            <a:defPPr>
              <a:defRPr lang="en-GB"/>
            </a:defPPr>
          </a:lstStyle>
          <a:p>
            <a:pPr rtl="0">
              <a:lnSpc>
                <a:spcPct val="90000"/>
              </a:lnSpc>
            </a:pPr>
            <a:r>
              <a:rPr lang="en-GB" sz="2800" dirty="0">
                <a:solidFill>
                  <a:schemeClr val="tx1">
                    <a:lumMod val="85000"/>
                    <a:lumOff val="15000"/>
                  </a:schemeClr>
                </a:solidFill>
              </a:rPr>
              <a:t>support@HPC.cam.ac.uk</a:t>
            </a:r>
          </a:p>
        </p:txBody>
      </p:sp>
      <p:sp>
        <p:nvSpPr>
          <p:cNvPr id="2" name="Title 1">
            <a:extLst>
              <a:ext uri="{FF2B5EF4-FFF2-40B4-BE49-F238E27FC236}">
                <a16:creationId xmlns:a16="http://schemas.microsoft.com/office/drawing/2014/main" id="{34096D4E-8B4F-62B8-F551-56379B923E78}"/>
              </a:ext>
            </a:extLst>
          </p:cNvPr>
          <p:cNvSpPr>
            <a:spLocks noGrp="1"/>
          </p:cNvSpPr>
          <p:nvPr>
            <p:ph type="ctrTitle"/>
          </p:nvPr>
        </p:nvSpPr>
        <p:spPr>
          <a:xfrm>
            <a:off x="1154955" y="1447800"/>
            <a:ext cx="6974915" cy="3329581"/>
          </a:xfrm>
        </p:spPr>
        <p:txBody>
          <a:bodyPr rtlCol="0">
            <a:normAutofit/>
          </a:bodyPr>
          <a:lstStyle>
            <a:defPPr>
              <a:defRPr lang="en-GB"/>
            </a:defPPr>
          </a:lstStyle>
          <a:p>
            <a:pPr rtl="0"/>
            <a:r>
              <a:rPr lang="en-GB" dirty="0"/>
              <a:t>Thank You </a:t>
            </a:r>
          </a:p>
        </p:txBody>
      </p:sp>
      <p:sp>
        <p:nvSpPr>
          <p:cNvPr id="20" name="Rectangle 19">
            <a:extLst>
              <a:ext uri="{FF2B5EF4-FFF2-40B4-BE49-F238E27FC236}">
                <a16:creationId xmlns:a16="http://schemas.microsoft.com/office/drawing/2014/main" id="{B61A74B3-E247-44D4-8C48-FAE8E20564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4" name="TextBox 3">
            <a:extLst>
              <a:ext uri="{FF2B5EF4-FFF2-40B4-BE49-F238E27FC236}">
                <a16:creationId xmlns:a16="http://schemas.microsoft.com/office/drawing/2014/main" id="{CBA7104D-40A7-4835-AB4E-9EE34E4F5962}"/>
              </a:ext>
            </a:extLst>
          </p:cNvPr>
          <p:cNvSpPr txBox="1"/>
          <p:nvPr/>
        </p:nvSpPr>
        <p:spPr>
          <a:xfrm>
            <a:off x="1154955" y="1320801"/>
            <a:ext cx="6820645" cy="1696720"/>
          </a:xfrm>
          <a:prstGeom prst="rect">
            <a:avLst/>
          </a:prstGeom>
        </p:spPr>
        <p:txBody>
          <a:bodyPr vert="horz" lIns="91440" tIns="45720" rIns="91440" bIns="45720" rtlCol="0">
            <a:normAutofit/>
          </a:bodyPr>
          <a:lstStyle/>
          <a:p>
            <a:pPr marL="0" marR="0" lvl="0" indent="0" fontAlgn="base">
              <a:lnSpc>
                <a:spcPct val="90000"/>
              </a:lnSpc>
              <a:spcBef>
                <a:spcPts val="1000"/>
              </a:spcBef>
              <a:buClr>
                <a:schemeClr val="bg2">
                  <a:lumMod val="40000"/>
                  <a:lumOff val="60000"/>
                </a:schemeClr>
              </a:buClr>
              <a:buSzPct val="80000"/>
              <a:tabLst/>
            </a:pPr>
            <a:r>
              <a:rPr kumimoji="0" lang="en-US" altLang="en-US" sz="2000" u="none" strike="noStrike" cap="none" normalizeH="0" baseline="0" dirty="0">
                <a:ln>
                  <a:noFill/>
                </a:ln>
                <a:effectLst/>
                <a:latin typeface="+mj-lt"/>
                <a:ea typeface="+mj-ea"/>
                <a:cs typeface="+mj-cs"/>
              </a:rPr>
              <a:t>When looking for answers try these </a:t>
            </a:r>
            <a:r>
              <a:rPr lang="en-US" altLang="en-US" sz="2000" dirty="0">
                <a:latin typeface="+mj-lt"/>
                <a:ea typeface="+mj-ea"/>
                <a:cs typeface="+mj-cs"/>
              </a:rPr>
              <a:t>pages</a:t>
            </a:r>
            <a:r>
              <a:rPr kumimoji="0" lang="en-US" altLang="en-US" sz="2000" u="none" strike="noStrike" cap="none" normalizeH="0" baseline="0" dirty="0">
                <a:ln>
                  <a:noFill/>
                </a:ln>
                <a:effectLst/>
                <a:latin typeface="+mj-lt"/>
                <a:ea typeface="+mj-ea"/>
                <a:cs typeface="+mj-cs"/>
              </a:rPr>
              <a:t>:</a:t>
            </a:r>
          </a:p>
          <a:p>
            <a:pPr marL="0" marR="0" lvl="0" indent="0" fontAlgn="base">
              <a:lnSpc>
                <a:spcPct val="90000"/>
              </a:lnSpc>
              <a:spcBef>
                <a:spcPts val="1000"/>
              </a:spcBef>
              <a:buClr>
                <a:schemeClr val="bg2">
                  <a:lumMod val="40000"/>
                  <a:lumOff val="60000"/>
                </a:schemeClr>
              </a:buClr>
              <a:buSzPct val="80000"/>
              <a:tabLst/>
            </a:pPr>
            <a:r>
              <a:rPr kumimoji="0" lang="en-US" altLang="en-US" sz="2000" u="none" strike="noStrike" cap="none" normalizeH="0" baseline="0" dirty="0">
                <a:ln>
                  <a:noFill/>
                </a:ln>
                <a:effectLst/>
                <a:latin typeface="+mj-lt"/>
                <a:ea typeface="+mj-ea"/>
                <a:cs typeface="+mj-cs"/>
                <a:hlinkClick r:id="rId3"/>
              </a:rPr>
              <a:t>dawn-intel-</a:t>
            </a:r>
            <a:r>
              <a:rPr kumimoji="0" lang="en-US" altLang="en-US" sz="2000" u="none" strike="noStrike" cap="none" normalizeH="0" baseline="0" dirty="0" err="1">
                <a:ln>
                  <a:noFill/>
                </a:ln>
                <a:effectLst/>
                <a:latin typeface="+mj-lt"/>
                <a:ea typeface="+mj-ea"/>
                <a:cs typeface="+mj-cs"/>
                <a:hlinkClick r:id="rId3"/>
              </a:rPr>
              <a:t>gpu</a:t>
            </a:r>
            <a:r>
              <a:rPr kumimoji="0" lang="en-US" altLang="en-US" sz="2000" u="none" strike="noStrike" cap="none" normalizeH="0" baseline="0" dirty="0">
                <a:ln>
                  <a:noFill/>
                </a:ln>
                <a:effectLst/>
                <a:latin typeface="+mj-lt"/>
                <a:ea typeface="+mj-ea"/>
                <a:cs typeface="+mj-cs"/>
                <a:hlinkClick r:id="rId3"/>
              </a:rPr>
              <a:t>-</a:t>
            </a:r>
            <a:r>
              <a:rPr kumimoji="0" lang="en-US" altLang="en-US" sz="2000" u="none" strike="noStrike" cap="none" normalizeH="0" baseline="0" dirty="0" err="1">
                <a:ln>
                  <a:noFill/>
                </a:ln>
                <a:effectLst/>
                <a:latin typeface="+mj-lt"/>
                <a:ea typeface="+mj-ea"/>
                <a:cs typeface="+mj-cs"/>
                <a:hlinkClick r:id="rId3"/>
              </a:rPr>
              <a:t>pvc</a:t>
            </a:r>
            <a:r>
              <a:rPr kumimoji="0" lang="en-US" altLang="en-US" sz="2000" u="none" strike="noStrike" cap="none" normalizeH="0" baseline="0" dirty="0">
                <a:ln>
                  <a:noFill/>
                </a:ln>
                <a:effectLst/>
                <a:latin typeface="+mj-lt"/>
                <a:ea typeface="+mj-ea"/>
                <a:cs typeface="+mj-cs"/>
                <a:hlinkClick r:id="rId3"/>
              </a:rPr>
              <a:t>-nodes</a:t>
            </a:r>
            <a:r>
              <a:rPr kumimoji="0" lang="en-US" altLang="en-US" sz="2000" u="none" strike="noStrike" cap="none" normalizeH="0" baseline="0" dirty="0">
                <a:ln>
                  <a:noFill/>
                </a:ln>
                <a:effectLst/>
                <a:latin typeface="+mj-lt"/>
                <a:ea typeface="+mj-ea"/>
                <a:cs typeface="+mj-cs"/>
              </a:rPr>
              <a:t>  </a:t>
            </a:r>
          </a:p>
          <a:p>
            <a:pPr marL="0" marR="0" lvl="0" indent="0" fontAlgn="base">
              <a:lnSpc>
                <a:spcPct val="90000"/>
              </a:lnSpc>
              <a:spcBef>
                <a:spcPts val="1000"/>
              </a:spcBef>
              <a:buClr>
                <a:schemeClr val="bg2">
                  <a:lumMod val="40000"/>
                  <a:lumOff val="60000"/>
                </a:schemeClr>
              </a:buClr>
              <a:buSzPct val="80000"/>
              <a:tabLst/>
            </a:pPr>
            <a:r>
              <a:rPr kumimoji="0" lang="en-US" altLang="en-US" sz="2000" u="none" strike="noStrike" cap="none" normalizeH="0" baseline="0" dirty="0">
                <a:ln>
                  <a:noFill/>
                </a:ln>
                <a:effectLst/>
                <a:latin typeface="+mj-lt"/>
                <a:ea typeface="+mj-ea"/>
                <a:cs typeface="+mj-cs"/>
              </a:rPr>
              <a:t> </a:t>
            </a:r>
          </a:p>
        </p:txBody>
      </p:sp>
      <p:sp>
        <p:nvSpPr>
          <p:cNvPr id="5" name="Slide Number Placeholder 5">
            <a:extLst>
              <a:ext uri="{FF2B5EF4-FFF2-40B4-BE49-F238E27FC236}">
                <a16:creationId xmlns:a16="http://schemas.microsoft.com/office/drawing/2014/main" id="{52612BF0-F7D7-CBB7-2CF9-B95F0243E9BB}"/>
              </a:ext>
            </a:extLst>
          </p:cNvPr>
          <p:cNvSpPr>
            <a:spLocks noGrp="1"/>
          </p:cNvSpPr>
          <p:nvPr>
            <p:ph type="sldNum" sz="quarter" idx="12"/>
          </p:nvPr>
        </p:nvSpPr>
        <p:spPr>
          <a:xfrm>
            <a:off x="10352540" y="295729"/>
            <a:ext cx="838199" cy="767687"/>
          </a:xfrm>
        </p:spPr>
        <p:txBody>
          <a:bodyPr vert="horz" lIns="91440" tIns="45720" rIns="91440" bIns="45720" rtlCol="0" anchor="b">
            <a:normAutofit/>
          </a:bodyPr>
          <a:lstStyle/>
          <a:p>
            <a:pPr>
              <a:spcAft>
                <a:spcPts val="600"/>
              </a:spcAft>
            </a:pPr>
            <a:fld id="{58FB4751-880F-D840-AAA9-3A15815CC996}" type="slidenum">
              <a:rPr lang="en-US" b="0" i="0" kern="1200">
                <a:solidFill>
                  <a:srgbClr val="FFFFFF"/>
                </a:solidFill>
                <a:latin typeface="+mn-lt"/>
                <a:ea typeface="+mn-ea"/>
                <a:cs typeface="+mn-cs"/>
              </a:rPr>
              <a:pPr>
                <a:spcAft>
                  <a:spcPts val="600"/>
                </a:spcAft>
              </a:pPr>
              <a:t>14</a:t>
            </a:fld>
            <a:endParaRPr lang="en-US" b="0" i="0" kern="1200" dirty="0">
              <a:solidFill>
                <a:srgbClr val="FFFFFF"/>
              </a:solidFill>
              <a:latin typeface="+mn-lt"/>
              <a:ea typeface="+mn-ea"/>
              <a:cs typeface="+mn-cs"/>
            </a:endParaRPr>
          </a:p>
        </p:txBody>
      </p:sp>
    </p:spTree>
    <p:extLst>
      <p:ext uri="{BB962C8B-B14F-4D97-AF65-F5344CB8AC3E}">
        <p14:creationId xmlns:p14="http://schemas.microsoft.com/office/powerpoint/2010/main" val="2577936335"/>
      </p:ext>
    </p:extLst>
  </p:cSld>
  <p:clrMapOvr>
    <a:overrideClrMapping bg1="lt1" tx1="dk1" bg2="lt2" tx2="dk2" accent1="accent1" accent2="accent2" accent3="accent3" accent4="accent4" accent5="accent5" accent6="accent6" hlink="hlink" folHlink="folHlink"/>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4824</TotalTime>
  <Words>861</Words>
  <Application>Microsoft Office PowerPoint</Application>
  <PresentationFormat>Widescreen</PresentationFormat>
  <Paragraphs>119</Paragraphs>
  <Slides>14</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Arial</vt:lpstr>
      <vt:lpstr>Calibri</vt:lpstr>
      <vt:lpstr>Century Gothic</vt:lpstr>
      <vt:lpstr>Courier New</vt:lpstr>
      <vt:lpstr>Gill Sans Nova</vt:lpstr>
      <vt:lpstr>Wingdings 3</vt:lpstr>
      <vt:lpstr>Ion</vt:lpstr>
      <vt:lpstr>Visual Studio Code on Dawn </vt:lpstr>
      <vt:lpstr> My WorkFlow on DAWN</vt:lpstr>
      <vt:lpstr>1. Remote Development Extension on DAWN</vt:lpstr>
      <vt:lpstr>2. Creating a ssh config file </vt:lpstr>
      <vt:lpstr>3. Creating a SSH Tunnel</vt:lpstr>
      <vt:lpstr>3. SHH Tunnel to DAWN Compute</vt:lpstr>
      <vt:lpstr>Interactive Job for Vscode Server</vt:lpstr>
      <vt:lpstr>4&amp;5. SHH Tunnel to DAWN Compute</vt:lpstr>
      <vt:lpstr>6. Device Activation</vt:lpstr>
      <vt:lpstr>7. Authorize device</vt:lpstr>
      <vt:lpstr>8. Connecting to DAWN</vt:lpstr>
      <vt:lpstr>9. Authorize VS Code</vt:lpstr>
      <vt:lpstr>10. Use VS Code on your machine</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Simon Hartley</dc:creator>
  <cp:lastModifiedBy>Simon Hartley</cp:lastModifiedBy>
  <cp:revision>5</cp:revision>
  <dcterms:created xsi:type="dcterms:W3CDTF">2025-11-24T08:49:48Z</dcterms:created>
  <dcterms:modified xsi:type="dcterms:W3CDTF">2026-03-20T14:11:18Z</dcterms:modified>
</cp:coreProperties>
</file>